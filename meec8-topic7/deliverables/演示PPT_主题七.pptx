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handoutMasterIdLst>
    <p:handoutMasterId r:id="rId27"/>
  </p:handoutMasterIdLst>
  <p:sldIdLst>
    <p:sldId id="1865" r:id="rId3"/>
    <p:sldId id="275" r:id="rId4"/>
    <p:sldId id="1868" r:id="rId5"/>
    <p:sldId id="1867" r:id="rId6"/>
    <p:sldId id="1866" r:id="rId7"/>
    <p:sldId id="1742" r:id="rId8"/>
    <p:sldId id="1744" r:id="rId9"/>
    <p:sldId id="1869" r:id="rId10"/>
    <p:sldId id="287" r:id="rId11"/>
    <p:sldId id="1870" r:id="rId13"/>
    <p:sldId id="1871" r:id="rId14"/>
    <p:sldId id="1882" r:id="rId15"/>
    <p:sldId id="1884" r:id="rId16"/>
    <p:sldId id="1883" r:id="rId17"/>
    <p:sldId id="1885" r:id="rId18"/>
    <p:sldId id="1886" r:id="rId19"/>
    <p:sldId id="1887" r:id="rId20"/>
    <p:sldId id="1896" r:id="rId32"/>
    <p:sldId id="1888" r:id="rId21"/>
    <p:sldId id="1889" r:id="rId22"/>
    <p:sldId id="1890" r:id="rId23"/>
    <p:sldId id="1891" r:id="rId24"/>
    <p:sldId id="1892" r:id="rId25"/>
    <p:sldId id="1895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37" autoAdjust="0"/>
    <p:restoredTop sz="95979" autoAdjust="0"/>
  </p:normalViewPr>
  <p:slideViewPr>
    <p:cSldViewPr snapToGrid="0">
      <p:cViewPr>
        <p:scale>
          <a:sx n="66" d="100"/>
          <a:sy n="66" d="100"/>
        </p:scale>
        <p:origin x="1248" y="89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181.xml"/><Relationship Id="rId32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模板网，幻灯片演示模板及素材免费下载！</a:t>
            </a:r>
            <a:endParaRPr lang="zh-CN" altLang="en-US" dirty="0"/>
          </a:p>
          <a:p>
            <a:r>
              <a:rPr lang="en-US" altLang="zh-CN" dirty="0"/>
              <a:t>51PPT</a:t>
            </a:r>
            <a:r>
              <a:rPr lang="zh-CN" altLang="en-US" dirty="0"/>
              <a:t>模板网 唯一访问网址：</a:t>
            </a:r>
            <a:r>
              <a:rPr lang="en-US" altLang="zh-CN" dirty="0"/>
              <a:t>www.51pptmoban.com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9433" r="10177" b="137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îS1íḍê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78000"/>
                </a:schemeClr>
              </a:gs>
              <a:gs pos="93805">
                <a:schemeClr val="accent1"/>
              </a:gs>
              <a:gs pos="78000">
                <a:schemeClr val="accent1">
                  <a:alpha val="97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9840307" y="546890"/>
            <a:ext cx="1680181" cy="473716"/>
            <a:chOff x="9957890" y="476452"/>
            <a:chExt cx="1682479" cy="474364"/>
          </a:xfrm>
        </p:grpSpPr>
        <p:grpSp>
          <p:nvGrpSpPr>
            <p:cNvPr id="9" name="ïšḻíḋè"/>
            <p:cNvGrpSpPr/>
            <p:nvPr/>
          </p:nvGrpSpPr>
          <p:grpSpPr>
            <a:xfrm>
              <a:off x="10525270" y="488254"/>
              <a:ext cx="256247" cy="303225"/>
              <a:chOff x="4859338" y="3143252"/>
              <a:chExt cx="1047750" cy="1239838"/>
            </a:xfrm>
            <a:solidFill>
              <a:schemeClr val="bg1"/>
            </a:solidFill>
          </p:grpSpPr>
          <p:sp>
            <p:nvSpPr>
              <p:cNvPr id="123" name="íšļíḋé"/>
              <p:cNvSpPr/>
              <p:nvPr/>
            </p:nvSpPr>
            <p:spPr bwMode="auto">
              <a:xfrm>
                <a:off x="4859338" y="3451227"/>
                <a:ext cx="1001713" cy="931863"/>
              </a:xfrm>
              <a:custGeom>
                <a:avLst/>
                <a:gdLst>
                  <a:gd name="T0" fmla="*/ 99 w 154"/>
                  <a:gd name="T1" fmla="*/ 70 h 142"/>
                  <a:gd name="T2" fmla="*/ 96 w 154"/>
                  <a:gd name="T3" fmla="*/ 100 h 142"/>
                  <a:gd name="T4" fmla="*/ 82 w 154"/>
                  <a:gd name="T5" fmla="*/ 92 h 142"/>
                  <a:gd name="T6" fmla="*/ 94 w 154"/>
                  <a:gd name="T7" fmla="*/ 71 h 142"/>
                  <a:gd name="T8" fmla="*/ 87 w 154"/>
                  <a:gd name="T9" fmla="*/ 67 h 142"/>
                  <a:gd name="T10" fmla="*/ 87 w 154"/>
                  <a:gd name="T11" fmla="*/ 59 h 142"/>
                  <a:gd name="T12" fmla="*/ 112 w 154"/>
                  <a:gd name="T13" fmla="*/ 31 h 142"/>
                  <a:gd name="T14" fmla="*/ 101 w 154"/>
                  <a:gd name="T15" fmla="*/ 24 h 142"/>
                  <a:gd name="T16" fmla="*/ 79 w 154"/>
                  <a:gd name="T17" fmla="*/ 44 h 142"/>
                  <a:gd name="T18" fmla="*/ 79 w 154"/>
                  <a:gd name="T19" fmla="*/ 31 h 142"/>
                  <a:gd name="T20" fmla="*/ 104 w 154"/>
                  <a:gd name="T21" fmla="*/ 13 h 142"/>
                  <a:gd name="T22" fmla="*/ 107 w 154"/>
                  <a:gd name="T23" fmla="*/ 0 h 142"/>
                  <a:gd name="T24" fmla="*/ 45 w 154"/>
                  <a:gd name="T25" fmla="*/ 28 h 142"/>
                  <a:gd name="T26" fmla="*/ 42 w 154"/>
                  <a:gd name="T27" fmla="*/ 36 h 142"/>
                  <a:gd name="T28" fmla="*/ 64 w 154"/>
                  <a:gd name="T29" fmla="*/ 38 h 142"/>
                  <a:gd name="T30" fmla="*/ 72 w 154"/>
                  <a:gd name="T31" fmla="*/ 57 h 142"/>
                  <a:gd name="T32" fmla="*/ 55 w 154"/>
                  <a:gd name="T33" fmla="*/ 64 h 142"/>
                  <a:gd name="T34" fmla="*/ 70 w 154"/>
                  <a:gd name="T35" fmla="*/ 68 h 142"/>
                  <a:gd name="T36" fmla="*/ 70 w 154"/>
                  <a:gd name="T37" fmla="*/ 80 h 142"/>
                  <a:gd name="T38" fmla="*/ 24 w 154"/>
                  <a:gd name="T39" fmla="*/ 120 h 142"/>
                  <a:gd name="T40" fmla="*/ 0 w 154"/>
                  <a:gd name="T41" fmla="*/ 128 h 142"/>
                  <a:gd name="T42" fmla="*/ 21 w 154"/>
                  <a:gd name="T43" fmla="*/ 137 h 142"/>
                  <a:gd name="T44" fmla="*/ 66 w 154"/>
                  <a:gd name="T45" fmla="*/ 89 h 142"/>
                  <a:gd name="T46" fmla="*/ 64 w 154"/>
                  <a:gd name="T47" fmla="*/ 105 h 142"/>
                  <a:gd name="T48" fmla="*/ 32 w 154"/>
                  <a:gd name="T49" fmla="*/ 135 h 142"/>
                  <a:gd name="T50" fmla="*/ 44 w 154"/>
                  <a:gd name="T51" fmla="*/ 135 h 142"/>
                  <a:gd name="T52" fmla="*/ 68 w 154"/>
                  <a:gd name="T53" fmla="*/ 109 h 142"/>
                  <a:gd name="T54" fmla="*/ 61 w 154"/>
                  <a:gd name="T55" fmla="*/ 126 h 142"/>
                  <a:gd name="T56" fmla="*/ 83 w 154"/>
                  <a:gd name="T57" fmla="*/ 132 h 142"/>
                  <a:gd name="T58" fmla="*/ 84 w 154"/>
                  <a:gd name="T59" fmla="*/ 108 h 142"/>
                  <a:gd name="T60" fmla="*/ 105 w 154"/>
                  <a:gd name="T61" fmla="*/ 117 h 142"/>
                  <a:gd name="T62" fmla="*/ 117 w 154"/>
                  <a:gd name="T63" fmla="*/ 87 h 142"/>
                  <a:gd name="T64" fmla="*/ 130 w 154"/>
                  <a:gd name="T65" fmla="*/ 82 h 142"/>
                  <a:gd name="T66" fmla="*/ 128 w 154"/>
                  <a:gd name="T67" fmla="*/ 118 h 142"/>
                  <a:gd name="T68" fmla="*/ 139 w 154"/>
                  <a:gd name="T69" fmla="*/ 115 h 142"/>
                  <a:gd name="T70" fmla="*/ 134 w 154"/>
                  <a:gd name="T71" fmla="*/ 78 h 142"/>
                  <a:gd name="T72" fmla="*/ 150 w 154"/>
                  <a:gd name="T73" fmla="*/ 65 h 142"/>
                  <a:gd name="T74" fmla="*/ 154 w 154"/>
                  <a:gd name="T75" fmla="*/ 52 h 142"/>
                  <a:gd name="T76" fmla="*/ 113 w 154"/>
                  <a:gd name="T77" fmla="*/ 84 h 142"/>
                  <a:gd name="T78" fmla="*/ 99 w 154"/>
                  <a:gd name="T79" fmla="*/ 7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54" h="142">
                    <a:moveTo>
                      <a:pt x="99" y="70"/>
                    </a:moveTo>
                    <a:cubicBezTo>
                      <a:pt x="96" y="100"/>
                      <a:pt x="96" y="100"/>
                      <a:pt x="96" y="100"/>
                    </a:cubicBezTo>
                    <a:cubicBezTo>
                      <a:pt x="92" y="97"/>
                      <a:pt x="86" y="98"/>
                      <a:pt x="82" y="92"/>
                    </a:cubicBezTo>
                    <a:cubicBezTo>
                      <a:pt x="81" y="80"/>
                      <a:pt x="82" y="72"/>
                      <a:pt x="94" y="71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100" y="55"/>
                      <a:pt x="90" y="43"/>
                      <a:pt x="112" y="31"/>
                    </a:cubicBezTo>
                    <a:cubicBezTo>
                      <a:pt x="111" y="24"/>
                      <a:pt x="108" y="22"/>
                      <a:pt x="101" y="24"/>
                    </a:cubicBezTo>
                    <a:cubicBezTo>
                      <a:pt x="90" y="27"/>
                      <a:pt x="100" y="57"/>
                      <a:pt x="79" y="44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84" y="24"/>
                      <a:pt x="92" y="18"/>
                      <a:pt x="104" y="13"/>
                    </a:cubicBezTo>
                    <a:cubicBezTo>
                      <a:pt x="107" y="8"/>
                      <a:pt x="109" y="5"/>
                      <a:pt x="107" y="0"/>
                    </a:cubicBezTo>
                    <a:cubicBezTo>
                      <a:pt x="91" y="14"/>
                      <a:pt x="62" y="33"/>
                      <a:pt x="45" y="28"/>
                    </a:cubicBezTo>
                    <a:cubicBezTo>
                      <a:pt x="42" y="28"/>
                      <a:pt x="42" y="33"/>
                      <a:pt x="42" y="36"/>
                    </a:cubicBezTo>
                    <a:cubicBezTo>
                      <a:pt x="46" y="50"/>
                      <a:pt x="58" y="40"/>
                      <a:pt x="64" y="38"/>
                    </a:cubicBezTo>
                    <a:cubicBezTo>
                      <a:pt x="61" y="53"/>
                      <a:pt x="74" y="44"/>
                      <a:pt x="72" y="57"/>
                    </a:cubicBezTo>
                    <a:cubicBezTo>
                      <a:pt x="65" y="59"/>
                      <a:pt x="54" y="56"/>
                      <a:pt x="55" y="64"/>
                    </a:cubicBezTo>
                    <a:cubicBezTo>
                      <a:pt x="56" y="74"/>
                      <a:pt x="65" y="66"/>
                      <a:pt x="70" y="68"/>
                    </a:cubicBezTo>
                    <a:cubicBezTo>
                      <a:pt x="72" y="72"/>
                      <a:pt x="70" y="76"/>
                      <a:pt x="70" y="80"/>
                    </a:cubicBezTo>
                    <a:cubicBezTo>
                      <a:pt x="60" y="85"/>
                      <a:pt x="47" y="105"/>
                      <a:pt x="24" y="12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" y="136"/>
                      <a:pt x="10" y="138"/>
                      <a:pt x="21" y="137"/>
                    </a:cubicBezTo>
                    <a:cubicBezTo>
                      <a:pt x="36" y="118"/>
                      <a:pt x="51" y="100"/>
                      <a:pt x="66" y="89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47" y="118"/>
                      <a:pt x="36" y="127"/>
                      <a:pt x="32" y="135"/>
                    </a:cubicBezTo>
                    <a:cubicBezTo>
                      <a:pt x="35" y="142"/>
                      <a:pt x="37" y="139"/>
                      <a:pt x="44" y="135"/>
                    </a:cubicBezTo>
                    <a:cubicBezTo>
                      <a:pt x="51" y="121"/>
                      <a:pt x="58" y="112"/>
                      <a:pt x="68" y="109"/>
                    </a:cubicBezTo>
                    <a:cubicBezTo>
                      <a:pt x="74" y="115"/>
                      <a:pt x="67" y="119"/>
                      <a:pt x="61" y="126"/>
                    </a:cubicBezTo>
                    <a:cubicBezTo>
                      <a:pt x="64" y="136"/>
                      <a:pt x="77" y="134"/>
                      <a:pt x="83" y="132"/>
                    </a:cubicBezTo>
                    <a:cubicBezTo>
                      <a:pt x="86" y="124"/>
                      <a:pt x="86" y="116"/>
                      <a:pt x="84" y="108"/>
                    </a:cubicBezTo>
                    <a:cubicBezTo>
                      <a:pt x="90" y="115"/>
                      <a:pt x="97" y="118"/>
                      <a:pt x="105" y="117"/>
                    </a:cubicBezTo>
                    <a:cubicBezTo>
                      <a:pt x="109" y="106"/>
                      <a:pt x="112" y="99"/>
                      <a:pt x="117" y="87"/>
                    </a:cubicBezTo>
                    <a:cubicBezTo>
                      <a:pt x="130" y="82"/>
                      <a:pt x="130" y="82"/>
                      <a:pt x="130" y="82"/>
                    </a:cubicBezTo>
                    <a:cubicBezTo>
                      <a:pt x="125" y="97"/>
                      <a:pt x="123" y="110"/>
                      <a:pt x="128" y="118"/>
                    </a:cubicBezTo>
                    <a:cubicBezTo>
                      <a:pt x="131" y="120"/>
                      <a:pt x="136" y="120"/>
                      <a:pt x="139" y="115"/>
                    </a:cubicBezTo>
                    <a:cubicBezTo>
                      <a:pt x="140" y="102"/>
                      <a:pt x="137" y="91"/>
                      <a:pt x="134" y="78"/>
                    </a:cubicBezTo>
                    <a:cubicBezTo>
                      <a:pt x="137" y="71"/>
                      <a:pt x="149" y="74"/>
                      <a:pt x="150" y="65"/>
                    </a:cubicBezTo>
                    <a:cubicBezTo>
                      <a:pt x="154" y="52"/>
                      <a:pt x="154" y="52"/>
                      <a:pt x="154" y="52"/>
                    </a:cubicBezTo>
                    <a:cubicBezTo>
                      <a:pt x="144" y="52"/>
                      <a:pt x="127" y="73"/>
                      <a:pt x="113" y="84"/>
                    </a:cubicBezTo>
                    <a:cubicBezTo>
                      <a:pt x="111" y="73"/>
                      <a:pt x="106" y="68"/>
                      <a:pt x="99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işḷîḓè"/>
              <p:cNvSpPr/>
              <p:nvPr/>
            </p:nvSpPr>
            <p:spPr bwMode="auto">
              <a:xfrm>
                <a:off x="5405438" y="3143252"/>
                <a:ext cx="241300" cy="295275"/>
              </a:xfrm>
              <a:custGeom>
                <a:avLst/>
                <a:gdLst>
                  <a:gd name="T0" fmla="*/ 0 w 37"/>
                  <a:gd name="T1" fmla="*/ 43 h 45"/>
                  <a:gd name="T2" fmla="*/ 37 w 37"/>
                  <a:gd name="T3" fmla="*/ 24 h 45"/>
                  <a:gd name="T4" fmla="*/ 0 w 37"/>
                  <a:gd name="T5" fmla="*/ 2 h 45"/>
                  <a:gd name="T6" fmla="*/ 0 w 37"/>
                  <a:gd name="T7" fmla="*/ 4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45">
                    <a:moveTo>
                      <a:pt x="0" y="43"/>
                    </a:moveTo>
                    <a:cubicBezTo>
                      <a:pt x="25" y="45"/>
                      <a:pt x="33" y="38"/>
                      <a:pt x="37" y="24"/>
                    </a:cubicBezTo>
                    <a:cubicBezTo>
                      <a:pt x="36" y="0"/>
                      <a:pt x="22" y="11"/>
                      <a:pt x="0" y="2"/>
                    </a:cubicBezTo>
                    <a:cubicBezTo>
                      <a:pt x="13" y="24"/>
                      <a:pt x="16" y="33"/>
                      <a:pt x="0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i$ḷïḋé"/>
              <p:cNvSpPr/>
              <p:nvPr/>
            </p:nvSpPr>
            <p:spPr bwMode="auto">
              <a:xfrm>
                <a:off x="5562600" y="3568702"/>
                <a:ext cx="344488" cy="236538"/>
              </a:xfrm>
              <a:custGeom>
                <a:avLst/>
                <a:gdLst>
                  <a:gd name="T0" fmla="*/ 52 w 53"/>
                  <a:gd name="T1" fmla="*/ 3 h 36"/>
                  <a:gd name="T2" fmla="*/ 39 w 53"/>
                  <a:gd name="T3" fmla="*/ 3 h 36"/>
                  <a:gd name="T4" fmla="*/ 2 w 53"/>
                  <a:gd name="T5" fmla="*/ 28 h 36"/>
                  <a:gd name="T6" fmla="*/ 16 w 53"/>
                  <a:gd name="T7" fmla="*/ 34 h 36"/>
                  <a:gd name="T8" fmla="*/ 44 w 53"/>
                  <a:gd name="T9" fmla="*/ 16 h 36"/>
                  <a:gd name="T10" fmla="*/ 52 w 53"/>
                  <a:gd name="T1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36">
                    <a:moveTo>
                      <a:pt x="52" y="3"/>
                    </a:moveTo>
                    <a:cubicBezTo>
                      <a:pt x="47" y="0"/>
                      <a:pt x="43" y="0"/>
                      <a:pt x="39" y="3"/>
                    </a:cubicBezTo>
                    <a:cubicBezTo>
                      <a:pt x="32" y="11"/>
                      <a:pt x="0" y="26"/>
                      <a:pt x="2" y="28"/>
                    </a:cubicBezTo>
                    <a:cubicBezTo>
                      <a:pt x="1" y="34"/>
                      <a:pt x="5" y="36"/>
                      <a:pt x="16" y="34"/>
                    </a:cubicBezTo>
                    <a:cubicBezTo>
                      <a:pt x="26" y="24"/>
                      <a:pt x="35" y="17"/>
                      <a:pt x="44" y="16"/>
                    </a:cubicBezTo>
                    <a:cubicBezTo>
                      <a:pt x="50" y="12"/>
                      <a:pt x="53" y="8"/>
                      <a:pt x="5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iŝľiḍè"/>
            <p:cNvGrpSpPr/>
            <p:nvPr/>
          </p:nvGrpSpPr>
          <p:grpSpPr>
            <a:xfrm>
              <a:off x="10881873" y="549326"/>
              <a:ext cx="186958" cy="226887"/>
              <a:chOff x="6310313" y="3359152"/>
              <a:chExt cx="795338" cy="965200"/>
            </a:xfrm>
            <a:solidFill>
              <a:schemeClr val="bg1"/>
            </a:solidFill>
          </p:grpSpPr>
          <p:sp>
            <p:nvSpPr>
              <p:cNvPr id="121" name="íŝḷíḑê"/>
              <p:cNvSpPr/>
              <p:nvPr/>
            </p:nvSpPr>
            <p:spPr bwMode="auto">
              <a:xfrm>
                <a:off x="6310313" y="3359152"/>
                <a:ext cx="463550" cy="931863"/>
              </a:xfrm>
              <a:custGeom>
                <a:avLst/>
                <a:gdLst>
                  <a:gd name="T0" fmla="*/ 45 w 71"/>
                  <a:gd name="T1" fmla="*/ 75 h 142"/>
                  <a:gd name="T2" fmla="*/ 32 w 71"/>
                  <a:gd name="T3" fmla="*/ 70 h 142"/>
                  <a:gd name="T4" fmla="*/ 39 w 71"/>
                  <a:gd name="T5" fmla="*/ 59 h 142"/>
                  <a:gd name="T6" fmla="*/ 34 w 71"/>
                  <a:gd name="T7" fmla="*/ 49 h 142"/>
                  <a:gd name="T8" fmla="*/ 65 w 71"/>
                  <a:gd name="T9" fmla="*/ 15 h 142"/>
                  <a:gd name="T10" fmla="*/ 65 w 71"/>
                  <a:gd name="T11" fmla="*/ 0 h 142"/>
                  <a:gd name="T12" fmla="*/ 25 w 71"/>
                  <a:gd name="T13" fmla="*/ 4 h 142"/>
                  <a:gd name="T14" fmla="*/ 26 w 71"/>
                  <a:gd name="T15" fmla="*/ 15 h 142"/>
                  <a:gd name="T16" fmla="*/ 44 w 71"/>
                  <a:gd name="T17" fmla="*/ 16 h 142"/>
                  <a:gd name="T18" fmla="*/ 42 w 71"/>
                  <a:gd name="T19" fmla="*/ 27 h 142"/>
                  <a:gd name="T20" fmla="*/ 25 w 71"/>
                  <a:gd name="T21" fmla="*/ 53 h 142"/>
                  <a:gd name="T22" fmla="*/ 31 w 71"/>
                  <a:gd name="T23" fmla="*/ 61 h 142"/>
                  <a:gd name="T24" fmla="*/ 20 w 71"/>
                  <a:gd name="T25" fmla="*/ 76 h 142"/>
                  <a:gd name="T26" fmla="*/ 34 w 71"/>
                  <a:gd name="T27" fmla="*/ 81 h 142"/>
                  <a:gd name="T28" fmla="*/ 28 w 71"/>
                  <a:gd name="T29" fmla="*/ 91 h 142"/>
                  <a:gd name="T30" fmla="*/ 16 w 71"/>
                  <a:gd name="T31" fmla="*/ 83 h 142"/>
                  <a:gd name="T32" fmla="*/ 15 w 71"/>
                  <a:gd name="T33" fmla="*/ 102 h 142"/>
                  <a:gd name="T34" fmla="*/ 1 w 71"/>
                  <a:gd name="T35" fmla="*/ 101 h 142"/>
                  <a:gd name="T36" fmla="*/ 0 w 71"/>
                  <a:gd name="T37" fmla="*/ 110 h 142"/>
                  <a:gd name="T38" fmla="*/ 7 w 71"/>
                  <a:gd name="T39" fmla="*/ 119 h 142"/>
                  <a:gd name="T40" fmla="*/ 33 w 71"/>
                  <a:gd name="T41" fmla="*/ 137 h 142"/>
                  <a:gd name="T42" fmla="*/ 46 w 71"/>
                  <a:gd name="T43" fmla="*/ 78 h 142"/>
                  <a:gd name="T44" fmla="*/ 45 w 71"/>
                  <a:gd name="T45" fmla="*/ 75 h 142"/>
                  <a:gd name="T46" fmla="*/ 30 w 71"/>
                  <a:gd name="T47" fmla="*/ 128 h 142"/>
                  <a:gd name="T48" fmla="*/ 24 w 71"/>
                  <a:gd name="T49" fmla="*/ 133 h 142"/>
                  <a:gd name="T50" fmla="*/ 22 w 71"/>
                  <a:gd name="T51" fmla="*/ 119 h 142"/>
                  <a:gd name="T52" fmla="*/ 30 w 71"/>
                  <a:gd name="T53" fmla="*/ 111 h 142"/>
                  <a:gd name="T54" fmla="*/ 30 w 71"/>
                  <a:gd name="T55" fmla="*/ 12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142">
                    <a:moveTo>
                      <a:pt x="45" y="75"/>
                    </a:moveTo>
                    <a:cubicBezTo>
                      <a:pt x="40" y="73"/>
                      <a:pt x="31" y="74"/>
                      <a:pt x="32" y="70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4"/>
                      <a:pt x="38" y="51"/>
                      <a:pt x="34" y="49"/>
                    </a:cubicBezTo>
                    <a:cubicBezTo>
                      <a:pt x="38" y="40"/>
                      <a:pt x="50" y="28"/>
                      <a:pt x="65" y="15"/>
                    </a:cubicBezTo>
                    <a:cubicBezTo>
                      <a:pt x="71" y="8"/>
                      <a:pt x="71" y="3"/>
                      <a:pt x="65" y="0"/>
                    </a:cubicBezTo>
                    <a:cubicBezTo>
                      <a:pt x="52" y="7"/>
                      <a:pt x="40" y="2"/>
                      <a:pt x="25" y="4"/>
                    </a:cubicBezTo>
                    <a:cubicBezTo>
                      <a:pt x="24" y="5"/>
                      <a:pt x="23" y="10"/>
                      <a:pt x="26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9" y="19"/>
                      <a:pt x="43" y="23"/>
                      <a:pt x="42" y="27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2" y="66"/>
                      <a:pt x="23" y="72"/>
                      <a:pt x="20" y="76"/>
                    </a:cubicBezTo>
                    <a:cubicBezTo>
                      <a:pt x="24" y="78"/>
                      <a:pt x="32" y="77"/>
                      <a:pt x="34" y="8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1" y="92"/>
                      <a:pt x="18" y="89"/>
                      <a:pt x="16" y="83"/>
                    </a:cubicBezTo>
                    <a:cubicBezTo>
                      <a:pt x="9" y="90"/>
                      <a:pt x="9" y="95"/>
                      <a:pt x="15" y="102"/>
                    </a:cubicBezTo>
                    <a:cubicBezTo>
                      <a:pt x="1" y="101"/>
                      <a:pt x="1" y="101"/>
                      <a:pt x="1" y="101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7" y="119"/>
                      <a:pt x="7" y="119"/>
                      <a:pt x="7" y="119"/>
                    </a:cubicBezTo>
                    <a:cubicBezTo>
                      <a:pt x="10" y="133"/>
                      <a:pt x="18" y="142"/>
                      <a:pt x="33" y="137"/>
                    </a:cubicBezTo>
                    <a:cubicBezTo>
                      <a:pt x="32" y="123"/>
                      <a:pt x="41" y="91"/>
                      <a:pt x="46" y="78"/>
                    </a:cubicBezTo>
                    <a:lnTo>
                      <a:pt x="45" y="75"/>
                    </a:lnTo>
                    <a:close/>
                    <a:moveTo>
                      <a:pt x="30" y="128"/>
                    </a:moveTo>
                    <a:cubicBezTo>
                      <a:pt x="30" y="133"/>
                      <a:pt x="26" y="131"/>
                      <a:pt x="24" y="133"/>
                    </a:cubicBezTo>
                    <a:cubicBezTo>
                      <a:pt x="21" y="130"/>
                      <a:pt x="20" y="126"/>
                      <a:pt x="22" y="119"/>
                    </a:cubicBezTo>
                    <a:cubicBezTo>
                      <a:pt x="26" y="112"/>
                      <a:pt x="28" y="109"/>
                      <a:pt x="30" y="111"/>
                    </a:cubicBezTo>
                    <a:cubicBezTo>
                      <a:pt x="32" y="111"/>
                      <a:pt x="30" y="122"/>
                      <a:pt x="30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iṥḻiḍè"/>
              <p:cNvSpPr/>
              <p:nvPr/>
            </p:nvSpPr>
            <p:spPr bwMode="auto">
              <a:xfrm>
                <a:off x="6532563" y="3371852"/>
                <a:ext cx="573088" cy="952500"/>
              </a:xfrm>
              <a:custGeom>
                <a:avLst/>
                <a:gdLst>
                  <a:gd name="T0" fmla="*/ 85 w 88"/>
                  <a:gd name="T1" fmla="*/ 19 h 145"/>
                  <a:gd name="T2" fmla="*/ 88 w 88"/>
                  <a:gd name="T3" fmla="*/ 12 h 145"/>
                  <a:gd name="T4" fmla="*/ 79 w 88"/>
                  <a:gd name="T5" fmla="*/ 8 h 145"/>
                  <a:gd name="T6" fmla="*/ 23 w 88"/>
                  <a:gd name="T7" fmla="*/ 28 h 145"/>
                  <a:gd name="T8" fmla="*/ 42 w 88"/>
                  <a:gd name="T9" fmla="*/ 32 h 145"/>
                  <a:gd name="T10" fmla="*/ 41 w 88"/>
                  <a:gd name="T11" fmla="*/ 42 h 145"/>
                  <a:gd name="T12" fmla="*/ 26 w 88"/>
                  <a:gd name="T13" fmla="*/ 47 h 145"/>
                  <a:gd name="T14" fmla="*/ 17 w 88"/>
                  <a:gd name="T15" fmla="*/ 70 h 145"/>
                  <a:gd name="T16" fmla="*/ 27 w 88"/>
                  <a:gd name="T17" fmla="*/ 69 h 145"/>
                  <a:gd name="T18" fmla="*/ 41 w 88"/>
                  <a:gd name="T19" fmla="*/ 46 h 145"/>
                  <a:gd name="T20" fmla="*/ 40 w 88"/>
                  <a:gd name="T21" fmla="*/ 67 h 145"/>
                  <a:gd name="T22" fmla="*/ 25 w 88"/>
                  <a:gd name="T23" fmla="*/ 81 h 145"/>
                  <a:gd name="T24" fmla="*/ 7 w 88"/>
                  <a:gd name="T25" fmla="*/ 106 h 145"/>
                  <a:gd name="T26" fmla="*/ 17 w 88"/>
                  <a:gd name="T27" fmla="*/ 118 h 145"/>
                  <a:gd name="T28" fmla="*/ 25 w 88"/>
                  <a:gd name="T29" fmla="*/ 112 h 145"/>
                  <a:gd name="T30" fmla="*/ 23 w 88"/>
                  <a:gd name="T31" fmla="*/ 98 h 145"/>
                  <a:gd name="T32" fmla="*/ 39 w 88"/>
                  <a:gd name="T33" fmla="*/ 85 h 145"/>
                  <a:gd name="T34" fmla="*/ 32 w 88"/>
                  <a:gd name="T35" fmla="*/ 101 h 145"/>
                  <a:gd name="T36" fmla="*/ 31 w 88"/>
                  <a:gd name="T37" fmla="*/ 124 h 145"/>
                  <a:gd name="T38" fmla="*/ 2 w 88"/>
                  <a:gd name="T39" fmla="*/ 140 h 145"/>
                  <a:gd name="T40" fmla="*/ 17 w 88"/>
                  <a:gd name="T41" fmla="*/ 145 h 145"/>
                  <a:gd name="T42" fmla="*/ 60 w 88"/>
                  <a:gd name="T43" fmla="*/ 123 h 145"/>
                  <a:gd name="T44" fmla="*/ 62 w 88"/>
                  <a:gd name="T45" fmla="*/ 115 h 145"/>
                  <a:gd name="T46" fmla="*/ 47 w 88"/>
                  <a:gd name="T47" fmla="*/ 115 h 145"/>
                  <a:gd name="T48" fmla="*/ 49 w 88"/>
                  <a:gd name="T49" fmla="*/ 88 h 145"/>
                  <a:gd name="T50" fmla="*/ 65 w 88"/>
                  <a:gd name="T51" fmla="*/ 81 h 145"/>
                  <a:gd name="T52" fmla="*/ 58 w 88"/>
                  <a:gd name="T53" fmla="*/ 78 h 145"/>
                  <a:gd name="T54" fmla="*/ 58 w 88"/>
                  <a:gd name="T55" fmla="*/ 58 h 145"/>
                  <a:gd name="T56" fmla="*/ 70 w 88"/>
                  <a:gd name="T57" fmla="*/ 38 h 145"/>
                  <a:gd name="T58" fmla="*/ 53 w 88"/>
                  <a:gd name="T59" fmla="*/ 35 h 145"/>
                  <a:gd name="T60" fmla="*/ 53 w 88"/>
                  <a:gd name="T61" fmla="*/ 26 h 145"/>
                  <a:gd name="T62" fmla="*/ 85 w 88"/>
                  <a:gd name="T63" fmla="*/ 19 h 145"/>
                  <a:gd name="T64" fmla="*/ 54 w 88"/>
                  <a:gd name="T65" fmla="*/ 42 h 145"/>
                  <a:gd name="T66" fmla="*/ 63 w 88"/>
                  <a:gd name="T67" fmla="*/ 42 h 145"/>
                  <a:gd name="T68" fmla="*/ 54 w 88"/>
                  <a:gd name="T69" fmla="*/ 52 h 145"/>
                  <a:gd name="T70" fmla="*/ 54 w 88"/>
                  <a:gd name="T71" fmla="*/ 42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8" h="145">
                    <a:moveTo>
                      <a:pt x="85" y="19"/>
                    </a:moveTo>
                    <a:cubicBezTo>
                      <a:pt x="88" y="12"/>
                      <a:pt x="88" y="12"/>
                      <a:pt x="88" y="12"/>
                    </a:cubicBezTo>
                    <a:cubicBezTo>
                      <a:pt x="87" y="2"/>
                      <a:pt x="83" y="0"/>
                      <a:pt x="79" y="8"/>
                    </a:cubicBezTo>
                    <a:cubicBezTo>
                      <a:pt x="76" y="16"/>
                      <a:pt x="34" y="28"/>
                      <a:pt x="23" y="28"/>
                    </a:cubicBezTo>
                    <a:cubicBezTo>
                      <a:pt x="10" y="36"/>
                      <a:pt x="36" y="33"/>
                      <a:pt x="42" y="3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0" y="54"/>
                      <a:pt x="19" y="67"/>
                      <a:pt x="17" y="70"/>
                    </a:cubicBezTo>
                    <a:cubicBezTo>
                      <a:pt x="20" y="72"/>
                      <a:pt x="26" y="72"/>
                      <a:pt x="27" y="69"/>
                    </a:cubicBezTo>
                    <a:cubicBezTo>
                      <a:pt x="28" y="57"/>
                      <a:pt x="33" y="48"/>
                      <a:pt x="41" y="46"/>
                    </a:cubicBezTo>
                    <a:cubicBezTo>
                      <a:pt x="43" y="45"/>
                      <a:pt x="40" y="60"/>
                      <a:pt x="40" y="67"/>
                    </a:cubicBezTo>
                    <a:cubicBezTo>
                      <a:pt x="35" y="68"/>
                      <a:pt x="45" y="72"/>
                      <a:pt x="25" y="81"/>
                    </a:cubicBezTo>
                    <a:cubicBezTo>
                      <a:pt x="27" y="92"/>
                      <a:pt x="13" y="97"/>
                      <a:pt x="7" y="106"/>
                    </a:cubicBezTo>
                    <a:cubicBezTo>
                      <a:pt x="10" y="117"/>
                      <a:pt x="14" y="120"/>
                      <a:pt x="17" y="118"/>
                    </a:cubicBezTo>
                    <a:cubicBezTo>
                      <a:pt x="20" y="120"/>
                      <a:pt x="23" y="118"/>
                      <a:pt x="25" y="112"/>
                    </a:cubicBezTo>
                    <a:cubicBezTo>
                      <a:pt x="19" y="105"/>
                      <a:pt x="19" y="100"/>
                      <a:pt x="23" y="98"/>
                    </a:cubicBezTo>
                    <a:cubicBezTo>
                      <a:pt x="29" y="90"/>
                      <a:pt x="30" y="83"/>
                      <a:pt x="39" y="85"/>
                    </a:cubicBezTo>
                    <a:cubicBezTo>
                      <a:pt x="36" y="91"/>
                      <a:pt x="41" y="99"/>
                      <a:pt x="32" y="101"/>
                    </a:cubicBezTo>
                    <a:cubicBezTo>
                      <a:pt x="27" y="100"/>
                      <a:pt x="32" y="119"/>
                      <a:pt x="31" y="124"/>
                    </a:cubicBezTo>
                    <a:cubicBezTo>
                      <a:pt x="7" y="130"/>
                      <a:pt x="0" y="134"/>
                      <a:pt x="2" y="140"/>
                    </a:cubicBezTo>
                    <a:cubicBezTo>
                      <a:pt x="2" y="145"/>
                      <a:pt x="8" y="144"/>
                      <a:pt x="17" y="145"/>
                    </a:cubicBezTo>
                    <a:cubicBezTo>
                      <a:pt x="30" y="134"/>
                      <a:pt x="41" y="128"/>
                      <a:pt x="60" y="123"/>
                    </a:cubicBezTo>
                    <a:cubicBezTo>
                      <a:pt x="64" y="122"/>
                      <a:pt x="64" y="117"/>
                      <a:pt x="62" y="115"/>
                    </a:cubicBezTo>
                    <a:cubicBezTo>
                      <a:pt x="59" y="111"/>
                      <a:pt x="52" y="115"/>
                      <a:pt x="47" y="115"/>
                    </a:cubicBezTo>
                    <a:cubicBezTo>
                      <a:pt x="51" y="106"/>
                      <a:pt x="46" y="95"/>
                      <a:pt x="49" y="88"/>
                    </a:cubicBezTo>
                    <a:cubicBezTo>
                      <a:pt x="55" y="82"/>
                      <a:pt x="61" y="84"/>
                      <a:pt x="65" y="81"/>
                    </a:cubicBezTo>
                    <a:cubicBezTo>
                      <a:pt x="63" y="80"/>
                      <a:pt x="64" y="76"/>
                      <a:pt x="58" y="78"/>
                    </a:cubicBezTo>
                    <a:cubicBezTo>
                      <a:pt x="56" y="72"/>
                      <a:pt x="63" y="64"/>
                      <a:pt x="58" y="58"/>
                    </a:cubicBezTo>
                    <a:cubicBezTo>
                      <a:pt x="64" y="55"/>
                      <a:pt x="67" y="49"/>
                      <a:pt x="70" y="38"/>
                    </a:cubicBezTo>
                    <a:cubicBezTo>
                      <a:pt x="68" y="31"/>
                      <a:pt x="59" y="36"/>
                      <a:pt x="53" y="35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63" y="26"/>
                      <a:pt x="72" y="19"/>
                      <a:pt x="85" y="19"/>
                    </a:cubicBezTo>
                    <a:close/>
                    <a:moveTo>
                      <a:pt x="54" y="42"/>
                    </a:moveTo>
                    <a:cubicBezTo>
                      <a:pt x="58" y="44"/>
                      <a:pt x="61" y="38"/>
                      <a:pt x="63" y="42"/>
                    </a:cubicBezTo>
                    <a:cubicBezTo>
                      <a:pt x="63" y="46"/>
                      <a:pt x="59" y="52"/>
                      <a:pt x="54" y="52"/>
                    </a:cubicBezTo>
                    <a:cubicBezTo>
                      <a:pt x="54" y="49"/>
                      <a:pt x="55" y="45"/>
                      <a:pt x="5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ïş1îde"/>
            <p:cNvSpPr/>
            <p:nvPr/>
          </p:nvSpPr>
          <p:spPr bwMode="auto">
            <a:xfrm>
              <a:off x="11172967" y="524325"/>
              <a:ext cx="179988" cy="255837"/>
            </a:xfrm>
            <a:custGeom>
              <a:avLst/>
              <a:gdLst>
                <a:gd name="T0" fmla="*/ 43 w 107"/>
                <a:gd name="T1" fmla="*/ 2 h 151"/>
                <a:gd name="T2" fmla="*/ 66 w 107"/>
                <a:gd name="T3" fmla="*/ 15 h 151"/>
                <a:gd name="T4" fmla="*/ 58 w 107"/>
                <a:gd name="T5" fmla="*/ 81 h 151"/>
                <a:gd name="T6" fmla="*/ 76 w 107"/>
                <a:gd name="T7" fmla="*/ 70 h 151"/>
                <a:gd name="T8" fmla="*/ 79 w 107"/>
                <a:gd name="T9" fmla="*/ 58 h 151"/>
                <a:gd name="T10" fmla="*/ 94 w 107"/>
                <a:gd name="T11" fmla="*/ 76 h 151"/>
                <a:gd name="T12" fmla="*/ 59 w 107"/>
                <a:gd name="T13" fmla="*/ 98 h 151"/>
                <a:gd name="T14" fmla="*/ 107 w 107"/>
                <a:gd name="T15" fmla="*/ 144 h 151"/>
                <a:gd name="T16" fmla="*/ 74 w 107"/>
                <a:gd name="T17" fmla="*/ 145 h 151"/>
                <a:gd name="T18" fmla="*/ 53 w 107"/>
                <a:gd name="T19" fmla="*/ 104 h 151"/>
                <a:gd name="T20" fmla="*/ 30 w 107"/>
                <a:gd name="T21" fmla="*/ 136 h 151"/>
                <a:gd name="T22" fmla="*/ 0 w 107"/>
                <a:gd name="T23" fmla="*/ 136 h 151"/>
                <a:gd name="T24" fmla="*/ 41 w 107"/>
                <a:gd name="T25" fmla="*/ 108 h 151"/>
                <a:gd name="T26" fmla="*/ 14 w 107"/>
                <a:gd name="T27" fmla="*/ 115 h 151"/>
                <a:gd name="T28" fmla="*/ 8 w 107"/>
                <a:gd name="T29" fmla="*/ 99 h 151"/>
                <a:gd name="T30" fmla="*/ 45 w 107"/>
                <a:gd name="T31" fmla="*/ 86 h 151"/>
                <a:gd name="T32" fmla="*/ 52 w 107"/>
                <a:gd name="T33" fmla="*/ 29 h 151"/>
                <a:gd name="T34" fmla="*/ 43 w 107"/>
                <a:gd name="T35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151">
                  <a:moveTo>
                    <a:pt x="43" y="2"/>
                  </a:moveTo>
                  <a:cubicBezTo>
                    <a:pt x="53" y="0"/>
                    <a:pt x="60" y="2"/>
                    <a:pt x="66" y="15"/>
                  </a:cubicBezTo>
                  <a:cubicBezTo>
                    <a:pt x="63" y="37"/>
                    <a:pt x="56" y="38"/>
                    <a:pt x="58" y="81"/>
                  </a:cubicBezTo>
                  <a:cubicBezTo>
                    <a:pt x="60" y="83"/>
                    <a:pt x="70" y="78"/>
                    <a:pt x="76" y="70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6" y="58"/>
                    <a:pt x="91" y="64"/>
                    <a:pt x="94" y="76"/>
                  </a:cubicBezTo>
                  <a:cubicBezTo>
                    <a:pt x="81" y="90"/>
                    <a:pt x="54" y="92"/>
                    <a:pt x="59" y="98"/>
                  </a:cubicBezTo>
                  <a:cubicBezTo>
                    <a:pt x="67" y="115"/>
                    <a:pt x="84" y="130"/>
                    <a:pt x="107" y="144"/>
                  </a:cubicBezTo>
                  <a:cubicBezTo>
                    <a:pt x="106" y="151"/>
                    <a:pt x="75" y="148"/>
                    <a:pt x="74" y="145"/>
                  </a:cubicBezTo>
                  <a:cubicBezTo>
                    <a:pt x="65" y="136"/>
                    <a:pt x="61" y="109"/>
                    <a:pt x="53" y="104"/>
                  </a:cubicBezTo>
                  <a:cubicBezTo>
                    <a:pt x="45" y="121"/>
                    <a:pt x="38" y="134"/>
                    <a:pt x="30" y="136"/>
                  </a:cubicBezTo>
                  <a:cubicBezTo>
                    <a:pt x="12" y="141"/>
                    <a:pt x="4" y="139"/>
                    <a:pt x="0" y="136"/>
                  </a:cubicBezTo>
                  <a:cubicBezTo>
                    <a:pt x="13" y="126"/>
                    <a:pt x="29" y="130"/>
                    <a:pt x="41" y="108"/>
                  </a:cubicBezTo>
                  <a:cubicBezTo>
                    <a:pt x="32" y="110"/>
                    <a:pt x="17" y="119"/>
                    <a:pt x="14" y="115"/>
                  </a:cubicBezTo>
                  <a:cubicBezTo>
                    <a:pt x="8" y="112"/>
                    <a:pt x="6" y="106"/>
                    <a:pt x="8" y="99"/>
                  </a:cubicBezTo>
                  <a:cubicBezTo>
                    <a:pt x="17" y="102"/>
                    <a:pt x="29" y="97"/>
                    <a:pt x="45" y="86"/>
                  </a:cubicBezTo>
                  <a:cubicBezTo>
                    <a:pt x="47" y="68"/>
                    <a:pt x="43" y="55"/>
                    <a:pt x="52" y="29"/>
                  </a:cubicBezTo>
                  <a:cubicBezTo>
                    <a:pt x="42" y="16"/>
                    <a:pt x="41" y="9"/>
                    <a:pt x="43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4" name="îSḻîde"/>
            <p:cNvSpPr/>
            <p:nvPr/>
          </p:nvSpPr>
          <p:spPr bwMode="auto">
            <a:xfrm>
              <a:off x="11455453" y="501052"/>
              <a:ext cx="184916" cy="302383"/>
            </a:xfrm>
            <a:custGeom>
              <a:avLst/>
              <a:gdLst>
                <a:gd name="T0" fmla="*/ 114 w 119"/>
                <a:gd name="T1" fmla="*/ 42 h 193"/>
                <a:gd name="T2" fmla="*/ 88 w 119"/>
                <a:gd name="T3" fmla="*/ 42 h 193"/>
                <a:gd name="T4" fmla="*/ 88 w 119"/>
                <a:gd name="T5" fmla="*/ 74 h 193"/>
                <a:gd name="T6" fmla="*/ 78 w 119"/>
                <a:gd name="T7" fmla="*/ 58 h 193"/>
                <a:gd name="T8" fmla="*/ 80 w 119"/>
                <a:gd name="T9" fmla="*/ 47 h 193"/>
                <a:gd name="T10" fmla="*/ 94 w 119"/>
                <a:gd name="T11" fmla="*/ 19 h 193"/>
                <a:gd name="T12" fmla="*/ 78 w 119"/>
                <a:gd name="T13" fmla="*/ 1 h 193"/>
                <a:gd name="T14" fmla="*/ 36 w 119"/>
                <a:gd name="T15" fmla="*/ 22 h 193"/>
                <a:gd name="T16" fmla="*/ 44 w 119"/>
                <a:gd name="T17" fmla="*/ 59 h 193"/>
                <a:gd name="T18" fmla="*/ 15 w 119"/>
                <a:gd name="T19" fmla="*/ 55 h 193"/>
                <a:gd name="T20" fmla="*/ 27 w 119"/>
                <a:gd name="T21" fmla="*/ 98 h 193"/>
                <a:gd name="T22" fmla="*/ 22 w 119"/>
                <a:gd name="T23" fmla="*/ 135 h 193"/>
                <a:gd name="T24" fmla="*/ 93 w 119"/>
                <a:gd name="T25" fmla="*/ 83 h 193"/>
                <a:gd name="T26" fmla="*/ 56 w 119"/>
                <a:gd name="T27" fmla="*/ 109 h 193"/>
                <a:gd name="T28" fmla="*/ 67 w 119"/>
                <a:gd name="T29" fmla="*/ 121 h 193"/>
                <a:gd name="T30" fmla="*/ 8 w 119"/>
                <a:gd name="T31" fmla="*/ 151 h 193"/>
                <a:gd name="T32" fmla="*/ 49 w 119"/>
                <a:gd name="T33" fmla="*/ 185 h 193"/>
                <a:gd name="T34" fmla="*/ 71 w 119"/>
                <a:gd name="T35" fmla="*/ 148 h 193"/>
                <a:gd name="T36" fmla="*/ 90 w 119"/>
                <a:gd name="T37" fmla="*/ 124 h 193"/>
                <a:gd name="T38" fmla="*/ 77 w 119"/>
                <a:gd name="T39" fmla="*/ 118 h 193"/>
                <a:gd name="T40" fmla="*/ 115 w 119"/>
                <a:gd name="T41" fmla="*/ 85 h 193"/>
                <a:gd name="T42" fmla="*/ 37 w 119"/>
                <a:gd name="T43" fmla="*/ 110 h 193"/>
                <a:gd name="T44" fmla="*/ 22 w 119"/>
                <a:gd name="T45" fmla="*/ 110 h 193"/>
                <a:gd name="T46" fmla="*/ 37 w 119"/>
                <a:gd name="T47" fmla="*/ 110 h 193"/>
                <a:gd name="T48" fmla="*/ 38 w 119"/>
                <a:gd name="T49" fmla="*/ 92 h 193"/>
                <a:gd name="T50" fmla="*/ 55 w 119"/>
                <a:gd name="T51" fmla="*/ 70 h 193"/>
                <a:gd name="T52" fmla="*/ 53 w 119"/>
                <a:gd name="T53" fmla="*/ 65 h 193"/>
                <a:gd name="T54" fmla="*/ 58 w 119"/>
                <a:gd name="T55" fmla="*/ 62 h 193"/>
                <a:gd name="T56" fmla="*/ 67 w 119"/>
                <a:gd name="T57" fmla="*/ 89 h 193"/>
                <a:gd name="T58" fmla="*/ 71 w 119"/>
                <a:gd name="T59" fmla="*/ 87 h 193"/>
                <a:gd name="T60" fmla="*/ 64 w 119"/>
                <a:gd name="T61" fmla="*/ 80 h 193"/>
                <a:gd name="T62" fmla="*/ 76 w 119"/>
                <a:gd name="T63" fmla="*/ 74 h 193"/>
                <a:gd name="T64" fmla="*/ 56 w 119"/>
                <a:gd name="T65" fmla="*/ 174 h 193"/>
                <a:gd name="T66" fmla="*/ 58 w 119"/>
                <a:gd name="T67" fmla="*/ 14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9" h="193">
                  <a:moveTo>
                    <a:pt x="96" y="77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9" y="36"/>
                    <a:pt x="118" y="30"/>
                    <a:pt x="113" y="24"/>
                  </a:cubicBezTo>
                  <a:cubicBezTo>
                    <a:pt x="112" y="15"/>
                    <a:pt x="104" y="36"/>
                    <a:pt x="88" y="42"/>
                  </a:cubicBezTo>
                  <a:cubicBezTo>
                    <a:pt x="93" y="51"/>
                    <a:pt x="97" y="49"/>
                    <a:pt x="100" y="45"/>
                  </a:cubicBezTo>
                  <a:cubicBezTo>
                    <a:pt x="102" y="55"/>
                    <a:pt x="92" y="64"/>
                    <a:pt x="88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15"/>
                    <a:pt x="90" y="0"/>
                    <a:pt x="88" y="4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6" y="15"/>
                    <a:pt x="72" y="36"/>
                    <a:pt x="58" y="44"/>
                  </a:cubicBezTo>
                  <a:cubicBezTo>
                    <a:pt x="51" y="34"/>
                    <a:pt x="39" y="17"/>
                    <a:pt x="36" y="2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7"/>
                    <a:pt x="39" y="47"/>
                    <a:pt x="44" y="59"/>
                  </a:cubicBezTo>
                  <a:cubicBezTo>
                    <a:pt x="43" y="65"/>
                    <a:pt x="40" y="69"/>
                    <a:pt x="34" y="71"/>
                  </a:cubicBezTo>
                  <a:cubicBezTo>
                    <a:pt x="28" y="60"/>
                    <a:pt x="22" y="49"/>
                    <a:pt x="15" y="55"/>
                  </a:cubicBezTo>
                  <a:cubicBezTo>
                    <a:pt x="16" y="54"/>
                    <a:pt x="23" y="71"/>
                    <a:pt x="28" y="87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2"/>
                    <a:pt x="5" y="138"/>
                    <a:pt x="22" y="135"/>
                  </a:cubicBezTo>
                  <a:cubicBezTo>
                    <a:pt x="31" y="124"/>
                    <a:pt x="34" y="114"/>
                    <a:pt x="54" y="104"/>
                  </a:cubicBezTo>
                  <a:cubicBezTo>
                    <a:pt x="68" y="88"/>
                    <a:pt x="91" y="90"/>
                    <a:pt x="93" y="83"/>
                  </a:cubicBezTo>
                  <a:cubicBezTo>
                    <a:pt x="103" y="92"/>
                    <a:pt x="84" y="98"/>
                    <a:pt x="79" y="104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1" y="113"/>
                    <a:pt x="50" y="114"/>
                    <a:pt x="54" y="121"/>
                  </a:cubicBezTo>
                  <a:cubicBezTo>
                    <a:pt x="67" y="121"/>
                    <a:pt x="67" y="121"/>
                    <a:pt x="67" y="121"/>
                  </a:cubicBezTo>
                  <a:cubicBezTo>
                    <a:pt x="65" y="127"/>
                    <a:pt x="65" y="127"/>
                    <a:pt x="65" y="127"/>
                  </a:cubicBezTo>
                  <a:cubicBezTo>
                    <a:pt x="54" y="136"/>
                    <a:pt x="1" y="145"/>
                    <a:pt x="8" y="15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26" y="163"/>
                    <a:pt x="40" y="176"/>
                    <a:pt x="49" y="185"/>
                  </a:cubicBezTo>
                  <a:cubicBezTo>
                    <a:pt x="51" y="192"/>
                    <a:pt x="58" y="193"/>
                    <a:pt x="70" y="182"/>
                  </a:cubicBezTo>
                  <a:cubicBezTo>
                    <a:pt x="71" y="148"/>
                    <a:pt x="71" y="148"/>
                    <a:pt x="71" y="148"/>
                  </a:cubicBezTo>
                  <a:cubicBezTo>
                    <a:pt x="81" y="146"/>
                    <a:pt x="93" y="149"/>
                    <a:pt x="101" y="141"/>
                  </a:cubicBezTo>
                  <a:cubicBezTo>
                    <a:pt x="101" y="129"/>
                    <a:pt x="97" y="124"/>
                    <a:pt x="90" y="124"/>
                  </a:cubicBezTo>
                  <a:cubicBezTo>
                    <a:pt x="72" y="128"/>
                    <a:pt x="72" y="128"/>
                    <a:pt x="72" y="128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84" y="107"/>
                    <a:pt x="93" y="95"/>
                    <a:pt x="107" y="94"/>
                  </a:cubicBezTo>
                  <a:cubicBezTo>
                    <a:pt x="112" y="92"/>
                    <a:pt x="115" y="91"/>
                    <a:pt x="115" y="85"/>
                  </a:cubicBezTo>
                  <a:cubicBezTo>
                    <a:pt x="112" y="79"/>
                    <a:pt x="107" y="73"/>
                    <a:pt x="96" y="77"/>
                  </a:cubicBezTo>
                  <a:close/>
                  <a:moveTo>
                    <a:pt x="37" y="110"/>
                  </a:moveTo>
                  <a:cubicBezTo>
                    <a:pt x="24" y="121"/>
                    <a:pt x="24" y="121"/>
                    <a:pt x="24" y="121"/>
                  </a:cubicBezTo>
                  <a:cubicBezTo>
                    <a:pt x="17" y="123"/>
                    <a:pt x="16" y="111"/>
                    <a:pt x="22" y="110"/>
                  </a:cubicBezTo>
                  <a:cubicBezTo>
                    <a:pt x="28" y="108"/>
                    <a:pt x="39" y="89"/>
                    <a:pt x="53" y="92"/>
                  </a:cubicBezTo>
                  <a:cubicBezTo>
                    <a:pt x="56" y="97"/>
                    <a:pt x="41" y="102"/>
                    <a:pt x="37" y="110"/>
                  </a:cubicBezTo>
                  <a:close/>
                  <a:moveTo>
                    <a:pt x="50" y="79"/>
                  </a:moveTo>
                  <a:cubicBezTo>
                    <a:pt x="38" y="92"/>
                    <a:pt x="38" y="92"/>
                    <a:pt x="38" y="92"/>
                  </a:cubicBezTo>
                  <a:cubicBezTo>
                    <a:pt x="30" y="93"/>
                    <a:pt x="29" y="81"/>
                    <a:pt x="35" y="79"/>
                  </a:cubicBezTo>
                  <a:cubicBezTo>
                    <a:pt x="42" y="76"/>
                    <a:pt x="51" y="69"/>
                    <a:pt x="55" y="70"/>
                  </a:cubicBezTo>
                  <a:lnTo>
                    <a:pt x="50" y="79"/>
                  </a:lnTo>
                  <a:close/>
                  <a:moveTo>
                    <a:pt x="53" y="65"/>
                  </a:moveTo>
                  <a:cubicBezTo>
                    <a:pt x="50" y="64"/>
                    <a:pt x="53" y="60"/>
                    <a:pt x="54" y="57"/>
                  </a:cubicBezTo>
                  <a:cubicBezTo>
                    <a:pt x="55" y="56"/>
                    <a:pt x="57" y="60"/>
                    <a:pt x="58" y="62"/>
                  </a:cubicBezTo>
                  <a:cubicBezTo>
                    <a:pt x="56" y="61"/>
                    <a:pt x="56" y="64"/>
                    <a:pt x="53" y="65"/>
                  </a:cubicBezTo>
                  <a:close/>
                  <a:moveTo>
                    <a:pt x="67" y="89"/>
                  </a:moveTo>
                  <a:cubicBezTo>
                    <a:pt x="66" y="89"/>
                    <a:pt x="67" y="86"/>
                    <a:pt x="68" y="84"/>
                  </a:cubicBezTo>
                  <a:cubicBezTo>
                    <a:pt x="69" y="83"/>
                    <a:pt x="70" y="86"/>
                    <a:pt x="71" y="87"/>
                  </a:cubicBezTo>
                  <a:cubicBezTo>
                    <a:pt x="69" y="87"/>
                    <a:pt x="69" y="89"/>
                    <a:pt x="67" y="89"/>
                  </a:cubicBezTo>
                  <a:close/>
                  <a:moveTo>
                    <a:pt x="64" y="80"/>
                  </a:moveTo>
                  <a:cubicBezTo>
                    <a:pt x="59" y="79"/>
                    <a:pt x="66" y="70"/>
                    <a:pt x="66" y="64"/>
                  </a:cubicBezTo>
                  <a:cubicBezTo>
                    <a:pt x="70" y="61"/>
                    <a:pt x="73" y="70"/>
                    <a:pt x="76" y="74"/>
                  </a:cubicBezTo>
                  <a:cubicBezTo>
                    <a:pt x="71" y="73"/>
                    <a:pt x="71" y="80"/>
                    <a:pt x="64" y="80"/>
                  </a:cubicBezTo>
                  <a:close/>
                  <a:moveTo>
                    <a:pt x="56" y="174"/>
                  </a:moveTo>
                  <a:cubicBezTo>
                    <a:pt x="54" y="172"/>
                    <a:pt x="38" y="170"/>
                    <a:pt x="29" y="162"/>
                  </a:cubicBezTo>
                  <a:cubicBezTo>
                    <a:pt x="24" y="152"/>
                    <a:pt x="57" y="142"/>
                    <a:pt x="58" y="149"/>
                  </a:cubicBezTo>
                  <a:cubicBezTo>
                    <a:pt x="62" y="134"/>
                    <a:pt x="63" y="174"/>
                    <a:pt x="56" y="1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5" name="iŝlïďè"/>
            <p:cNvSpPr/>
            <p:nvPr/>
          </p:nvSpPr>
          <p:spPr bwMode="auto">
            <a:xfrm>
              <a:off x="9964450" y="481372"/>
              <a:ext cx="457554" cy="462884"/>
            </a:xfrm>
            <a:custGeom>
              <a:avLst/>
              <a:gdLst>
                <a:gd name="T0" fmla="*/ 140 w 272"/>
                <a:gd name="T1" fmla="*/ 264 h 273"/>
                <a:gd name="T2" fmla="*/ 152 w 272"/>
                <a:gd name="T3" fmla="*/ 246 h 273"/>
                <a:gd name="T4" fmla="*/ 108 w 272"/>
                <a:gd name="T5" fmla="*/ 252 h 273"/>
                <a:gd name="T6" fmla="*/ 116 w 272"/>
                <a:gd name="T7" fmla="*/ 250 h 273"/>
                <a:gd name="T8" fmla="*/ 91 w 272"/>
                <a:gd name="T9" fmla="*/ 259 h 273"/>
                <a:gd name="T10" fmla="*/ 183 w 272"/>
                <a:gd name="T11" fmla="*/ 239 h 273"/>
                <a:gd name="T12" fmla="*/ 201 w 272"/>
                <a:gd name="T13" fmla="*/ 231 h 273"/>
                <a:gd name="T14" fmla="*/ 193 w 272"/>
                <a:gd name="T15" fmla="*/ 236 h 273"/>
                <a:gd name="T16" fmla="*/ 220 w 272"/>
                <a:gd name="T17" fmla="*/ 227 h 273"/>
                <a:gd name="T18" fmla="*/ 217 w 272"/>
                <a:gd name="T19" fmla="*/ 227 h 273"/>
                <a:gd name="T20" fmla="*/ 48 w 272"/>
                <a:gd name="T21" fmla="*/ 225 h 273"/>
                <a:gd name="T22" fmla="*/ 216 w 272"/>
                <a:gd name="T23" fmla="*/ 215 h 273"/>
                <a:gd name="T24" fmla="*/ 236 w 272"/>
                <a:gd name="T25" fmla="*/ 219 h 273"/>
                <a:gd name="T26" fmla="*/ 224 w 272"/>
                <a:gd name="T27" fmla="*/ 203 h 273"/>
                <a:gd name="T28" fmla="*/ 48 w 272"/>
                <a:gd name="T29" fmla="*/ 197 h 273"/>
                <a:gd name="T30" fmla="*/ 31 w 272"/>
                <a:gd name="T31" fmla="*/ 184 h 273"/>
                <a:gd name="T32" fmla="*/ 39 w 272"/>
                <a:gd name="T33" fmla="*/ 176 h 273"/>
                <a:gd name="T34" fmla="*/ 251 w 272"/>
                <a:gd name="T35" fmla="*/ 181 h 273"/>
                <a:gd name="T36" fmla="*/ 64 w 272"/>
                <a:gd name="T37" fmla="*/ 65 h 273"/>
                <a:gd name="T38" fmla="*/ 35 w 272"/>
                <a:gd name="T39" fmla="*/ 134 h 273"/>
                <a:gd name="T40" fmla="*/ 28 w 272"/>
                <a:gd name="T41" fmla="*/ 131 h 273"/>
                <a:gd name="T42" fmla="*/ 12 w 272"/>
                <a:gd name="T43" fmla="*/ 123 h 273"/>
                <a:gd name="T44" fmla="*/ 258 w 272"/>
                <a:gd name="T45" fmla="*/ 115 h 273"/>
                <a:gd name="T46" fmla="*/ 262 w 272"/>
                <a:gd name="T47" fmla="*/ 125 h 273"/>
                <a:gd name="T48" fmla="*/ 245 w 272"/>
                <a:gd name="T49" fmla="*/ 113 h 273"/>
                <a:gd name="T50" fmla="*/ 23 w 272"/>
                <a:gd name="T51" fmla="*/ 99 h 273"/>
                <a:gd name="T52" fmla="*/ 16 w 272"/>
                <a:gd name="T53" fmla="*/ 121 h 273"/>
                <a:gd name="T54" fmla="*/ 22 w 272"/>
                <a:gd name="T55" fmla="*/ 147 h 273"/>
                <a:gd name="T56" fmla="*/ 22 w 272"/>
                <a:gd name="T57" fmla="*/ 144 h 273"/>
                <a:gd name="T58" fmla="*/ 22 w 272"/>
                <a:gd name="T59" fmla="*/ 114 h 273"/>
                <a:gd name="T60" fmla="*/ 36 w 272"/>
                <a:gd name="T61" fmla="*/ 89 h 273"/>
                <a:gd name="T62" fmla="*/ 27 w 272"/>
                <a:gd name="T63" fmla="*/ 92 h 273"/>
                <a:gd name="T64" fmla="*/ 252 w 272"/>
                <a:gd name="T65" fmla="*/ 76 h 273"/>
                <a:gd name="T66" fmla="*/ 239 w 272"/>
                <a:gd name="T67" fmla="*/ 82 h 273"/>
                <a:gd name="T68" fmla="*/ 25 w 272"/>
                <a:gd name="T69" fmla="*/ 76 h 273"/>
                <a:gd name="T70" fmla="*/ 39 w 272"/>
                <a:gd name="T71" fmla="*/ 70 h 273"/>
                <a:gd name="T72" fmla="*/ 42 w 272"/>
                <a:gd name="T73" fmla="*/ 84 h 273"/>
                <a:gd name="T74" fmla="*/ 37 w 272"/>
                <a:gd name="T75" fmla="*/ 60 h 273"/>
                <a:gd name="T76" fmla="*/ 45 w 272"/>
                <a:gd name="T77" fmla="*/ 57 h 273"/>
                <a:gd name="T78" fmla="*/ 57 w 272"/>
                <a:gd name="T79" fmla="*/ 54 h 273"/>
                <a:gd name="T80" fmla="*/ 50 w 272"/>
                <a:gd name="T81" fmla="*/ 44 h 273"/>
                <a:gd name="T82" fmla="*/ 211 w 272"/>
                <a:gd name="T83" fmla="*/ 48 h 273"/>
                <a:gd name="T84" fmla="*/ 217 w 272"/>
                <a:gd name="T85" fmla="*/ 48 h 273"/>
                <a:gd name="T86" fmla="*/ 215 w 272"/>
                <a:gd name="T87" fmla="*/ 40 h 273"/>
                <a:gd name="T88" fmla="*/ 88 w 272"/>
                <a:gd name="T89" fmla="*/ 38 h 273"/>
                <a:gd name="T90" fmla="*/ 210 w 272"/>
                <a:gd name="T91" fmla="*/ 44 h 273"/>
                <a:gd name="T92" fmla="*/ 60 w 272"/>
                <a:gd name="T93" fmla="*/ 37 h 273"/>
                <a:gd name="T94" fmla="*/ 65 w 272"/>
                <a:gd name="T95" fmla="*/ 35 h 273"/>
                <a:gd name="T96" fmla="*/ 62 w 272"/>
                <a:gd name="T97" fmla="*/ 45 h 273"/>
                <a:gd name="T98" fmla="*/ 171 w 272"/>
                <a:gd name="T99" fmla="*/ 23 h 273"/>
                <a:gd name="T100" fmla="*/ 108 w 272"/>
                <a:gd name="T101" fmla="*/ 20 h 273"/>
                <a:gd name="T102" fmla="*/ 78 w 272"/>
                <a:gd name="T103" fmla="*/ 30 h 273"/>
                <a:gd name="T104" fmla="*/ 89 w 272"/>
                <a:gd name="T105" fmla="*/ 32 h 273"/>
                <a:gd name="T106" fmla="*/ 115 w 272"/>
                <a:gd name="T107" fmla="*/ 16 h 273"/>
                <a:gd name="T108" fmla="*/ 162 w 272"/>
                <a:gd name="T109" fmla="*/ 19 h 273"/>
                <a:gd name="T110" fmla="*/ 157 w 272"/>
                <a:gd name="T111" fmla="*/ 34 h 273"/>
                <a:gd name="T112" fmla="*/ 175 w 272"/>
                <a:gd name="T113" fmla="*/ 30 h 273"/>
                <a:gd name="T114" fmla="*/ 168 w 272"/>
                <a:gd name="T115" fmla="*/ 21 h 273"/>
                <a:gd name="T116" fmla="*/ 108 w 272"/>
                <a:gd name="T117" fmla="*/ 15 h 273"/>
                <a:gd name="T118" fmla="*/ 178 w 272"/>
                <a:gd name="T119" fmla="*/ 12 h 273"/>
                <a:gd name="T120" fmla="*/ 136 w 272"/>
                <a:gd name="T121" fmla="*/ 273 h 273"/>
                <a:gd name="T122" fmla="*/ 0 w 272"/>
                <a:gd name="T123" fmla="*/ 132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2" h="273">
                  <a:moveTo>
                    <a:pt x="144" y="258"/>
                  </a:moveTo>
                  <a:cubicBezTo>
                    <a:pt x="144" y="247"/>
                    <a:pt x="144" y="247"/>
                    <a:pt x="144" y="247"/>
                  </a:cubicBezTo>
                  <a:cubicBezTo>
                    <a:pt x="148" y="247"/>
                    <a:pt x="148" y="247"/>
                    <a:pt x="148" y="247"/>
                  </a:cubicBezTo>
                  <a:cubicBezTo>
                    <a:pt x="148" y="262"/>
                    <a:pt x="148" y="262"/>
                    <a:pt x="148" y="262"/>
                  </a:cubicBezTo>
                  <a:cubicBezTo>
                    <a:pt x="148" y="265"/>
                    <a:pt x="145" y="268"/>
                    <a:pt x="142" y="268"/>
                  </a:cubicBezTo>
                  <a:cubicBezTo>
                    <a:pt x="139" y="268"/>
                    <a:pt x="139" y="268"/>
                    <a:pt x="139" y="268"/>
                  </a:cubicBezTo>
                  <a:cubicBezTo>
                    <a:pt x="135" y="268"/>
                    <a:pt x="133" y="264"/>
                    <a:pt x="133" y="260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137" y="247"/>
                    <a:pt x="137" y="247"/>
                    <a:pt x="137" y="247"/>
                  </a:cubicBezTo>
                  <a:cubicBezTo>
                    <a:pt x="137" y="262"/>
                    <a:pt x="137" y="262"/>
                    <a:pt x="137" y="262"/>
                  </a:cubicBezTo>
                  <a:cubicBezTo>
                    <a:pt x="138" y="263"/>
                    <a:pt x="138" y="264"/>
                    <a:pt x="140" y="264"/>
                  </a:cubicBezTo>
                  <a:cubicBezTo>
                    <a:pt x="142" y="264"/>
                    <a:pt x="142" y="264"/>
                    <a:pt x="142" y="264"/>
                  </a:cubicBezTo>
                  <a:cubicBezTo>
                    <a:pt x="143" y="264"/>
                    <a:pt x="143" y="264"/>
                    <a:pt x="144" y="263"/>
                  </a:cubicBezTo>
                  <a:cubicBezTo>
                    <a:pt x="144" y="258"/>
                    <a:pt x="144" y="258"/>
                    <a:pt x="144" y="258"/>
                  </a:cubicBezTo>
                  <a:close/>
                  <a:moveTo>
                    <a:pt x="168" y="264"/>
                  </a:moveTo>
                  <a:cubicBezTo>
                    <a:pt x="165" y="265"/>
                    <a:pt x="165" y="265"/>
                    <a:pt x="165" y="265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54" y="267"/>
                    <a:pt x="154" y="267"/>
                    <a:pt x="154" y="267"/>
                  </a:cubicBezTo>
                  <a:cubicBezTo>
                    <a:pt x="150" y="247"/>
                    <a:pt x="150" y="247"/>
                    <a:pt x="150" y="247"/>
                  </a:cubicBezTo>
                  <a:cubicBezTo>
                    <a:pt x="151" y="246"/>
                    <a:pt x="151" y="246"/>
                    <a:pt x="152" y="246"/>
                  </a:cubicBezTo>
                  <a:cubicBezTo>
                    <a:pt x="153" y="246"/>
                    <a:pt x="153" y="246"/>
                    <a:pt x="153" y="246"/>
                  </a:cubicBezTo>
                  <a:cubicBezTo>
                    <a:pt x="155" y="246"/>
                    <a:pt x="160" y="256"/>
                    <a:pt x="163" y="258"/>
                  </a:cubicBezTo>
                  <a:cubicBezTo>
                    <a:pt x="163" y="255"/>
                    <a:pt x="162" y="250"/>
                    <a:pt x="162" y="248"/>
                  </a:cubicBezTo>
                  <a:cubicBezTo>
                    <a:pt x="160" y="242"/>
                    <a:pt x="165" y="243"/>
                    <a:pt x="165" y="246"/>
                  </a:cubicBezTo>
                  <a:cubicBezTo>
                    <a:pt x="166" y="251"/>
                    <a:pt x="168" y="260"/>
                    <a:pt x="168" y="264"/>
                  </a:cubicBezTo>
                  <a:close/>
                  <a:moveTo>
                    <a:pt x="102" y="254"/>
                  </a:moveTo>
                  <a:cubicBezTo>
                    <a:pt x="102" y="255"/>
                    <a:pt x="102" y="255"/>
                    <a:pt x="102" y="255"/>
                  </a:cubicBezTo>
                  <a:cubicBezTo>
                    <a:pt x="102" y="258"/>
                    <a:pt x="104" y="260"/>
                    <a:pt x="107" y="260"/>
                  </a:cubicBezTo>
                  <a:cubicBezTo>
                    <a:pt x="109" y="260"/>
                    <a:pt x="110" y="259"/>
                    <a:pt x="111" y="257"/>
                  </a:cubicBezTo>
                  <a:cubicBezTo>
                    <a:pt x="107" y="256"/>
                    <a:pt x="107" y="256"/>
                    <a:pt x="107" y="256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2" y="265"/>
                    <a:pt x="112" y="265"/>
                    <a:pt x="112" y="265"/>
                  </a:cubicBezTo>
                  <a:cubicBezTo>
                    <a:pt x="110" y="265"/>
                    <a:pt x="110" y="265"/>
                    <a:pt x="110" y="265"/>
                  </a:cubicBezTo>
                  <a:cubicBezTo>
                    <a:pt x="110" y="262"/>
                    <a:pt x="110" y="262"/>
                    <a:pt x="110" y="262"/>
                  </a:cubicBezTo>
                  <a:cubicBezTo>
                    <a:pt x="109" y="263"/>
                    <a:pt x="108" y="264"/>
                    <a:pt x="106" y="264"/>
                  </a:cubicBezTo>
                  <a:cubicBezTo>
                    <a:pt x="106" y="264"/>
                    <a:pt x="106" y="264"/>
                    <a:pt x="106" y="264"/>
                  </a:cubicBezTo>
                  <a:cubicBezTo>
                    <a:pt x="102" y="264"/>
                    <a:pt x="98" y="260"/>
                    <a:pt x="98" y="256"/>
                  </a:cubicBezTo>
                  <a:cubicBezTo>
                    <a:pt x="98" y="254"/>
                    <a:pt x="98" y="254"/>
                    <a:pt x="98" y="254"/>
                  </a:cubicBezTo>
                  <a:cubicBezTo>
                    <a:pt x="98" y="249"/>
                    <a:pt x="102" y="243"/>
                    <a:pt x="107" y="243"/>
                  </a:cubicBezTo>
                  <a:cubicBezTo>
                    <a:pt x="109" y="243"/>
                    <a:pt x="109" y="243"/>
                    <a:pt x="109" y="243"/>
                  </a:cubicBezTo>
                  <a:cubicBezTo>
                    <a:pt x="112" y="243"/>
                    <a:pt x="116" y="246"/>
                    <a:pt x="116" y="250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49"/>
                    <a:pt x="112" y="249"/>
                    <a:pt x="112" y="249"/>
                  </a:cubicBezTo>
                  <a:cubicBezTo>
                    <a:pt x="112" y="248"/>
                    <a:pt x="110" y="246"/>
                    <a:pt x="108" y="246"/>
                  </a:cubicBezTo>
                  <a:cubicBezTo>
                    <a:pt x="105" y="246"/>
                    <a:pt x="102" y="251"/>
                    <a:pt x="102" y="254"/>
                  </a:cubicBezTo>
                  <a:close/>
                  <a:moveTo>
                    <a:pt x="167" y="243"/>
                  </a:moveTo>
                  <a:cubicBezTo>
                    <a:pt x="173" y="262"/>
                    <a:pt x="173" y="262"/>
                    <a:pt x="173" y="262"/>
                  </a:cubicBezTo>
                  <a:cubicBezTo>
                    <a:pt x="177" y="262"/>
                    <a:pt x="177" y="262"/>
                    <a:pt x="177" y="262"/>
                  </a:cubicBezTo>
                  <a:cubicBezTo>
                    <a:pt x="171" y="242"/>
                    <a:pt x="171" y="242"/>
                    <a:pt x="171" y="242"/>
                  </a:cubicBezTo>
                  <a:cubicBezTo>
                    <a:pt x="167" y="243"/>
                    <a:pt x="167" y="243"/>
                    <a:pt x="167" y="243"/>
                  </a:cubicBezTo>
                  <a:close/>
                  <a:moveTo>
                    <a:pt x="91" y="259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6" y="239"/>
                    <a:pt x="96" y="239"/>
                    <a:pt x="96" y="239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0" y="236"/>
                    <a:pt x="90" y="236"/>
                    <a:pt x="90" y="236"/>
                  </a:cubicBezTo>
                  <a:cubicBezTo>
                    <a:pt x="90" y="236"/>
                    <a:pt x="87" y="234"/>
                    <a:pt x="87" y="234"/>
                  </a:cubicBezTo>
                  <a:cubicBezTo>
                    <a:pt x="86" y="234"/>
                    <a:pt x="78" y="251"/>
                    <a:pt x="78" y="253"/>
                  </a:cubicBezTo>
                  <a:cubicBezTo>
                    <a:pt x="79" y="253"/>
                    <a:pt x="80" y="254"/>
                    <a:pt x="81" y="254"/>
                  </a:cubicBezTo>
                  <a:cubicBezTo>
                    <a:pt x="82" y="254"/>
                    <a:pt x="86" y="243"/>
                    <a:pt x="87" y="242"/>
                  </a:cubicBezTo>
                  <a:cubicBezTo>
                    <a:pt x="88" y="258"/>
                    <a:pt x="88" y="258"/>
                    <a:pt x="88" y="258"/>
                  </a:cubicBezTo>
                  <a:cubicBezTo>
                    <a:pt x="91" y="259"/>
                    <a:pt x="91" y="259"/>
                    <a:pt x="91" y="259"/>
                  </a:cubicBezTo>
                  <a:close/>
                  <a:moveTo>
                    <a:pt x="183" y="239"/>
                  </a:moveTo>
                  <a:cubicBezTo>
                    <a:pt x="183" y="238"/>
                    <a:pt x="183" y="238"/>
                    <a:pt x="183" y="238"/>
                  </a:cubicBezTo>
                  <a:cubicBezTo>
                    <a:pt x="183" y="237"/>
                    <a:pt x="185" y="236"/>
                    <a:pt x="187" y="236"/>
                  </a:cubicBezTo>
                  <a:cubicBezTo>
                    <a:pt x="189" y="257"/>
                    <a:pt x="189" y="257"/>
                    <a:pt x="189" y="257"/>
                  </a:cubicBezTo>
                  <a:cubicBezTo>
                    <a:pt x="189" y="257"/>
                    <a:pt x="188" y="258"/>
                    <a:pt x="187" y="258"/>
                  </a:cubicBezTo>
                  <a:cubicBezTo>
                    <a:pt x="186" y="258"/>
                    <a:pt x="186" y="258"/>
                    <a:pt x="186" y="258"/>
                  </a:cubicBezTo>
                  <a:cubicBezTo>
                    <a:pt x="185" y="258"/>
                    <a:pt x="173" y="244"/>
                    <a:pt x="172" y="242"/>
                  </a:cubicBezTo>
                  <a:cubicBezTo>
                    <a:pt x="176" y="240"/>
                    <a:pt x="176" y="240"/>
                    <a:pt x="176" y="240"/>
                  </a:cubicBezTo>
                  <a:cubicBezTo>
                    <a:pt x="185" y="252"/>
                    <a:pt x="185" y="252"/>
                    <a:pt x="185" y="252"/>
                  </a:cubicBezTo>
                  <a:cubicBezTo>
                    <a:pt x="183" y="239"/>
                    <a:pt x="183" y="239"/>
                    <a:pt x="183" y="239"/>
                  </a:cubicBezTo>
                  <a:close/>
                  <a:moveTo>
                    <a:pt x="193" y="236"/>
                  </a:moveTo>
                  <a:cubicBezTo>
                    <a:pt x="201" y="231"/>
                    <a:pt x="201" y="231"/>
                    <a:pt x="201" y="231"/>
                  </a:cubicBezTo>
                  <a:cubicBezTo>
                    <a:pt x="201" y="230"/>
                    <a:pt x="200" y="228"/>
                    <a:pt x="198" y="228"/>
                  </a:cubicBezTo>
                  <a:cubicBezTo>
                    <a:pt x="198" y="228"/>
                    <a:pt x="188" y="234"/>
                    <a:pt x="188" y="235"/>
                  </a:cubicBezTo>
                  <a:cubicBezTo>
                    <a:pt x="198" y="253"/>
                    <a:pt x="198" y="253"/>
                    <a:pt x="198" y="253"/>
                  </a:cubicBezTo>
                  <a:cubicBezTo>
                    <a:pt x="210" y="245"/>
                    <a:pt x="210" y="245"/>
                    <a:pt x="210" y="245"/>
                  </a:cubicBezTo>
                  <a:cubicBezTo>
                    <a:pt x="208" y="242"/>
                    <a:pt x="208" y="242"/>
                    <a:pt x="208" y="242"/>
                  </a:cubicBezTo>
                  <a:cubicBezTo>
                    <a:pt x="200" y="247"/>
                    <a:pt x="200" y="247"/>
                    <a:pt x="200" y="247"/>
                  </a:cubicBezTo>
                  <a:cubicBezTo>
                    <a:pt x="197" y="243"/>
                    <a:pt x="197" y="243"/>
                    <a:pt x="197" y="243"/>
                  </a:cubicBezTo>
                  <a:cubicBezTo>
                    <a:pt x="204" y="238"/>
                    <a:pt x="204" y="238"/>
                    <a:pt x="204" y="238"/>
                  </a:cubicBezTo>
                  <a:cubicBezTo>
                    <a:pt x="203" y="235"/>
                    <a:pt x="203" y="235"/>
                    <a:pt x="203" y="235"/>
                  </a:cubicBezTo>
                  <a:cubicBezTo>
                    <a:pt x="195" y="240"/>
                    <a:pt x="195" y="240"/>
                    <a:pt x="195" y="240"/>
                  </a:cubicBezTo>
                  <a:cubicBezTo>
                    <a:pt x="193" y="236"/>
                    <a:pt x="193" y="236"/>
                    <a:pt x="193" y="236"/>
                  </a:cubicBezTo>
                  <a:close/>
                  <a:moveTo>
                    <a:pt x="74" y="250"/>
                  </a:moveTo>
                  <a:cubicBezTo>
                    <a:pt x="73" y="250"/>
                    <a:pt x="70" y="249"/>
                    <a:pt x="70" y="248"/>
                  </a:cubicBezTo>
                  <a:cubicBezTo>
                    <a:pt x="70" y="248"/>
                    <a:pt x="72" y="245"/>
                    <a:pt x="72" y="244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60" y="241"/>
                    <a:pt x="60" y="241"/>
                    <a:pt x="60" y="241"/>
                  </a:cubicBezTo>
                  <a:cubicBezTo>
                    <a:pt x="77" y="228"/>
                    <a:pt x="77" y="228"/>
                    <a:pt x="77" y="228"/>
                  </a:cubicBezTo>
                  <a:cubicBezTo>
                    <a:pt x="80" y="230"/>
                    <a:pt x="80" y="230"/>
                    <a:pt x="80" y="230"/>
                  </a:cubicBezTo>
                  <a:cubicBezTo>
                    <a:pt x="74" y="250"/>
                    <a:pt x="74" y="250"/>
                    <a:pt x="74" y="250"/>
                  </a:cubicBezTo>
                  <a:close/>
                  <a:moveTo>
                    <a:pt x="217" y="227"/>
                  </a:moveTo>
                  <a:cubicBezTo>
                    <a:pt x="220" y="227"/>
                    <a:pt x="220" y="227"/>
                    <a:pt x="220" y="227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6" y="232"/>
                    <a:pt x="226" y="232"/>
                    <a:pt x="226" y="232"/>
                  </a:cubicBezTo>
                  <a:cubicBezTo>
                    <a:pt x="225" y="233"/>
                    <a:pt x="224" y="235"/>
                    <a:pt x="223" y="235"/>
                  </a:cubicBezTo>
                  <a:cubicBezTo>
                    <a:pt x="221" y="235"/>
                    <a:pt x="219" y="230"/>
                    <a:pt x="217" y="230"/>
                  </a:cubicBezTo>
                  <a:cubicBezTo>
                    <a:pt x="216" y="230"/>
                    <a:pt x="216" y="230"/>
                    <a:pt x="216" y="230"/>
                  </a:cubicBezTo>
                  <a:cubicBezTo>
                    <a:pt x="215" y="230"/>
                    <a:pt x="213" y="233"/>
                    <a:pt x="212" y="234"/>
                  </a:cubicBezTo>
                  <a:cubicBezTo>
                    <a:pt x="217" y="240"/>
                    <a:pt x="217" y="240"/>
                    <a:pt x="217" y="240"/>
                  </a:cubicBezTo>
                  <a:cubicBezTo>
                    <a:pt x="214" y="242"/>
                    <a:pt x="214" y="242"/>
                    <a:pt x="214" y="242"/>
                  </a:cubicBezTo>
                  <a:cubicBezTo>
                    <a:pt x="201" y="227"/>
                    <a:pt x="201" y="227"/>
                    <a:pt x="201" y="227"/>
                  </a:cubicBezTo>
                  <a:cubicBezTo>
                    <a:pt x="202" y="225"/>
                    <a:pt x="209" y="219"/>
                    <a:pt x="212" y="219"/>
                  </a:cubicBezTo>
                  <a:cubicBezTo>
                    <a:pt x="215" y="219"/>
                    <a:pt x="219" y="223"/>
                    <a:pt x="217" y="227"/>
                  </a:cubicBezTo>
                  <a:close/>
                  <a:moveTo>
                    <a:pt x="57" y="238"/>
                  </a:moveTo>
                  <a:cubicBezTo>
                    <a:pt x="70" y="223"/>
                    <a:pt x="70" y="223"/>
                    <a:pt x="70" y="223"/>
                  </a:cubicBezTo>
                  <a:cubicBezTo>
                    <a:pt x="68" y="220"/>
                    <a:pt x="68" y="220"/>
                    <a:pt x="68" y="220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57" y="238"/>
                    <a:pt x="57" y="238"/>
                    <a:pt x="57" y="238"/>
                  </a:cubicBezTo>
                  <a:close/>
                  <a:moveTo>
                    <a:pt x="51" y="231"/>
                  </a:moveTo>
                  <a:cubicBezTo>
                    <a:pt x="53" y="231"/>
                    <a:pt x="64" y="220"/>
                    <a:pt x="65" y="218"/>
                  </a:cubicBezTo>
                  <a:cubicBezTo>
                    <a:pt x="63" y="216"/>
                    <a:pt x="63" y="216"/>
                    <a:pt x="63" y="216"/>
                  </a:cubicBezTo>
                  <a:cubicBezTo>
                    <a:pt x="60" y="218"/>
                    <a:pt x="52" y="227"/>
                    <a:pt x="50" y="227"/>
                  </a:cubicBezTo>
                  <a:cubicBezTo>
                    <a:pt x="49" y="227"/>
                    <a:pt x="48" y="226"/>
                    <a:pt x="48" y="225"/>
                  </a:cubicBezTo>
                  <a:cubicBezTo>
                    <a:pt x="48" y="225"/>
                    <a:pt x="48" y="225"/>
                    <a:pt x="48" y="225"/>
                  </a:cubicBezTo>
                  <a:cubicBezTo>
                    <a:pt x="48" y="223"/>
                    <a:pt x="50" y="222"/>
                    <a:pt x="51" y="221"/>
                  </a:cubicBezTo>
                  <a:cubicBezTo>
                    <a:pt x="48" y="219"/>
                    <a:pt x="48" y="219"/>
                    <a:pt x="48" y="219"/>
                  </a:cubicBezTo>
                  <a:cubicBezTo>
                    <a:pt x="47" y="220"/>
                    <a:pt x="44" y="223"/>
                    <a:pt x="44" y="225"/>
                  </a:cubicBezTo>
                  <a:cubicBezTo>
                    <a:pt x="44" y="227"/>
                    <a:pt x="47" y="231"/>
                    <a:pt x="50" y="231"/>
                  </a:cubicBezTo>
                  <a:cubicBezTo>
                    <a:pt x="51" y="231"/>
                    <a:pt x="51" y="231"/>
                    <a:pt x="51" y="231"/>
                  </a:cubicBezTo>
                  <a:close/>
                  <a:moveTo>
                    <a:pt x="225" y="211"/>
                  </a:moveTo>
                  <a:cubicBezTo>
                    <a:pt x="227" y="209"/>
                    <a:pt x="227" y="209"/>
                    <a:pt x="227" y="209"/>
                  </a:cubicBezTo>
                  <a:cubicBezTo>
                    <a:pt x="226" y="208"/>
                    <a:pt x="225" y="207"/>
                    <a:pt x="223" y="207"/>
                  </a:cubicBezTo>
                  <a:cubicBezTo>
                    <a:pt x="222" y="207"/>
                    <a:pt x="222" y="207"/>
                    <a:pt x="222" y="207"/>
                  </a:cubicBezTo>
                  <a:cubicBezTo>
                    <a:pt x="219" y="207"/>
                    <a:pt x="216" y="212"/>
                    <a:pt x="216" y="215"/>
                  </a:cubicBezTo>
                  <a:cubicBezTo>
                    <a:pt x="216" y="215"/>
                    <a:pt x="216" y="215"/>
                    <a:pt x="216" y="215"/>
                  </a:cubicBezTo>
                  <a:cubicBezTo>
                    <a:pt x="216" y="219"/>
                    <a:pt x="218" y="221"/>
                    <a:pt x="222" y="221"/>
                  </a:cubicBezTo>
                  <a:cubicBezTo>
                    <a:pt x="223" y="221"/>
                    <a:pt x="223" y="221"/>
                    <a:pt x="223" y="221"/>
                  </a:cubicBezTo>
                  <a:cubicBezTo>
                    <a:pt x="224" y="221"/>
                    <a:pt x="229" y="216"/>
                    <a:pt x="231" y="216"/>
                  </a:cubicBezTo>
                  <a:cubicBezTo>
                    <a:pt x="232" y="216"/>
                    <a:pt x="232" y="217"/>
                    <a:pt x="232" y="218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2" y="221"/>
                    <a:pt x="231" y="223"/>
                    <a:pt x="229" y="223"/>
                  </a:cubicBezTo>
                  <a:cubicBezTo>
                    <a:pt x="228" y="223"/>
                    <a:pt x="228" y="223"/>
                    <a:pt x="226" y="223"/>
                  </a:cubicBezTo>
                  <a:cubicBezTo>
                    <a:pt x="224" y="225"/>
                    <a:pt x="224" y="225"/>
                    <a:pt x="224" y="225"/>
                  </a:cubicBezTo>
                  <a:cubicBezTo>
                    <a:pt x="225" y="226"/>
                    <a:pt x="226" y="227"/>
                    <a:pt x="228" y="227"/>
                  </a:cubicBezTo>
                  <a:cubicBezTo>
                    <a:pt x="229" y="227"/>
                    <a:pt x="229" y="227"/>
                    <a:pt x="229" y="227"/>
                  </a:cubicBezTo>
                  <a:cubicBezTo>
                    <a:pt x="232" y="227"/>
                    <a:pt x="236" y="222"/>
                    <a:pt x="236" y="219"/>
                  </a:cubicBezTo>
                  <a:cubicBezTo>
                    <a:pt x="236" y="219"/>
                    <a:pt x="236" y="219"/>
                    <a:pt x="236" y="219"/>
                  </a:cubicBezTo>
                  <a:cubicBezTo>
                    <a:pt x="236" y="216"/>
                    <a:pt x="233" y="212"/>
                    <a:pt x="231" y="212"/>
                  </a:cubicBezTo>
                  <a:cubicBezTo>
                    <a:pt x="227" y="212"/>
                    <a:pt x="223" y="217"/>
                    <a:pt x="222" y="217"/>
                  </a:cubicBezTo>
                  <a:cubicBezTo>
                    <a:pt x="221" y="217"/>
                    <a:pt x="221" y="217"/>
                    <a:pt x="221" y="217"/>
                  </a:cubicBezTo>
                  <a:cubicBezTo>
                    <a:pt x="220" y="217"/>
                    <a:pt x="219" y="216"/>
                    <a:pt x="219" y="215"/>
                  </a:cubicBezTo>
                  <a:cubicBezTo>
                    <a:pt x="219" y="213"/>
                    <a:pt x="220" y="212"/>
                    <a:pt x="222" y="211"/>
                  </a:cubicBezTo>
                  <a:cubicBezTo>
                    <a:pt x="225" y="211"/>
                    <a:pt x="225" y="211"/>
                    <a:pt x="225" y="211"/>
                  </a:cubicBezTo>
                  <a:close/>
                  <a:moveTo>
                    <a:pt x="226" y="199"/>
                  </a:moveTo>
                  <a:cubicBezTo>
                    <a:pt x="243" y="211"/>
                    <a:pt x="243" y="211"/>
                    <a:pt x="243" y="211"/>
                  </a:cubicBezTo>
                  <a:cubicBezTo>
                    <a:pt x="242" y="212"/>
                    <a:pt x="241" y="214"/>
                    <a:pt x="241" y="214"/>
                  </a:cubicBezTo>
                  <a:cubicBezTo>
                    <a:pt x="240" y="214"/>
                    <a:pt x="226" y="204"/>
                    <a:pt x="224" y="203"/>
                  </a:cubicBezTo>
                  <a:cubicBezTo>
                    <a:pt x="226" y="199"/>
                    <a:pt x="226" y="199"/>
                    <a:pt x="226" y="199"/>
                  </a:cubicBezTo>
                  <a:close/>
                  <a:moveTo>
                    <a:pt x="43" y="214"/>
                  </a:moveTo>
                  <a:cubicBezTo>
                    <a:pt x="55" y="206"/>
                    <a:pt x="55" y="206"/>
                    <a:pt x="55" y="206"/>
                  </a:cubicBezTo>
                  <a:cubicBezTo>
                    <a:pt x="56" y="209"/>
                    <a:pt x="56" y="209"/>
                    <a:pt x="56" y="209"/>
                  </a:cubicBezTo>
                  <a:cubicBezTo>
                    <a:pt x="40" y="221"/>
                    <a:pt x="40" y="221"/>
                    <a:pt x="40" y="221"/>
                  </a:cubicBezTo>
                  <a:cubicBezTo>
                    <a:pt x="38" y="218"/>
                    <a:pt x="38" y="218"/>
                    <a:pt x="38" y="218"/>
                  </a:cubicBezTo>
                  <a:cubicBezTo>
                    <a:pt x="44" y="205"/>
                    <a:pt x="44" y="205"/>
                    <a:pt x="44" y="205"/>
                  </a:cubicBezTo>
                  <a:cubicBezTo>
                    <a:pt x="44" y="204"/>
                    <a:pt x="44" y="204"/>
                    <a:pt x="44" y="204"/>
                  </a:cubicBezTo>
                  <a:cubicBezTo>
                    <a:pt x="33" y="212"/>
                    <a:pt x="33" y="212"/>
                    <a:pt x="33" y="212"/>
                  </a:cubicBezTo>
                  <a:cubicBezTo>
                    <a:pt x="31" y="209"/>
                    <a:pt x="31" y="209"/>
                    <a:pt x="31" y="209"/>
                  </a:cubicBezTo>
                  <a:cubicBezTo>
                    <a:pt x="48" y="197"/>
                    <a:pt x="48" y="197"/>
                    <a:pt x="48" y="197"/>
                  </a:cubicBezTo>
                  <a:cubicBezTo>
                    <a:pt x="49" y="197"/>
                    <a:pt x="51" y="200"/>
                    <a:pt x="51" y="200"/>
                  </a:cubicBezTo>
                  <a:cubicBezTo>
                    <a:pt x="51" y="201"/>
                    <a:pt x="44" y="212"/>
                    <a:pt x="43" y="214"/>
                  </a:cubicBezTo>
                  <a:close/>
                  <a:moveTo>
                    <a:pt x="45" y="205"/>
                  </a:moveTo>
                  <a:cubicBezTo>
                    <a:pt x="45" y="204"/>
                    <a:pt x="44" y="205"/>
                    <a:pt x="45" y="205"/>
                  </a:cubicBezTo>
                  <a:close/>
                  <a:moveTo>
                    <a:pt x="45" y="191"/>
                  </a:moveTo>
                  <a:cubicBezTo>
                    <a:pt x="27" y="201"/>
                    <a:pt x="27" y="201"/>
                    <a:pt x="27" y="201"/>
                  </a:cubicBezTo>
                  <a:cubicBezTo>
                    <a:pt x="28" y="202"/>
                    <a:pt x="29" y="204"/>
                    <a:pt x="29" y="204"/>
                  </a:cubicBezTo>
                  <a:cubicBezTo>
                    <a:pt x="31" y="204"/>
                    <a:pt x="43" y="196"/>
                    <a:pt x="47" y="195"/>
                  </a:cubicBezTo>
                  <a:cubicBezTo>
                    <a:pt x="45" y="191"/>
                    <a:pt x="45" y="191"/>
                    <a:pt x="45" y="191"/>
                  </a:cubicBezTo>
                  <a:close/>
                  <a:moveTo>
                    <a:pt x="38" y="176"/>
                  </a:moveTo>
                  <a:cubicBezTo>
                    <a:pt x="31" y="184"/>
                    <a:pt x="31" y="184"/>
                    <a:pt x="31" y="184"/>
                  </a:cubicBezTo>
                  <a:cubicBezTo>
                    <a:pt x="20" y="183"/>
                    <a:pt x="20" y="183"/>
                    <a:pt x="20" y="183"/>
                  </a:cubicBezTo>
                  <a:cubicBezTo>
                    <a:pt x="21" y="187"/>
                    <a:pt x="21" y="187"/>
                    <a:pt x="21" y="187"/>
                  </a:cubicBezTo>
                  <a:cubicBezTo>
                    <a:pt x="28" y="188"/>
                    <a:pt x="28" y="188"/>
                    <a:pt x="28" y="188"/>
                  </a:cubicBezTo>
                  <a:cubicBezTo>
                    <a:pt x="28" y="190"/>
                    <a:pt x="24" y="193"/>
                    <a:pt x="24" y="194"/>
                  </a:cubicBezTo>
                  <a:cubicBezTo>
                    <a:pt x="24" y="194"/>
                    <a:pt x="25" y="197"/>
                    <a:pt x="25" y="198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44" y="189"/>
                    <a:pt x="43" y="186"/>
                    <a:pt x="41" y="186"/>
                  </a:cubicBezTo>
                  <a:cubicBezTo>
                    <a:pt x="36" y="186"/>
                    <a:pt x="36" y="186"/>
                    <a:pt x="36" y="186"/>
                  </a:cubicBezTo>
                  <a:cubicBezTo>
                    <a:pt x="36" y="184"/>
                    <a:pt x="40" y="181"/>
                    <a:pt x="40" y="180"/>
                  </a:cubicBezTo>
                  <a:cubicBezTo>
                    <a:pt x="40" y="180"/>
                    <a:pt x="39" y="177"/>
                    <a:pt x="39" y="176"/>
                  </a:cubicBezTo>
                  <a:cubicBezTo>
                    <a:pt x="38" y="176"/>
                    <a:pt x="38" y="176"/>
                    <a:pt x="38" y="176"/>
                  </a:cubicBezTo>
                  <a:close/>
                  <a:moveTo>
                    <a:pt x="248" y="204"/>
                  </a:moveTo>
                  <a:cubicBezTo>
                    <a:pt x="249" y="200"/>
                    <a:pt x="249" y="200"/>
                    <a:pt x="249" y="200"/>
                  </a:cubicBezTo>
                  <a:cubicBezTo>
                    <a:pt x="234" y="192"/>
                    <a:pt x="234" y="192"/>
                    <a:pt x="234" y="192"/>
                  </a:cubicBezTo>
                  <a:cubicBezTo>
                    <a:pt x="235" y="192"/>
                    <a:pt x="235" y="192"/>
                    <a:pt x="235" y="192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5" y="186"/>
                    <a:pt x="235" y="186"/>
                    <a:pt x="235" y="186"/>
                  </a:cubicBezTo>
                  <a:cubicBezTo>
                    <a:pt x="248" y="185"/>
                    <a:pt x="248" y="185"/>
                    <a:pt x="248" y="185"/>
                  </a:cubicBezTo>
                  <a:cubicBezTo>
                    <a:pt x="248" y="185"/>
                    <a:pt x="254" y="187"/>
                    <a:pt x="255" y="187"/>
                  </a:cubicBezTo>
                  <a:cubicBezTo>
                    <a:pt x="255" y="186"/>
                    <a:pt x="256" y="185"/>
                    <a:pt x="256" y="184"/>
                  </a:cubicBezTo>
                  <a:cubicBezTo>
                    <a:pt x="256" y="183"/>
                    <a:pt x="252" y="182"/>
                    <a:pt x="251" y="181"/>
                  </a:cubicBezTo>
                  <a:cubicBezTo>
                    <a:pt x="248" y="180"/>
                    <a:pt x="249" y="181"/>
                    <a:pt x="246" y="178"/>
                  </a:cubicBezTo>
                  <a:cubicBezTo>
                    <a:pt x="244" y="177"/>
                    <a:pt x="241" y="172"/>
                    <a:pt x="239" y="171"/>
                  </a:cubicBezTo>
                  <a:cubicBezTo>
                    <a:pt x="237" y="175"/>
                    <a:pt x="237" y="175"/>
                    <a:pt x="237" y="175"/>
                  </a:cubicBezTo>
                  <a:cubicBezTo>
                    <a:pt x="245" y="181"/>
                    <a:pt x="245" y="181"/>
                    <a:pt x="245" y="181"/>
                  </a:cubicBezTo>
                  <a:cubicBezTo>
                    <a:pt x="235" y="182"/>
                    <a:pt x="235" y="182"/>
                    <a:pt x="235" y="182"/>
                  </a:cubicBezTo>
                  <a:cubicBezTo>
                    <a:pt x="234" y="183"/>
                    <a:pt x="227" y="199"/>
                    <a:pt x="227" y="199"/>
                  </a:cubicBezTo>
                  <a:cubicBezTo>
                    <a:pt x="227" y="200"/>
                    <a:pt x="229" y="200"/>
                    <a:pt x="230" y="201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48" y="204"/>
                    <a:pt x="248" y="204"/>
                    <a:pt x="248" y="204"/>
                  </a:cubicBezTo>
                  <a:close/>
                  <a:moveTo>
                    <a:pt x="35" y="134"/>
                  </a:moveTo>
                  <a:cubicBezTo>
                    <a:pt x="35" y="106"/>
                    <a:pt x="50" y="80"/>
                    <a:pt x="64" y="65"/>
                  </a:cubicBezTo>
                  <a:cubicBezTo>
                    <a:pt x="72" y="57"/>
                    <a:pt x="80" y="50"/>
                    <a:pt x="92" y="45"/>
                  </a:cubicBezTo>
                  <a:cubicBezTo>
                    <a:pt x="100" y="41"/>
                    <a:pt x="118" y="34"/>
                    <a:pt x="130" y="3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72" y="34"/>
                    <a:pt x="198" y="51"/>
                    <a:pt x="212" y="66"/>
                  </a:cubicBezTo>
                  <a:cubicBezTo>
                    <a:pt x="227" y="81"/>
                    <a:pt x="241" y="107"/>
                    <a:pt x="241" y="137"/>
                  </a:cubicBezTo>
                  <a:cubicBezTo>
                    <a:pt x="241" y="168"/>
                    <a:pt x="227" y="193"/>
                    <a:pt x="211" y="208"/>
                  </a:cubicBezTo>
                  <a:cubicBezTo>
                    <a:pt x="203" y="217"/>
                    <a:pt x="194" y="224"/>
                    <a:pt x="182" y="229"/>
                  </a:cubicBezTo>
                  <a:cubicBezTo>
                    <a:pt x="172" y="234"/>
                    <a:pt x="157" y="239"/>
                    <a:pt x="142" y="239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81" y="239"/>
                    <a:pt x="35" y="193"/>
                    <a:pt x="35" y="138"/>
                  </a:cubicBezTo>
                  <a:cubicBezTo>
                    <a:pt x="35" y="134"/>
                    <a:pt x="35" y="134"/>
                    <a:pt x="35" y="134"/>
                  </a:cubicBezTo>
                  <a:close/>
                  <a:moveTo>
                    <a:pt x="9" y="141"/>
                  </a:moveTo>
                  <a:cubicBezTo>
                    <a:pt x="9" y="141"/>
                    <a:pt x="8" y="140"/>
                    <a:pt x="8" y="140"/>
                  </a:cubicBezTo>
                  <a:cubicBezTo>
                    <a:pt x="8" y="139"/>
                    <a:pt x="9" y="139"/>
                    <a:pt x="9" y="139"/>
                  </a:cubicBezTo>
                  <a:cubicBezTo>
                    <a:pt x="11" y="139"/>
                    <a:pt x="10" y="139"/>
                    <a:pt x="11" y="140"/>
                  </a:cubicBezTo>
                  <a:cubicBezTo>
                    <a:pt x="9" y="141"/>
                    <a:pt x="10" y="141"/>
                    <a:pt x="9" y="141"/>
                  </a:cubicBezTo>
                  <a:close/>
                  <a:moveTo>
                    <a:pt x="9" y="138"/>
                  </a:moveTo>
                  <a:cubicBezTo>
                    <a:pt x="8" y="138"/>
                    <a:pt x="8" y="137"/>
                    <a:pt x="8" y="136"/>
                  </a:cubicBezTo>
                  <a:cubicBezTo>
                    <a:pt x="8" y="136"/>
                    <a:pt x="9" y="136"/>
                    <a:pt x="9" y="136"/>
                  </a:cubicBezTo>
                  <a:cubicBezTo>
                    <a:pt x="10" y="136"/>
                    <a:pt x="10" y="136"/>
                    <a:pt x="10" y="137"/>
                  </a:cubicBezTo>
                  <a:cubicBezTo>
                    <a:pt x="10" y="137"/>
                    <a:pt x="10" y="138"/>
                    <a:pt x="9" y="138"/>
                  </a:cubicBezTo>
                  <a:close/>
                  <a:moveTo>
                    <a:pt x="28" y="131"/>
                  </a:moveTo>
                  <a:cubicBezTo>
                    <a:pt x="27" y="131"/>
                    <a:pt x="27" y="131"/>
                    <a:pt x="26" y="131"/>
                  </a:cubicBezTo>
                  <a:cubicBezTo>
                    <a:pt x="24" y="131"/>
                    <a:pt x="24" y="131"/>
                    <a:pt x="24" y="131"/>
                  </a:cubicBezTo>
                  <a:cubicBezTo>
                    <a:pt x="23" y="131"/>
                    <a:pt x="23" y="131"/>
                    <a:pt x="23" y="131"/>
                  </a:cubicBezTo>
                  <a:cubicBezTo>
                    <a:pt x="23" y="130"/>
                    <a:pt x="23" y="129"/>
                    <a:pt x="25" y="129"/>
                  </a:cubicBezTo>
                  <a:cubicBezTo>
                    <a:pt x="25" y="129"/>
                    <a:pt x="26" y="130"/>
                    <a:pt x="26" y="130"/>
                  </a:cubicBezTo>
                  <a:cubicBezTo>
                    <a:pt x="27" y="130"/>
                    <a:pt x="29" y="129"/>
                    <a:pt x="29" y="130"/>
                  </a:cubicBezTo>
                  <a:cubicBezTo>
                    <a:pt x="29" y="131"/>
                    <a:pt x="28" y="131"/>
                    <a:pt x="28" y="131"/>
                  </a:cubicBezTo>
                  <a:close/>
                  <a:moveTo>
                    <a:pt x="10" y="123"/>
                  </a:moveTo>
                  <a:cubicBezTo>
                    <a:pt x="10" y="123"/>
                    <a:pt x="9" y="122"/>
                    <a:pt x="9" y="122"/>
                  </a:cubicBezTo>
                  <a:cubicBezTo>
                    <a:pt x="9" y="121"/>
                    <a:pt x="10" y="121"/>
                    <a:pt x="10" y="121"/>
                  </a:cubicBezTo>
                  <a:cubicBezTo>
                    <a:pt x="11" y="121"/>
                    <a:pt x="11" y="122"/>
                    <a:pt x="12" y="123"/>
                  </a:cubicBezTo>
                  <a:cubicBezTo>
                    <a:pt x="10" y="123"/>
                    <a:pt x="10" y="123"/>
                    <a:pt x="10" y="123"/>
                  </a:cubicBezTo>
                  <a:close/>
                  <a:moveTo>
                    <a:pt x="10" y="120"/>
                  </a:moveTo>
                  <a:cubicBezTo>
                    <a:pt x="9" y="120"/>
                    <a:pt x="9" y="119"/>
                    <a:pt x="9" y="118"/>
                  </a:cubicBezTo>
                  <a:cubicBezTo>
                    <a:pt x="10" y="118"/>
                    <a:pt x="10" y="118"/>
                    <a:pt x="10" y="118"/>
                  </a:cubicBezTo>
                  <a:cubicBezTo>
                    <a:pt x="11" y="118"/>
                    <a:pt x="12" y="118"/>
                    <a:pt x="12" y="119"/>
                  </a:cubicBezTo>
                  <a:cubicBezTo>
                    <a:pt x="12" y="120"/>
                    <a:pt x="11" y="120"/>
                    <a:pt x="10" y="120"/>
                  </a:cubicBezTo>
                  <a:close/>
                  <a:moveTo>
                    <a:pt x="249" y="112"/>
                  </a:moveTo>
                  <a:cubicBezTo>
                    <a:pt x="249" y="111"/>
                    <a:pt x="249" y="111"/>
                    <a:pt x="249" y="111"/>
                  </a:cubicBezTo>
                  <a:cubicBezTo>
                    <a:pt x="254" y="115"/>
                    <a:pt x="254" y="115"/>
                    <a:pt x="254" y="115"/>
                  </a:cubicBezTo>
                  <a:cubicBezTo>
                    <a:pt x="259" y="112"/>
                    <a:pt x="259" y="112"/>
                    <a:pt x="259" y="112"/>
                  </a:cubicBezTo>
                  <a:cubicBezTo>
                    <a:pt x="258" y="115"/>
                    <a:pt x="258" y="115"/>
                    <a:pt x="258" y="115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65" y="114"/>
                    <a:pt x="265" y="114"/>
                    <a:pt x="265" y="114"/>
                  </a:cubicBezTo>
                  <a:cubicBezTo>
                    <a:pt x="262" y="118"/>
                    <a:pt x="262" y="118"/>
                    <a:pt x="262" y="118"/>
                  </a:cubicBezTo>
                  <a:cubicBezTo>
                    <a:pt x="263" y="119"/>
                    <a:pt x="263" y="119"/>
                    <a:pt x="263" y="119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3" y="121"/>
                    <a:pt x="263" y="121"/>
                    <a:pt x="263" y="121"/>
                  </a:cubicBezTo>
                  <a:cubicBezTo>
                    <a:pt x="263" y="123"/>
                    <a:pt x="263" y="123"/>
                    <a:pt x="263" y="123"/>
                  </a:cubicBezTo>
                  <a:cubicBezTo>
                    <a:pt x="265" y="124"/>
                    <a:pt x="266" y="123"/>
                    <a:pt x="266" y="126"/>
                  </a:cubicBezTo>
                  <a:cubicBezTo>
                    <a:pt x="264" y="126"/>
                    <a:pt x="264" y="126"/>
                    <a:pt x="264" y="126"/>
                  </a:cubicBezTo>
                  <a:cubicBezTo>
                    <a:pt x="263" y="126"/>
                    <a:pt x="263" y="125"/>
                    <a:pt x="262" y="125"/>
                  </a:cubicBezTo>
                  <a:cubicBezTo>
                    <a:pt x="259" y="125"/>
                    <a:pt x="259" y="125"/>
                    <a:pt x="259" y="125"/>
                  </a:cubicBezTo>
                  <a:cubicBezTo>
                    <a:pt x="259" y="126"/>
                    <a:pt x="259" y="126"/>
                    <a:pt x="259" y="126"/>
                  </a:cubicBezTo>
                  <a:cubicBezTo>
                    <a:pt x="259" y="127"/>
                    <a:pt x="258" y="128"/>
                    <a:pt x="257" y="128"/>
                  </a:cubicBezTo>
                  <a:cubicBezTo>
                    <a:pt x="256" y="128"/>
                    <a:pt x="255" y="123"/>
                    <a:pt x="250" y="123"/>
                  </a:cubicBezTo>
                  <a:cubicBezTo>
                    <a:pt x="251" y="123"/>
                    <a:pt x="252" y="124"/>
                    <a:pt x="252" y="125"/>
                  </a:cubicBezTo>
                  <a:cubicBezTo>
                    <a:pt x="252" y="126"/>
                    <a:pt x="251" y="127"/>
                    <a:pt x="250" y="127"/>
                  </a:cubicBezTo>
                  <a:cubicBezTo>
                    <a:pt x="248" y="127"/>
                    <a:pt x="248" y="124"/>
                    <a:pt x="248" y="123"/>
                  </a:cubicBezTo>
                  <a:cubicBezTo>
                    <a:pt x="246" y="123"/>
                    <a:pt x="246" y="124"/>
                    <a:pt x="245" y="124"/>
                  </a:cubicBezTo>
                  <a:cubicBezTo>
                    <a:pt x="243" y="124"/>
                    <a:pt x="243" y="124"/>
                    <a:pt x="243" y="124"/>
                  </a:cubicBezTo>
                  <a:cubicBezTo>
                    <a:pt x="242" y="124"/>
                    <a:pt x="241" y="122"/>
                    <a:pt x="241" y="121"/>
                  </a:cubicBezTo>
                  <a:cubicBezTo>
                    <a:pt x="241" y="121"/>
                    <a:pt x="244" y="114"/>
                    <a:pt x="245" y="113"/>
                  </a:cubicBezTo>
                  <a:cubicBezTo>
                    <a:pt x="251" y="122"/>
                    <a:pt x="251" y="122"/>
                    <a:pt x="251" y="122"/>
                  </a:cubicBezTo>
                  <a:cubicBezTo>
                    <a:pt x="251" y="122"/>
                    <a:pt x="251" y="122"/>
                    <a:pt x="251" y="122"/>
                  </a:cubicBezTo>
                  <a:cubicBezTo>
                    <a:pt x="251" y="119"/>
                    <a:pt x="251" y="119"/>
                    <a:pt x="251" y="119"/>
                  </a:cubicBezTo>
                  <a:cubicBezTo>
                    <a:pt x="253" y="119"/>
                    <a:pt x="253" y="119"/>
                    <a:pt x="253" y="119"/>
                  </a:cubicBezTo>
                  <a:cubicBezTo>
                    <a:pt x="253" y="118"/>
                    <a:pt x="253" y="118"/>
                    <a:pt x="253" y="118"/>
                  </a:cubicBezTo>
                  <a:cubicBezTo>
                    <a:pt x="247" y="116"/>
                    <a:pt x="247" y="116"/>
                    <a:pt x="247" y="116"/>
                  </a:cubicBezTo>
                  <a:cubicBezTo>
                    <a:pt x="247" y="113"/>
                    <a:pt x="247" y="113"/>
                    <a:pt x="247" y="113"/>
                  </a:cubicBezTo>
                  <a:cubicBezTo>
                    <a:pt x="249" y="112"/>
                    <a:pt x="249" y="112"/>
                    <a:pt x="249" y="112"/>
                  </a:cubicBezTo>
                  <a:close/>
                  <a:moveTo>
                    <a:pt x="253" y="119"/>
                  </a:moveTo>
                  <a:cubicBezTo>
                    <a:pt x="252" y="119"/>
                    <a:pt x="254" y="118"/>
                    <a:pt x="253" y="119"/>
                  </a:cubicBezTo>
                  <a:close/>
                  <a:moveTo>
                    <a:pt x="23" y="99"/>
                  </a:moveTo>
                  <a:cubicBezTo>
                    <a:pt x="25" y="99"/>
                    <a:pt x="25" y="99"/>
                    <a:pt x="25" y="99"/>
                  </a:cubicBezTo>
                  <a:cubicBezTo>
                    <a:pt x="25" y="102"/>
                    <a:pt x="24" y="100"/>
                    <a:pt x="21" y="102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0" y="106"/>
                    <a:pt x="22" y="107"/>
                    <a:pt x="22" y="108"/>
                  </a:cubicBezTo>
                  <a:cubicBezTo>
                    <a:pt x="22" y="111"/>
                    <a:pt x="21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0" y="115"/>
                    <a:pt x="20" y="115"/>
                    <a:pt x="20" y="115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6" y="121"/>
                    <a:pt x="16" y="121"/>
                    <a:pt x="16" y="121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8" y="128"/>
                    <a:pt x="18" y="128"/>
                    <a:pt x="18" y="128"/>
                  </a:cubicBezTo>
                  <a:cubicBezTo>
                    <a:pt x="15" y="130"/>
                    <a:pt x="15" y="130"/>
                    <a:pt x="15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7" y="131"/>
                    <a:pt x="18" y="131"/>
                    <a:pt x="18" y="132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18" y="137"/>
                    <a:pt x="17" y="137"/>
                    <a:pt x="15" y="138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18" y="141"/>
                    <a:pt x="18" y="142"/>
                    <a:pt x="18" y="143"/>
                  </a:cubicBezTo>
                  <a:cubicBezTo>
                    <a:pt x="18" y="144"/>
                    <a:pt x="18" y="144"/>
                    <a:pt x="18" y="144"/>
                  </a:cubicBezTo>
                  <a:cubicBezTo>
                    <a:pt x="18" y="145"/>
                    <a:pt x="20" y="147"/>
                    <a:pt x="22" y="147"/>
                  </a:cubicBezTo>
                  <a:cubicBezTo>
                    <a:pt x="22" y="147"/>
                    <a:pt x="23" y="146"/>
                    <a:pt x="24" y="146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25" y="144"/>
                    <a:pt x="25" y="145"/>
                    <a:pt x="25" y="147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3"/>
                    <a:pt x="22" y="154"/>
                    <a:pt x="19" y="154"/>
                  </a:cubicBezTo>
                  <a:cubicBezTo>
                    <a:pt x="19" y="155"/>
                    <a:pt x="19" y="155"/>
                    <a:pt x="20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7" y="155"/>
                    <a:pt x="28" y="153"/>
                    <a:pt x="28" y="150"/>
                  </a:cubicBezTo>
                  <a:cubicBezTo>
                    <a:pt x="28" y="149"/>
                    <a:pt x="28" y="149"/>
                    <a:pt x="28" y="149"/>
                  </a:cubicBezTo>
                  <a:cubicBezTo>
                    <a:pt x="28" y="146"/>
                    <a:pt x="26" y="142"/>
                    <a:pt x="23" y="142"/>
                  </a:cubicBezTo>
                  <a:cubicBezTo>
                    <a:pt x="22" y="142"/>
                    <a:pt x="22" y="142"/>
                    <a:pt x="22" y="144"/>
                  </a:cubicBezTo>
                  <a:cubicBezTo>
                    <a:pt x="22" y="145"/>
                    <a:pt x="22" y="145"/>
                    <a:pt x="22" y="145"/>
                  </a:cubicBezTo>
                  <a:cubicBezTo>
                    <a:pt x="20" y="144"/>
                    <a:pt x="21" y="143"/>
                    <a:pt x="21" y="140"/>
                  </a:cubicBezTo>
                  <a:cubicBezTo>
                    <a:pt x="19" y="139"/>
                    <a:pt x="19" y="139"/>
                    <a:pt x="19" y="139"/>
                  </a:cubicBezTo>
                  <a:cubicBezTo>
                    <a:pt x="20" y="138"/>
                    <a:pt x="21" y="137"/>
                    <a:pt x="21" y="135"/>
                  </a:cubicBezTo>
                  <a:cubicBezTo>
                    <a:pt x="21" y="132"/>
                    <a:pt x="21" y="132"/>
                    <a:pt x="21" y="132"/>
                  </a:cubicBezTo>
                  <a:cubicBezTo>
                    <a:pt x="21" y="131"/>
                    <a:pt x="20" y="131"/>
                    <a:pt x="20" y="130"/>
                  </a:cubicBezTo>
                  <a:cubicBezTo>
                    <a:pt x="21" y="129"/>
                    <a:pt x="22" y="127"/>
                    <a:pt x="22" y="124"/>
                  </a:cubicBezTo>
                  <a:cubicBezTo>
                    <a:pt x="22" y="123"/>
                    <a:pt x="21" y="123"/>
                    <a:pt x="21" y="122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22" y="114"/>
                    <a:pt x="22" y="114"/>
                    <a:pt x="22" y="114"/>
                  </a:cubicBezTo>
                  <a:cubicBezTo>
                    <a:pt x="24" y="113"/>
                    <a:pt x="24" y="113"/>
                    <a:pt x="24" y="113"/>
                  </a:cubicBezTo>
                  <a:cubicBezTo>
                    <a:pt x="24" y="110"/>
                    <a:pt x="25" y="110"/>
                    <a:pt x="25" y="109"/>
                  </a:cubicBezTo>
                  <a:cubicBezTo>
                    <a:pt x="25" y="107"/>
                    <a:pt x="24" y="108"/>
                    <a:pt x="24" y="106"/>
                  </a:cubicBezTo>
                  <a:cubicBezTo>
                    <a:pt x="25" y="106"/>
                    <a:pt x="26" y="107"/>
                    <a:pt x="26" y="105"/>
                  </a:cubicBezTo>
                  <a:cubicBezTo>
                    <a:pt x="26" y="104"/>
                    <a:pt x="26" y="105"/>
                    <a:pt x="25" y="103"/>
                  </a:cubicBezTo>
                  <a:cubicBezTo>
                    <a:pt x="27" y="103"/>
                    <a:pt x="28" y="102"/>
                    <a:pt x="28" y="101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99"/>
                    <a:pt x="25" y="97"/>
                    <a:pt x="24" y="97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8"/>
                    <a:pt x="22" y="99"/>
                    <a:pt x="23" y="99"/>
                  </a:cubicBezTo>
                  <a:close/>
                  <a:moveTo>
                    <a:pt x="36" y="89"/>
                  </a:move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9" y="89"/>
                    <a:pt x="37" y="90"/>
                    <a:pt x="40" y="90"/>
                  </a:cubicBezTo>
                  <a:cubicBezTo>
                    <a:pt x="40" y="89"/>
                    <a:pt x="40" y="88"/>
                    <a:pt x="39" y="88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37" y="88"/>
                    <a:pt x="37" y="88"/>
                    <a:pt x="37" y="88"/>
                  </a:cubicBezTo>
                  <a:cubicBezTo>
                    <a:pt x="37" y="88"/>
                    <a:pt x="37" y="87"/>
                    <a:pt x="36" y="87"/>
                  </a:cubicBezTo>
                  <a:cubicBezTo>
                    <a:pt x="35" y="87"/>
                    <a:pt x="35" y="87"/>
                    <a:pt x="35" y="88"/>
                  </a:cubicBezTo>
                  <a:cubicBezTo>
                    <a:pt x="35" y="88"/>
                    <a:pt x="35" y="89"/>
                    <a:pt x="36" y="89"/>
                  </a:cubicBezTo>
                  <a:close/>
                  <a:moveTo>
                    <a:pt x="27" y="85"/>
                  </a:moveTo>
                  <a:cubicBezTo>
                    <a:pt x="33" y="85"/>
                    <a:pt x="29" y="88"/>
                    <a:pt x="27" y="92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6" y="95"/>
                    <a:pt x="26" y="95"/>
                    <a:pt x="26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3" y="97"/>
                    <a:pt x="32" y="98"/>
                    <a:pt x="32" y="103"/>
                  </a:cubicBezTo>
                  <a:cubicBezTo>
                    <a:pt x="33" y="102"/>
                    <a:pt x="35" y="101"/>
                    <a:pt x="35" y="100"/>
                  </a:cubicBezTo>
                  <a:cubicBezTo>
                    <a:pt x="35" y="97"/>
                    <a:pt x="33" y="94"/>
                    <a:pt x="31" y="93"/>
                  </a:cubicBezTo>
                  <a:cubicBezTo>
                    <a:pt x="31" y="91"/>
                    <a:pt x="33" y="87"/>
                    <a:pt x="33" y="86"/>
                  </a:cubicBezTo>
                  <a:cubicBezTo>
                    <a:pt x="33" y="85"/>
                    <a:pt x="30" y="82"/>
                    <a:pt x="28" y="82"/>
                  </a:cubicBezTo>
                  <a:cubicBezTo>
                    <a:pt x="26" y="82"/>
                    <a:pt x="26" y="82"/>
                    <a:pt x="26" y="82"/>
                  </a:cubicBezTo>
                  <a:cubicBezTo>
                    <a:pt x="27" y="85"/>
                    <a:pt x="27" y="85"/>
                    <a:pt x="27" y="85"/>
                  </a:cubicBezTo>
                  <a:close/>
                  <a:moveTo>
                    <a:pt x="252" y="76"/>
                  </a:moveTo>
                  <a:cubicBezTo>
                    <a:pt x="250" y="76"/>
                    <a:pt x="251" y="78"/>
                    <a:pt x="247" y="79"/>
                  </a:cubicBezTo>
                  <a:cubicBezTo>
                    <a:pt x="245" y="79"/>
                    <a:pt x="241" y="79"/>
                    <a:pt x="240" y="79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6" y="76"/>
                    <a:pt x="235" y="76"/>
                    <a:pt x="235" y="77"/>
                  </a:cubicBezTo>
                  <a:cubicBezTo>
                    <a:pt x="235" y="78"/>
                    <a:pt x="235" y="78"/>
                    <a:pt x="235" y="79"/>
                  </a:cubicBezTo>
                  <a:cubicBezTo>
                    <a:pt x="231" y="76"/>
                    <a:pt x="231" y="76"/>
                    <a:pt x="231" y="76"/>
                  </a:cubicBezTo>
                  <a:cubicBezTo>
                    <a:pt x="231" y="80"/>
                    <a:pt x="233" y="81"/>
                    <a:pt x="237" y="82"/>
                  </a:cubicBezTo>
                  <a:cubicBezTo>
                    <a:pt x="237" y="84"/>
                    <a:pt x="232" y="85"/>
                    <a:pt x="232" y="87"/>
                  </a:cubicBezTo>
                  <a:cubicBezTo>
                    <a:pt x="232" y="89"/>
                    <a:pt x="233" y="90"/>
                    <a:pt x="233" y="92"/>
                  </a:cubicBezTo>
                  <a:cubicBezTo>
                    <a:pt x="234" y="92"/>
                    <a:pt x="234" y="92"/>
                    <a:pt x="234" y="92"/>
                  </a:cubicBezTo>
                  <a:cubicBezTo>
                    <a:pt x="235" y="87"/>
                    <a:pt x="236" y="86"/>
                    <a:pt x="239" y="82"/>
                  </a:cubicBezTo>
                  <a:cubicBezTo>
                    <a:pt x="240" y="83"/>
                    <a:pt x="242" y="86"/>
                    <a:pt x="243" y="86"/>
                  </a:cubicBezTo>
                  <a:cubicBezTo>
                    <a:pt x="244" y="86"/>
                    <a:pt x="244" y="86"/>
                    <a:pt x="244" y="86"/>
                  </a:cubicBezTo>
                  <a:cubicBezTo>
                    <a:pt x="245" y="86"/>
                    <a:pt x="245" y="85"/>
                    <a:pt x="245" y="83"/>
                  </a:cubicBezTo>
                  <a:cubicBezTo>
                    <a:pt x="245" y="84"/>
                    <a:pt x="245" y="84"/>
                    <a:pt x="245" y="84"/>
                  </a:cubicBezTo>
                  <a:cubicBezTo>
                    <a:pt x="242" y="82"/>
                    <a:pt x="242" y="82"/>
                    <a:pt x="242" y="82"/>
                  </a:cubicBezTo>
                  <a:cubicBezTo>
                    <a:pt x="242" y="81"/>
                    <a:pt x="242" y="81"/>
                    <a:pt x="242" y="81"/>
                  </a:cubicBezTo>
                  <a:cubicBezTo>
                    <a:pt x="245" y="80"/>
                    <a:pt x="246" y="80"/>
                    <a:pt x="249" y="80"/>
                  </a:cubicBezTo>
                  <a:cubicBezTo>
                    <a:pt x="253" y="80"/>
                    <a:pt x="254" y="76"/>
                    <a:pt x="252" y="76"/>
                  </a:cubicBezTo>
                  <a:close/>
                  <a:moveTo>
                    <a:pt x="236" y="79"/>
                  </a:moveTo>
                  <a:cubicBezTo>
                    <a:pt x="236" y="78"/>
                    <a:pt x="235" y="80"/>
                    <a:pt x="236" y="79"/>
                  </a:cubicBezTo>
                  <a:close/>
                  <a:moveTo>
                    <a:pt x="25" y="76"/>
                  </a:moveTo>
                  <a:cubicBezTo>
                    <a:pt x="27" y="76"/>
                    <a:pt x="28" y="76"/>
                    <a:pt x="28" y="78"/>
                  </a:cubicBezTo>
                  <a:cubicBezTo>
                    <a:pt x="26" y="78"/>
                    <a:pt x="25" y="78"/>
                    <a:pt x="25" y="76"/>
                  </a:cubicBezTo>
                  <a:close/>
                  <a:moveTo>
                    <a:pt x="23" y="73"/>
                  </a:moveTo>
                  <a:cubicBezTo>
                    <a:pt x="25" y="73"/>
                    <a:pt x="25" y="73"/>
                    <a:pt x="25" y="75"/>
                  </a:cubicBezTo>
                  <a:cubicBezTo>
                    <a:pt x="23" y="75"/>
                    <a:pt x="23" y="75"/>
                    <a:pt x="23" y="73"/>
                  </a:cubicBezTo>
                  <a:close/>
                  <a:moveTo>
                    <a:pt x="28" y="75"/>
                  </a:moveTo>
                  <a:cubicBezTo>
                    <a:pt x="27" y="75"/>
                    <a:pt x="26" y="74"/>
                    <a:pt x="26" y="73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29" y="73"/>
                    <a:pt x="29" y="74"/>
                    <a:pt x="29" y="75"/>
                  </a:cubicBezTo>
                  <a:cubicBezTo>
                    <a:pt x="28" y="75"/>
                    <a:pt x="28" y="75"/>
                    <a:pt x="28" y="75"/>
                  </a:cubicBezTo>
                  <a:close/>
                  <a:moveTo>
                    <a:pt x="39" y="70"/>
                  </a:moveTo>
                  <a:cubicBezTo>
                    <a:pt x="36" y="70"/>
                    <a:pt x="36" y="70"/>
                    <a:pt x="36" y="70"/>
                  </a:cubicBezTo>
                  <a:cubicBezTo>
                    <a:pt x="36" y="70"/>
                    <a:pt x="37" y="71"/>
                    <a:pt x="37" y="72"/>
                  </a:cubicBezTo>
                  <a:cubicBezTo>
                    <a:pt x="37" y="74"/>
                    <a:pt x="36" y="75"/>
                    <a:pt x="35" y="76"/>
                  </a:cubicBezTo>
                  <a:cubicBezTo>
                    <a:pt x="33" y="76"/>
                    <a:pt x="30" y="75"/>
                    <a:pt x="30" y="77"/>
                  </a:cubicBezTo>
                  <a:cubicBezTo>
                    <a:pt x="30" y="79"/>
                    <a:pt x="33" y="82"/>
                    <a:pt x="34" y="82"/>
                  </a:cubicBezTo>
                  <a:cubicBezTo>
                    <a:pt x="34" y="82"/>
                    <a:pt x="34" y="82"/>
                    <a:pt x="34" y="82"/>
                  </a:cubicBezTo>
                  <a:cubicBezTo>
                    <a:pt x="36" y="82"/>
                    <a:pt x="37" y="80"/>
                    <a:pt x="37" y="78"/>
                  </a:cubicBezTo>
                  <a:cubicBezTo>
                    <a:pt x="39" y="79"/>
                    <a:pt x="39" y="80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4"/>
                    <a:pt x="39" y="85"/>
                    <a:pt x="38" y="87"/>
                  </a:cubicBezTo>
                  <a:cubicBezTo>
                    <a:pt x="39" y="87"/>
                    <a:pt x="42" y="85"/>
                    <a:pt x="42" y="84"/>
                  </a:cubicBezTo>
                  <a:cubicBezTo>
                    <a:pt x="42" y="80"/>
                    <a:pt x="40" y="79"/>
                    <a:pt x="39" y="77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42" y="72"/>
                    <a:pt x="45" y="67"/>
                    <a:pt x="46" y="65"/>
                  </a:cubicBezTo>
                  <a:cubicBezTo>
                    <a:pt x="44" y="62"/>
                    <a:pt x="44" y="61"/>
                    <a:pt x="40" y="60"/>
                  </a:cubicBezTo>
                  <a:cubicBezTo>
                    <a:pt x="40" y="66"/>
                    <a:pt x="43" y="62"/>
                    <a:pt x="43" y="64"/>
                  </a:cubicBezTo>
                  <a:cubicBezTo>
                    <a:pt x="43" y="65"/>
                    <a:pt x="40" y="69"/>
                    <a:pt x="39" y="70"/>
                  </a:cubicBezTo>
                  <a:close/>
                  <a:moveTo>
                    <a:pt x="37" y="60"/>
                  </a:moveTo>
                  <a:cubicBezTo>
                    <a:pt x="37" y="59"/>
                    <a:pt x="36" y="58"/>
                    <a:pt x="36" y="58"/>
                  </a:cubicBezTo>
                  <a:cubicBezTo>
                    <a:pt x="35" y="58"/>
                    <a:pt x="34" y="58"/>
                    <a:pt x="34" y="58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7" y="60"/>
                    <a:pt x="37" y="60"/>
                    <a:pt x="37" y="60"/>
                  </a:cubicBezTo>
                  <a:close/>
                  <a:moveTo>
                    <a:pt x="42" y="55"/>
                  </a:moveTo>
                  <a:cubicBezTo>
                    <a:pt x="43" y="55"/>
                    <a:pt x="43" y="55"/>
                    <a:pt x="43" y="55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2"/>
                    <a:pt x="42" y="51"/>
                    <a:pt x="41" y="51"/>
                  </a:cubicBezTo>
                  <a:cubicBezTo>
                    <a:pt x="38" y="51"/>
                    <a:pt x="40" y="53"/>
                    <a:pt x="40" y="54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2" y="55"/>
                    <a:pt x="42" y="55"/>
                    <a:pt x="42" y="55"/>
                  </a:cubicBezTo>
                  <a:close/>
                  <a:moveTo>
                    <a:pt x="50" y="56"/>
                  </a:moveTo>
                  <a:cubicBezTo>
                    <a:pt x="49" y="56"/>
                    <a:pt x="49" y="55"/>
                    <a:pt x="47" y="55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5" y="55"/>
                    <a:pt x="45" y="56"/>
                    <a:pt x="45" y="57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58"/>
                    <a:pt x="47" y="62"/>
                    <a:pt x="48" y="62"/>
                  </a:cubicBezTo>
                  <a:cubicBezTo>
                    <a:pt x="49" y="62"/>
                    <a:pt x="49" y="62"/>
                    <a:pt x="49" y="62"/>
                  </a:cubicBezTo>
                  <a:cubicBezTo>
                    <a:pt x="50" y="62"/>
                    <a:pt x="50" y="60"/>
                    <a:pt x="52" y="59"/>
                  </a:cubicBezTo>
                  <a:cubicBezTo>
                    <a:pt x="53" y="60"/>
                    <a:pt x="53" y="60"/>
                    <a:pt x="53" y="61"/>
                  </a:cubicBezTo>
                  <a:cubicBezTo>
                    <a:pt x="53" y="63"/>
                    <a:pt x="53" y="63"/>
                    <a:pt x="53" y="63"/>
                  </a:cubicBezTo>
                  <a:cubicBezTo>
                    <a:pt x="53" y="65"/>
                    <a:pt x="51" y="66"/>
                    <a:pt x="51" y="68"/>
                  </a:cubicBezTo>
                  <a:cubicBezTo>
                    <a:pt x="53" y="68"/>
                    <a:pt x="55" y="67"/>
                    <a:pt x="55" y="65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61"/>
                    <a:pt x="54" y="60"/>
                    <a:pt x="53" y="58"/>
                  </a:cubicBezTo>
                  <a:cubicBezTo>
                    <a:pt x="54" y="57"/>
                    <a:pt x="57" y="55"/>
                    <a:pt x="57" y="54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7" y="50"/>
                    <a:pt x="54" y="49"/>
                    <a:pt x="52" y="48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4" y="53"/>
                    <a:pt x="51" y="56"/>
                    <a:pt x="50" y="56"/>
                  </a:cubicBezTo>
                  <a:close/>
                  <a:moveTo>
                    <a:pt x="46" y="45"/>
                  </a:move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8" y="48"/>
                    <a:pt x="49" y="51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49"/>
                    <a:pt x="51" y="47"/>
                    <a:pt x="51" y="45"/>
                  </a:cubicBezTo>
                  <a:cubicBezTo>
                    <a:pt x="51" y="44"/>
                    <a:pt x="50" y="44"/>
                    <a:pt x="50" y="44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6" y="43"/>
                    <a:pt x="46" y="44"/>
                    <a:pt x="46" y="45"/>
                  </a:cubicBezTo>
                  <a:close/>
                  <a:moveTo>
                    <a:pt x="214" y="43"/>
                  </a:moveTo>
                  <a:cubicBezTo>
                    <a:pt x="212" y="45"/>
                    <a:pt x="212" y="45"/>
                    <a:pt x="212" y="45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0" y="46"/>
                    <a:pt x="212" y="47"/>
                    <a:pt x="209" y="47"/>
                  </a:cubicBezTo>
                  <a:cubicBezTo>
                    <a:pt x="206" y="48"/>
                    <a:pt x="207" y="48"/>
                    <a:pt x="207" y="51"/>
                  </a:cubicBezTo>
                  <a:cubicBezTo>
                    <a:pt x="211" y="48"/>
                    <a:pt x="211" y="48"/>
                    <a:pt x="211" y="48"/>
                  </a:cubicBezTo>
                  <a:cubicBezTo>
                    <a:pt x="211" y="49"/>
                    <a:pt x="211" y="49"/>
                    <a:pt x="211" y="49"/>
                  </a:cubicBezTo>
                  <a:cubicBezTo>
                    <a:pt x="209" y="51"/>
                    <a:pt x="209" y="51"/>
                    <a:pt x="209" y="51"/>
                  </a:cubicBezTo>
                  <a:cubicBezTo>
                    <a:pt x="207" y="51"/>
                    <a:pt x="203" y="50"/>
                    <a:pt x="203" y="52"/>
                  </a:cubicBezTo>
                  <a:cubicBezTo>
                    <a:pt x="203" y="53"/>
                    <a:pt x="204" y="53"/>
                    <a:pt x="204" y="53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3" y="54"/>
                    <a:pt x="213" y="54"/>
                    <a:pt x="213" y="54"/>
                  </a:cubicBezTo>
                  <a:cubicBezTo>
                    <a:pt x="211" y="53"/>
                    <a:pt x="211" y="53"/>
                    <a:pt x="211" y="53"/>
                  </a:cubicBezTo>
                  <a:cubicBezTo>
                    <a:pt x="211" y="52"/>
                    <a:pt x="213" y="50"/>
                    <a:pt x="214" y="50"/>
                  </a:cubicBezTo>
                  <a:cubicBezTo>
                    <a:pt x="216" y="50"/>
                    <a:pt x="216" y="50"/>
                    <a:pt x="216" y="50"/>
                  </a:cubicBezTo>
                  <a:cubicBezTo>
                    <a:pt x="215" y="48"/>
                    <a:pt x="215" y="48"/>
                    <a:pt x="215" y="48"/>
                  </a:cubicBezTo>
                  <a:cubicBezTo>
                    <a:pt x="217" y="48"/>
                    <a:pt x="217" y="48"/>
                    <a:pt x="217" y="48"/>
                  </a:cubicBezTo>
                  <a:cubicBezTo>
                    <a:pt x="217" y="47"/>
                    <a:pt x="217" y="47"/>
                    <a:pt x="217" y="47"/>
                  </a:cubicBezTo>
                  <a:cubicBezTo>
                    <a:pt x="218" y="47"/>
                    <a:pt x="218" y="47"/>
                    <a:pt x="218" y="47"/>
                  </a:cubicBezTo>
                  <a:cubicBezTo>
                    <a:pt x="220" y="47"/>
                    <a:pt x="220" y="46"/>
                    <a:pt x="221" y="44"/>
                  </a:cubicBezTo>
                  <a:cubicBezTo>
                    <a:pt x="219" y="44"/>
                    <a:pt x="219" y="44"/>
                    <a:pt x="219" y="44"/>
                  </a:cubicBezTo>
                  <a:cubicBezTo>
                    <a:pt x="219" y="43"/>
                    <a:pt x="219" y="43"/>
                    <a:pt x="219" y="43"/>
                  </a:cubicBezTo>
                  <a:cubicBezTo>
                    <a:pt x="223" y="45"/>
                    <a:pt x="223" y="45"/>
                    <a:pt x="223" y="45"/>
                  </a:cubicBezTo>
                  <a:cubicBezTo>
                    <a:pt x="224" y="46"/>
                    <a:pt x="224" y="46"/>
                    <a:pt x="224" y="46"/>
                  </a:cubicBezTo>
                  <a:cubicBezTo>
                    <a:pt x="226" y="43"/>
                    <a:pt x="226" y="43"/>
                    <a:pt x="226" y="43"/>
                  </a:cubicBezTo>
                  <a:cubicBezTo>
                    <a:pt x="225" y="43"/>
                    <a:pt x="225" y="43"/>
                    <a:pt x="225" y="43"/>
                  </a:cubicBezTo>
                  <a:cubicBezTo>
                    <a:pt x="223" y="42"/>
                    <a:pt x="216" y="40"/>
                    <a:pt x="216" y="40"/>
                  </a:cubicBezTo>
                  <a:cubicBezTo>
                    <a:pt x="215" y="40"/>
                    <a:pt x="215" y="40"/>
                    <a:pt x="215" y="40"/>
                  </a:cubicBezTo>
                  <a:cubicBezTo>
                    <a:pt x="214" y="41"/>
                    <a:pt x="214" y="41"/>
                    <a:pt x="214" y="41"/>
                  </a:cubicBezTo>
                  <a:cubicBezTo>
                    <a:pt x="217" y="43"/>
                    <a:pt x="217" y="43"/>
                    <a:pt x="217" y="43"/>
                  </a:cubicBezTo>
                  <a:cubicBezTo>
                    <a:pt x="214" y="43"/>
                    <a:pt x="214" y="43"/>
                    <a:pt x="214" y="43"/>
                  </a:cubicBezTo>
                  <a:close/>
                  <a:moveTo>
                    <a:pt x="214" y="46"/>
                  </a:moveTo>
                  <a:cubicBezTo>
                    <a:pt x="216" y="44"/>
                    <a:pt x="216" y="44"/>
                    <a:pt x="216" y="44"/>
                  </a:cubicBezTo>
                  <a:cubicBezTo>
                    <a:pt x="215" y="44"/>
                    <a:pt x="215" y="44"/>
                    <a:pt x="215" y="44"/>
                  </a:cubicBezTo>
                  <a:cubicBezTo>
                    <a:pt x="213" y="45"/>
                    <a:pt x="213" y="45"/>
                    <a:pt x="213" y="45"/>
                  </a:cubicBezTo>
                  <a:cubicBezTo>
                    <a:pt x="214" y="46"/>
                    <a:pt x="214" y="46"/>
                    <a:pt x="214" y="46"/>
                  </a:cubicBezTo>
                  <a:close/>
                  <a:moveTo>
                    <a:pt x="90" y="37"/>
                  </a:moveTo>
                  <a:cubicBezTo>
                    <a:pt x="90" y="36"/>
                    <a:pt x="90" y="36"/>
                    <a:pt x="88" y="36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90" y="39"/>
                    <a:pt x="90" y="39"/>
                    <a:pt x="90" y="39"/>
                  </a:cubicBezTo>
                  <a:cubicBezTo>
                    <a:pt x="90" y="38"/>
                    <a:pt x="90" y="38"/>
                    <a:pt x="90" y="37"/>
                  </a:cubicBezTo>
                  <a:close/>
                  <a:moveTo>
                    <a:pt x="208" y="44"/>
                  </a:moveTo>
                  <a:cubicBezTo>
                    <a:pt x="207" y="44"/>
                    <a:pt x="207" y="44"/>
                    <a:pt x="207" y="44"/>
                  </a:cubicBezTo>
                  <a:cubicBezTo>
                    <a:pt x="206" y="43"/>
                    <a:pt x="206" y="43"/>
                    <a:pt x="206" y="43"/>
                  </a:cubicBezTo>
                  <a:cubicBezTo>
                    <a:pt x="204" y="44"/>
                    <a:pt x="204" y="44"/>
                    <a:pt x="204" y="44"/>
                  </a:cubicBezTo>
                  <a:cubicBezTo>
                    <a:pt x="202" y="44"/>
                    <a:pt x="202" y="44"/>
                    <a:pt x="202" y="44"/>
                  </a:cubicBezTo>
                  <a:cubicBezTo>
                    <a:pt x="202" y="45"/>
                    <a:pt x="202" y="45"/>
                    <a:pt x="202" y="45"/>
                  </a:cubicBezTo>
                  <a:cubicBezTo>
                    <a:pt x="202" y="46"/>
                    <a:pt x="201" y="47"/>
                    <a:pt x="200" y="48"/>
                  </a:cubicBezTo>
                  <a:cubicBezTo>
                    <a:pt x="203" y="51"/>
                    <a:pt x="203" y="51"/>
                    <a:pt x="203" y="51"/>
                  </a:cubicBezTo>
                  <a:cubicBezTo>
                    <a:pt x="204" y="50"/>
                    <a:pt x="210" y="45"/>
                    <a:pt x="210" y="44"/>
                  </a:cubicBezTo>
                  <a:cubicBezTo>
                    <a:pt x="210" y="43"/>
                    <a:pt x="210" y="43"/>
                    <a:pt x="210" y="43"/>
                  </a:cubicBezTo>
                  <a:cubicBezTo>
                    <a:pt x="212" y="40"/>
                    <a:pt x="212" y="40"/>
                    <a:pt x="212" y="40"/>
                  </a:cubicBezTo>
                  <a:cubicBezTo>
                    <a:pt x="218" y="40"/>
                    <a:pt x="218" y="40"/>
                    <a:pt x="218" y="40"/>
                  </a:cubicBezTo>
                  <a:cubicBezTo>
                    <a:pt x="219" y="37"/>
                    <a:pt x="219" y="37"/>
                    <a:pt x="219" y="37"/>
                  </a:cubicBezTo>
                  <a:cubicBezTo>
                    <a:pt x="214" y="34"/>
                    <a:pt x="214" y="34"/>
                    <a:pt x="214" y="34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4" y="38"/>
                    <a:pt x="214" y="38"/>
                    <a:pt x="214" y="38"/>
                  </a:cubicBezTo>
                  <a:cubicBezTo>
                    <a:pt x="208" y="40"/>
                    <a:pt x="211" y="40"/>
                    <a:pt x="207" y="42"/>
                  </a:cubicBezTo>
                  <a:cubicBezTo>
                    <a:pt x="208" y="44"/>
                    <a:pt x="208" y="44"/>
                    <a:pt x="208" y="44"/>
                  </a:cubicBezTo>
                  <a:close/>
                  <a:moveTo>
                    <a:pt x="59" y="35"/>
                  </a:moveTo>
                  <a:cubicBezTo>
                    <a:pt x="59" y="37"/>
                    <a:pt x="59" y="37"/>
                    <a:pt x="60" y="37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61" y="39"/>
                  </a:moveTo>
                  <a:cubicBezTo>
                    <a:pt x="61" y="40"/>
                    <a:pt x="61" y="40"/>
                    <a:pt x="61" y="40"/>
                  </a:cubicBezTo>
                  <a:cubicBezTo>
                    <a:pt x="61" y="42"/>
                    <a:pt x="64" y="40"/>
                    <a:pt x="66" y="40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4" y="41"/>
                    <a:pt x="63" y="42"/>
                    <a:pt x="63" y="44"/>
                  </a:cubicBezTo>
                  <a:cubicBezTo>
                    <a:pt x="64" y="44"/>
                    <a:pt x="67" y="41"/>
                    <a:pt x="67" y="39"/>
                  </a:cubicBezTo>
                  <a:cubicBezTo>
                    <a:pt x="67" y="38"/>
                    <a:pt x="67" y="38"/>
                    <a:pt x="66" y="38"/>
                  </a:cubicBezTo>
                  <a:cubicBezTo>
                    <a:pt x="64" y="38"/>
                    <a:pt x="65" y="39"/>
                    <a:pt x="62" y="39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4" y="35"/>
                    <a:pt x="64" y="35"/>
                    <a:pt x="64" y="35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2" y="37"/>
                    <a:pt x="61" y="37"/>
                    <a:pt x="61" y="39"/>
                  </a:cubicBezTo>
                  <a:close/>
                  <a:moveTo>
                    <a:pt x="58" y="32"/>
                  </a:moveTo>
                  <a:cubicBezTo>
                    <a:pt x="58" y="34"/>
                    <a:pt x="58" y="34"/>
                    <a:pt x="60" y="34"/>
                  </a:cubicBezTo>
                  <a:cubicBezTo>
                    <a:pt x="60" y="32"/>
                    <a:pt x="60" y="32"/>
                    <a:pt x="58" y="32"/>
                  </a:cubicBezTo>
                  <a:close/>
                  <a:moveTo>
                    <a:pt x="62" y="45"/>
                  </a:moveTo>
                  <a:cubicBezTo>
                    <a:pt x="62" y="45"/>
                    <a:pt x="62" y="45"/>
                    <a:pt x="62" y="45"/>
                  </a:cubicBezTo>
                  <a:cubicBezTo>
                    <a:pt x="61" y="45"/>
                    <a:pt x="60" y="44"/>
                    <a:pt x="59" y="44"/>
                  </a:cubicBezTo>
                  <a:cubicBezTo>
                    <a:pt x="59" y="46"/>
                    <a:pt x="61" y="48"/>
                    <a:pt x="63" y="48"/>
                  </a:cubicBezTo>
                  <a:cubicBezTo>
                    <a:pt x="65" y="48"/>
                    <a:pt x="71" y="44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38"/>
                    <a:pt x="69" y="35"/>
                    <a:pt x="68" y="33"/>
                  </a:cubicBezTo>
                  <a:cubicBezTo>
                    <a:pt x="66" y="31"/>
                    <a:pt x="66" y="28"/>
                    <a:pt x="64" y="28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32"/>
                    <a:pt x="70" y="38"/>
                    <a:pt x="70" y="40"/>
                  </a:cubicBezTo>
                  <a:cubicBezTo>
                    <a:pt x="70" y="41"/>
                    <a:pt x="64" y="45"/>
                    <a:pt x="62" y="45"/>
                  </a:cubicBezTo>
                  <a:close/>
                  <a:moveTo>
                    <a:pt x="171" y="23"/>
                  </a:moveTo>
                  <a:cubicBezTo>
                    <a:pt x="172" y="23"/>
                    <a:pt x="178" y="21"/>
                    <a:pt x="179" y="21"/>
                  </a:cubicBezTo>
                  <a:cubicBezTo>
                    <a:pt x="180" y="21"/>
                    <a:pt x="180" y="21"/>
                    <a:pt x="180" y="21"/>
                  </a:cubicBezTo>
                  <a:cubicBezTo>
                    <a:pt x="179" y="24"/>
                    <a:pt x="179" y="24"/>
                    <a:pt x="179" y="24"/>
                  </a:cubicBezTo>
                  <a:cubicBezTo>
                    <a:pt x="176" y="24"/>
                    <a:pt x="176" y="25"/>
                    <a:pt x="174" y="25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172" y="25"/>
                    <a:pt x="172" y="24"/>
                    <a:pt x="171" y="23"/>
                  </a:cubicBezTo>
                  <a:close/>
                  <a:moveTo>
                    <a:pt x="115" y="21"/>
                  </a:moveTo>
                  <a:cubicBezTo>
                    <a:pt x="113" y="21"/>
                    <a:pt x="113" y="19"/>
                    <a:pt x="112" y="19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22"/>
                    <a:pt x="112" y="21"/>
                    <a:pt x="111" y="22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24"/>
                    <a:pt x="105" y="22"/>
                    <a:pt x="103" y="24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5"/>
                    <a:pt x="97" y="26"/>
                    <a:pt x="97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3" y="26"/>
                    <a:pt x="94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2" y="28"/>
                    <a:pt x="90" y="28"/>
                    <a:pt x="89" y="29"/>
                  </a:cubicBezTo>
                  <a:cubicBezTo>
                    <a:pt x="86" y="30"/>
                    <a:pt x="88" y="27"/>
                    <a:pt x="88" y="25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79" y="27"/>
                    <a:pt x="78" y="28"/>
                    <a:pt x="78" y="30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80" y="30"/>
                    <a:pt x="80" y="29"/>
                    <a:pt x="82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3" y="32"/>
                    <a:pt x="77" y="36"/>
                    <a:pt x="75" y="36"/>
                  </a:cubicBezTo>
                  <a:cubicBezTo>
                    <a:pt x="74" y="36"/>
                    <a:pt x="69" y="26"/>
                    <a:pt x="67" y="25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9"/>
                    <a:pt x="74" y="39"/>
                    <a:pt x="76" y="39"/>
                  </a:cubicBezTo>
                  <a:cubicBezTo>
                    <a:pt x="77" y="39"/>
                    <a:pt x="81" y="36"/>
                    <a:pt x="82" y="36"/>
                  </a:cubicBezTo>
                  <a:cubicBezTo>
                    <a:pt x="85" y="34"/>
                    <a:pt x="85" y="33"/>
                    <a:pt x="86" y="30"/>
                  </a:cubicBezTo>
                  <a:cubicBezTo>
                    <a:pt x="87" y="31"/>
                    <a:pt x="87" y="32"/>
                    <a:pt x="89" y="32"/>
                  </a:cubicBezTo>
                  <a:cubicBezTo>
                    <a:pt x="92" y="32"/>
                    <a:pt x="93" y="31"/>
                    <a:pt x="94" y="29"/>
                  </a:cubicBezTo>
                  <a:cubicBezTo>
                    <a:pt x="96" y="30"/>
                    <a:pt x="101" y="28"/>
                    <a:pt x="101" y="26"/>
                  </a:cubicBezTo>
                  <a:cubicBezTo>
                    <a:pt x="102" y="26"/>
                    <a:pt x="103" y="27"/>
                    <a:pt x="103" y="27"/>
                  </a:cubicBezTo>
                  <a:cubicBezTo>
                    <a:pt x="105" y="27"/>
                    <a:pt x="108" y="25"/>
                    <a:pt x="109" y="24"/>
                  </a:cubicBezTo>
                  <a:cubicBezTo>
                    <a:pt x="109" y="24"/>
                    <a:pt x="110" y="25"/>
                    <a:pt x="111" y="25"/>
                  </a:cubicBezTo>
                  <a:cubicBezTo>
                    <a:pt x="112" y="25"/>
                    <a:pt x="112" y="24"/>
                    <a:pt x="113" y="23"/>
                  </a:cubicBezTo>
                  <a:cubicBezTo>
                    <a:pt x="114" y="24"/>
                    <a:pt x="114" y="24"/>
                    <a:pt x="115" y="24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8" y="23"/>
                    <a:pt x="118" y="22"/>
                  </a:cubicBezTo>
                  <a:cubicBezTo>
                    <a:pt x="118" y="21"/>
                    <a:pt x="118" y="21"/>
                    <a:pt x="118" y="21"/>
                  </a:cubicBezTo>
                  <a:cubicBezTo>
                    <a:pt x="118" y="19"/>
                    <a:pt x="117" y="17"/>
                    <a:pt x="115" y="16"/>
                  </a:cubicBezTo>
                  <a:cubicBezTo>
                    <a:pt x="115" y="17"/>
                    <a:pt x="115" y="17"/>
                    <a:pt x="115" y="18"/>
                  </a:cubicBezTo>
                  <a:cubicBezTo>
                    <a:pt x="115" y="19"/>
                    <a:pt x="116" y="20"/>
                    <a:pt x="116" y="21"/>
                  </a:cubicBezTo>
                  <a:cubicBezTo>
                    <a:pt x="116" y="21"/>
                    <a:pt x="116" y="21"/>
                    <a:pt x="115" y="21"/>
                  </a:cubicBezTo>
                  <a:close/>
                  <a:moveTo>
                    <a:pt x="90" y="20"/>
                  </a:moveTo>
                  <a:cubicBezTo>
                    <a:pt x="89" y="19"/>
                    <a:pt x="89" y="20"/>
                    <a:pt x="89" y="18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90" y="17"/>
                    <a:pt x="90" y="17"/>
                    <a:pt x="90" y="20"/>
                  </a:cubicBezTo>
                  <a:close/>
                  <a:moveTo>
                    <a:pt x="169" y="18"/>
                  </a:moveTo>
                  <a:cubicBezTo>
                    <a:pt x="167" y="18"/>
                    <a:pt x="167" y="18"/>
                    <a:pt x="167" y="18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2" y="19"/>
                    <a:pt x="162" y="19"/>
                    <a:pt x="162" y="19"/>
                  </a:cubicBezTo>
                  <a:cubicBezTo>
                    <a:pt x="163" y="21"/>
                    <a:pt x="163" y="21"/>
                    <a:pt x="163" y="21"/>
                  </a:cubicBezTo>
                  <a:cubicBezTo>
                    <a:pt x="166" y="20"/>
                    <a:pt x="166" y="20"/>
                    <a:pt x="166" y="20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5" y="25"/>
                    <a:pt x="165" y="25"/>
                    <a:pt x="165" y="25"/>
                  </a:cubicBezTo>
                  <a:cubicBezTo>
                    <a:pt x="164" y="27"/>
                    <a:pt x="157" y="30"/>
                    <a:pt x="154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3"/>
                    <a:pt x="155" y="34"/>
                    <a:pt x="157" y="34"/>
                  </a:cubicBezTo>
                  <a:cubicBezTo>
                    <a:pt x="158" y="34"/>
                    <a:pt x="158" y="34"/>
                    <a:pt x="158" y="34"/>
                  </a:cubicBezTo>
                  <a:cubicBezTo>
                    <a:pt x="160" y="34"/>
                    <a:pt x="159" y="31"/>
                    <a:pt x="163" y="31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2" y="33"/>
                    <a:pt x="162" y="35"/>
                    <a:pt x="163" y="35"/>
                  </a:cubicBezTo>
                  <a:cubicBezTo>
                    <a:pt x="165" y="35"/>
                    <a:pt x="165" y="33"/>
                    <a:pt x="165" y="32"/>
                  </a:cubicBezTo>
                  <a:cubicBezTo>
                    <a:pt x="166" y="32"/>
                    <a:pt x="167" y="33"/>
                    <a:pt x="168" y="33"/>
                  </a:cubicBezTo>
                  <a:cubicBezTo>
                    <a:pt x="170" y="33"/>
                    <a:pt x="170" y="30"/>
                    <a:pt x="173" y="30"/>
                  </a:cubicBezTo>
                  <a:cubicBezTo>
                    <a:pt x="173" y="31"/>
                    <a:pt x="171" y="31"/>
                    <a:pt x="171" y="34"/>
                  </a:cubicBezTo>
                  <a:cubicBezTo>
                    <a:pt x="171" y="35"/>
                    <a:pt x="172" y="35"/>
                    <a:pt x="173" y="35"/>
                  </a:cubicBezTo>
                  <a:cubicBezTo>
                    <a:pt x="173" y="35"/>
                    <a:pt x="174" y="34"/>
                    <a:pt x="174" y="33"/>
                  </a:cubicBezTo>
                  <a:cubicBezTo>
                    <a:pt x="175" y="30"/>
                    <a:pt x="175" y="30"/>
                    <a:pt x="175" y="30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78" y="26"/>
                    <a:pt x="178" y="26"/>
                    <a:pt x="178" y="26"/>
                  </a:cubicBezTo>
                  <a:cubicBezTo>
                    <a:pt x="171" y="28"/>
                    <a:pt x="171" y="28"/>
                    <a:pt x="171" y="28"/>
                  </a:cubicBezTo>
                  <a:cubicBezTo>
                    <a:pt x="172" y="25"/>
                    <a:pt x="171" y="27"/>
                    <a:pt x="168" y="25"/>
                  </a:cubicBezTo>
                  <a:cubicBezTo>
                    <a:pt x="171" y="22"/>
                    <a:pt x="171" y="22"/>
                    <a:pt x="171" y="22"/>
                  </a:cubicBezTo>
                  <a:cubicBezTo>
                    <a:pt x="172" y="22"/>
                    <a:pt x="174" y="22"/>
                    <a:pt x="174" y="21"/>
                  </a:cubicBezTo>
                  <a:cubicBezTo>
                    <a:pt x="174" y="20"/>
                    <a:pt x="173" y="19"/>
                    <a:pt x="173" y="19"/>
                  </a:cubicBezTo>
                  <a:cubicBezTo>
                    <a:pt x="171" y="19"/>
                    <a:pt x="170" y="20"/>
                    <a:pt x="169" y="21"/>
                  </a:cubicBezTo>
                  <a:cubicBezTo>
                    <a:pt x="170" y="21"/>
                    <a:pt x="170" y="21"/>
                    <a:pt x="170" y="21"/>
                  </a:cubicBezTo>
                  <a:cubicBezTo>
                    <a:pt x="170" y="22"/>
                    <a:pt x="170" y="22"/>
                    <a:pt x="170" y="22"/>
                  </a:cubicBezTo>
                  <a:cubicBezTo>
                    <a:pt x="168" y="22"/>
                    <a:pt x="168" y="22"/>
                    <a:pt x="168" y="21"/>
                  </a:cubicBezTo>
                  <a:cubicBezTo>
                    <a:pt x="168" y="20"/>
                    <a:pt x="168" y="20"/>
                    <a:pt x="168" y="20"/>
                  </a:cubicBezTo>
                  <a:cubicBezTo>
                    <a:pt x="173" y="19"/>
                    <a:pt x="173" y="19"/>
                    <a:pt x="173" y="19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2" y="16"/>
                    <a:pt x="172" y="16"/>
                    <a:pt x="172" y="16"/>
                  </a:cubicBezTo>
                  <a:cubicBezTo>
                    <a:pt x="170" y="16"/>
                    <a:pt x="171" y="18"/>
                    <a:pt x="169" y="18"/>
                  </a:cubicBezTo>
                  <a:close/>
                  <a:moveTo>
                    <a:pt x="164" y="28"/>
                  </a:moveTo>
                  <a:cubicBezTo>
                    <a:pt x="157" y="32"/>
                    <a:pt x="157" y="32"/>
                    <a:pt x="157" y="32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4" y="28"/>
                    <a:pt x="164" y="28"/>
                    <a:pt x="164" y="28"/>
                  </a:cubicBezTo>
                  <a:close/>
                  <a:moveTo>
                    <a:pt x="110" y="16"/>
                  </a:moveTo>
                  <a:cubicBezTo>
                    <a:pt x="109" y="16"/>
                    <a:pt x="108" y="16"/>
                    <a:pt x="108" y="15"/>
                  </a:cubicBezTo>
                  <a:cubicBezTo>
                    <a:pt x="108" y="14"/>
                    <a:pt x="109" y="14"/>
                    <a:pt x="109" y="14"/>
                  </a:cubicBezTo>
                  <a:cubicBezTo>
                    <a:pt x="110" y="14"/>
                    <a:pt x="110" y="14"/>
                    <a:pt x="110" y="15"/>
                  </a:cubicBezTo>
                  <a:cubicBezTo>
                    <a:pt x="110" y="16"/>
                    <a:pt x="110" y="16"/>
                    <a:pt x="110" y="16"/>
                  </a:cubicBezTo>
                  <a:close/>
                  <a:moveTo>
                    <a:pt x="113" y="14"/>
                  </a:moveTo>
                  <a:cubicBezTo>
                    <a:pt x="113" y="15"/>
                    <a:pt x="113" y="15"/>
                    <a:pt x="113" y="16"/>
                  </a:cubicBezTo>
                  <a:cubicBezTo>
                    <a:pt x="112" y="15"/>
                    <a:pt x="112" y="15"/>
                    <a:pt x="112" y="14"/>
                  </a:cubicBezTo>
                  <a:cubicBezTo>
                    <a:pt x="112" y="13"/>
                    <a:pt x="112" y="13"/>
                    <a:pt x="112" y="12"/>
                  </a:cubicBezTo>
                  <a:cubicBezTo>
                    <a:pt x="113" y="13"/>
                    <a:pt x="113" y="13"/>
                    <a:pt x="113" y="14"/>
                  </a:cubicBezTo>
                  <a:close/>
                  <a:moveTo>
                    <a:pt x="173" y="8"/>
                  </a:moveTo>
                  <a:cubicBezTo>
                    <a:pt x="173" y="8"/>
                    <a:pt x="173" y="8"/>
                    <a:pt x="173" y="8"/>
                  </a:cubicBezTo>
                  <a:cubicBezTo>
                    <a:pt x="178" y="12"/>
                    <a:pt x="178" y="12"/>
                    <a:pt x="178" y="12"/>
                  </a:cubicBezTo>
                  <a:cubicBezTo>
                    <a:pt x="177" y="13"/>
                    <a:pt x="176" y="16"/>
                    <a:pt x="174" y="16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2" y="16"/>
                    <a:pt x="172" y="15"/>
                    <a:pt x="171" y="15"/>
                  </a:cubicBezTo>
                  <a:cubicBezTo>
                    <a:pt x="173" y="12"/>
                    <a:pt x="173" y="12"/>
                    <a:pt x="173" y="12"/>
                  </a:cubicBezTo>
                  <a:cubicBezTo>
                    <a:pt x="173" y="8"/>
                    <a:pt x="173" y="8"/>
                    <a:pt x="173" y="8"/>
                  </a:cubicBezTo>
                  <a:close/>
                  <a:moveTo>
                    <a:pt x="110" y="13"/>
                  </a:moveTo>
                  <a:cubicBezTo>
                    <a:pt x="110" y="13"/>
                    <a:pt x="109" y="12"/>
                    <a:pt x="109" y="1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0" y="10"/>
                    <a:pt x="111" y="11"/>
                    <a:pt x="111" y="12"/>
                  </a:cubicBezTo>
                  <a:cubicBezTo>
                    <a:pt x="111" y="12"/>
                    <a:pt x="111" y="13"/>
                    <a:pt x="110" y="13"/>
                  </a:cubicBezTo>
                  <a:close/>
                  <a:moveTo>
                    <a:pt x="136" y="273"/>
                  </a:moveTo>
                  <a:cubicBezTo>
                    <a:pt x="211" y="273"/>
                    <a:pt x="272" y="212"/>
                    <a:pt x="272" y="138"/>
                  </a:cubicBezTo>
                  <a:cubicBezTo>
                    <a:pt x="272" y="95"/>
                    <a:pt x="254" y="63"/>
                    <a:pt x="233" y="41"/>
                  </a:cubicBezTo>
                  <a:cubicBezTo>
                    <a:pt x="221" y="29"/>
                    <a:pt x="210" y="22"/>
                    <a:pt x="194" y="14"/>
                  </a:cubicBezTo>
                  <a:cubicBezTo>
                    <a:pt x="186" y="10"/>
                    <a:pt x="178" y="7"/>
                    <a:pt x="169" y="5"/>
                  </a:cubicBezTo>
                  <a:cubicBezTo>
                    <a:pt x="166" y="4"/>
                    <a:pt x="158" y="2"/>
                    <a:pt x="155" y="2"/>
                  </a:cubicBezTo>
                  <a:cubicBezTo>
                    <a:pt x="151" y="2"/>
                    <a:pt x="142" y="1"/>
                    <a:pt x="139" y="1"/>
                  </a:cubicBezTo>
                  <a:cubicBezTo>
                    <a:pt x="134" y="0"/>
                    <a:pt x="112" y="2"/>
                    <a:pt x="108" y="4"/>
                  </a:cubicBezTo>
                  <a:cubicBezTo>
                    <a:pt x="99" y="7"/>
                    <a:pt x="91" y="8"/>
                    <a:pt x="83" y="12"/>
                  </a:cubicBezTo>
                  <a:cubicBezTo>
                    <a:pt x="68" y="18"/>
                    <a:pt x="53" y="28"/>
                    <a:pt x="42" y="39"/>
                  </a:cubicBezTo>
                  <a:cubicBezTo>
                    <a:pt x="30" y="50"/>
                    <a:pt x="21" y="62"/>
                    <a:pt x="14" y="78"/>
                  </a:cubicBezTo>
                  <a:cubicBezTo>
                    <a:pt x="7" y="91"/>
                    <a:pt x="0" y="112"/>
                    <a:pt x="0" y="13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61"/>
                    <a:pt x="8" y="185"/>
                    <a:pt x="14" y="196"/>
                  </a:cubicBezTo>
                  <a:cubicBezTo>
                    <a:pt x="22" y="212"/>
                    <a:pt x="30" y="223"/>
                    <a:pt x="42" y="235"/>
                  </a:cubicBezTo>
                  <a:cubicBezTo>
                    <a:pt x="62" y="254"/>
                    <a:pt x="96" y="273"/>
                    <a:pt x="136" y="273"/>
                  </a:cubicBezTo>
                  <a:close/>
                </a:path>
              </a:pathLst>
            </a:custGeom>
            <a:solidFill>
              <a:srgbClr val="FFFFFE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6" name="iŝḷîďé"/>
            <p:cNvSpPr/>
            <p:nvPr/>
          </p:nvSpPr>
          <p:spPr bwMode="auto">
            <a:xfrm>
              <a:off x="10058749" y="557631"/>
              <a:ext cx="272647" cy="307086"/>
            </a:xfrm>
            <a:custGeom>
              <a:avLst/>
              <a:gdLst>
                <a:gd name="T0" fmla="*/ 100 w 162"/>
                <a:gd name="T1" fmla="*/ 131 h 181"/>
                <a:gd name="T2" fmla="*/ 102 w 162"/>
                <a:gd name="T3" fmla="*/ 142 h 181"/>
                <a:gd name="T4" fmla="*/ 98 w 162"/>
                <a:gd name="T5" fmla="*/ 145 h 181"/>
                <a:gd name="T6" fmla="*/ 93 w 162"/>
                <a:gd name="T7" fmla="*/ 140 h 181"/>
                <a:gd name="T8" fmla="*/ 75 w 162"/>
                <a:gd name="T9" fmla="*/ 145 h 181"/>
                <a:gd name="T10" fmla="*/ 76 w 162"/>
                <a:gd name="T11" fmla="*/ 143 h 181"/>
                <a:gd name="T12" fmla="*/ 74 w 162"/>
                <a:gd name="T13" fmla="*/ 139 h 181"/>
                <a:gd name="T14" fmla="*/ 76 w 162"/>
                <a:gd name="T15" fmla="*/ 131 h 181"/>
                <a:gd name="T16" fmla="*/ 62 w 162"/>
                <a:gd name="T17" fmla="*/ 133 h 181"/>
                <a:gd name="T18" fmla="*/ 68 w 162"/>
                <a:gd name="T19" fmla="*/ 132 h 181"/>
                <a:gd name="T20" fmla="*/ 65 w 162"/>
                <a:gd name="T21" fmla="*/ 134 h 181"/>
                <a:gd name="T22" fmla="*/ 82 w 162"/>
                <a:gd name="T23" fmla="*/ 135 h 181"/>
                <a:gd name="T24" fmla="*/ 91 w 162"/>
                <a:gd name="T25" fmla="*/ 134 h 181"/>
                <a:gd name="T26" fmla="*/ 91 w 162"/>
                <a:gd name="T27" fmla="*/ 145 h 181"/>
                <a:gd name="T28" fmla="*/ 88 w 162"/>
                <a:gd name="T29" fmla="*/ 135 h 181"/>
                <a:gd name="T30" fmla="*/ 85 w 162"/>
                <a:gd name="T31" fmla="*/ 135 h 181"/>
                <a:gd name="T32" fmla="*/ 65 w 162"/>
                <a:gd name="T33" fmla="*/ 113 h 181"/>
                <a:gd name="T34" fmla="*/ 63 w 162"/>
                <a:gd name="T35" fmla="*/ 113 h 181"/>
                <a:gd name="T36" fmla="*/ 99 w 162"/>
                <a:gd name="T37" fmla="*/ 123 h 181"/>
                <a:gd name="T38" fmla="*/ 40 w 162"/>
                <a:gd name="T39" fmla="*/ 123 h 181"/>
                <a:gd name="T40" fmla="*/ 59 w 162"/>
                <a:gd name="T41" fmla="*/ 113 h 181"/>
                <a:gd name="T42" fmla="*/ 69 w 162"/>
                <a:gd name="T43" fmla="*/ 113 h 181"/>
                <a:gd name="T44" fmla="*/ 76 w 162"/>
                <a:gd name="T45" fmla="*/ 123 h 181"/>
                <a:gd name="T46" fmla="*/ 85 w 162"/>
                <a:gd name="T47" fmla="*/ 123 h 181"/>
                <a:gd name="T48" fmla="*/ 92 w 162"/>
                <a:gd name="T49" fmla="*/ 113 h 181"/>
                <a:gd name="T50" fmla="*/ 103 w 162"/>
                <a:gd name="T51" fmla="*/ 113 h 181"/>
                <a:gd name="T52" fmla="*/ 122 w 162"/>
                <a:gd name="T53" fmla="*/ 123 h 181"/>
                <a:gd name="T54" fmla="*/ 40 w 162"/>
                <a:gd name="T55" fmla="*/ 123 h 181"/>
                <a:gd name="T56" fmla="*/ 157 w 162"/>
                <a:gd name="T57" fmla="*/ 107 h 181"/>
                <a:gd name="T58" fmla="*/ 156 w 162"/>
                <a:gd name="T59" fmla="*/ 108 h 181"/>
                <a:gd name="T60" fmla="*/ 124 w 162"/>
                <a:gd name="T61" fmla="*/ 122 h 181"/>
                <a:gd name="T62" fmla="*/ 1 w 162"/>
                <a:gd name="T63" fmla="*/ 120 h 181"/>
                <a:gd name="T64" fmla="*/ 14 w 162"/>
                <a:gd name="T65" fmla="*/ 107 h 181"/>
                <a:gd name="T66" fmla="*/ 37 w 162"/>
                <a:gd name="T67" fmla="*/ 104 h 181"/>
                <a:gd name="T68" fmla="*/ 3 w 162"/>
                <a:gd name="T69" fmla="*/ 122 h 181"/>
                <a:gd name="T70" fmla="*/ 82 w 162"/>
                <a:gd name="T71" fmla="*/ 73 h 181"/>
                <a:gd name="T72" fmla="*/ 112 w 162"/>
                <a:gd name="T73" fmla="*/ 82 h 181"/>
                <a:gd name="T74" fmla="*/ 105 w 162"/>
                <a:gd name="T75" fmla="*/ 91 h 181"/>
                <a:gd name="T76" fmla="*/ 41 w 162"/>
                <a:gd name="T77" fmla="*/ 105 h 181"/>
                <a:gd name="T78" fmla="*/ 50 w 162"/>
                <a:gd name="T79" fmla="*/ 82 h 181"/>
                <a:gd name="T80" fmla="*/ 80 w 162"/>
                <a:gd name="T81" fmla="*/ 73 h 181"/>
                <a:gd name="T82" fmla="*/ 66 w 162"/>
                <a:gd name="T83" fmla="*/ 44 h 181"/>
                <a:gd name="T84" fmla="*/ 66 w 162"/>
                <a:gd name="T85" fmla="*/ 49 h 181"/>
                <a:gd name="T86" fmla="*/ 86 w 162"/>
                <a:gd name="T87" fmla="*/ 37 h 181"/>
                <a:gd name="T88" fmla="*/ 112 w 162"/>
                <a:gd name="T89" fmla="*/ 60 h 181"/>
                <a:gd name="T90" fmla="*/ 97 w 162"/>
                <a:gd name="T91" fmla="*/ 35 h 181"/>
                <a:gd name="T92" fmla="*/ 72 w 162"/>
                <a:gd name="T93" fmla="*/ 47 h 181"/>
                <a:gd name="T94" fmla="*/ 12 w 162"/>
                <a:gd name="T95" fmla="*/ 91 h 181"/>
                <a:gd name="T96" fmla="*/ 15 w 162"/>
                <a:gd name="T97" fmla="*/ 147 h 181"/>
                <a:gd name="T98" fmla="*/ 82 w 162"/>
                <a:gd name="T99" fmla="*/ 181 h 181"/>
                <a:gd name="T100" fmla="*/ 150 w 162"/>
                <a:gd name="T101" fmla="*/ 145 h 181"/>
                <a:gd name="T102" fmla="*/ 151 w 162"/>
                <a:gd name="T103" fmla="*/ 92 h 181"/>
                <a:gd name="T104" fmla="*/ 148 w 162"/>
                <a:gd name="T105" fmla="*/ 36 h 181"/>
                <a:gd name="T106" fmla="*/ 85 w 162"/>
                <a:gd name="T107" fmla="*/ 0 h 181"/>
                <a:gd name="T108" fmla="*/ 38 w 162"/>
                <a:gd name="T109" fmla="*/ 27 h 181"/>
                <a:gd name="T110" fmla="*/ 0 w 162"/>
                <a:gd name="T111" fmla="*/ 63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62" h="181">
                  <a:moveTo>
                    <a:pt x="93" y="140"/>
                  </a:moveTo>
                  <a:cubicBezTo>
                    <a:pt x="93" y="138"/>
                    <a:pt x="97" y="131"/>
                    <a:pt x="99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9"/>
                    <a:pt x="100" y="139"/>
                    <a:pt x="100" y="139"/>
                  </a:cubicBezTo>
                  <a:cubicBezTo>
                    <a:pt x="102" y="139"/>
                    <a:pt x="102" y="139"/>
                    <a:pt x="102" y="139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0" y="145"/>
                    <a:pt x="100" y="145"/>
                    <a:pt x="100" y="145"/>
                  </a:cubicBezTo>
                  <a:cubicBezTo>
                    <a:pt x="98" y="145"/>
                    <a:pt x="98" y="145"/>
                    <a:pt x="98" y="145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3" y="142"/>
                    <a:pt x="93" y="142"/>
                    <a:pt x="93" y="142"/>
                  </a:cubicBezTo>
                  <a:cubicBezTo>
                    <a:pt x="93" y="140"/>
                    <a:pt x="93" y="140"/>
                    <a:pt x="93" y="140"/>
                  </a:cubicBezTo>
                  <a:close/>
                  <a:moveTo>
                    <a:pt x="80" y="140"/>
                  </a:moveTo>
                  <a:cubicBezTo>
                    <a:pt x="80" y="142"/>
                    <a:pt x="78" y="145"/>
                    <a:pt x="76" y="145"/>
                  </a:cubicBezTo>
                  <a:cubicBezTo>
                    <a:pt x="75" y="145"/>
                    <a:pt x="75" y="145"/>
                    <a:pt x="75" y="145"/>
                  </a:cubicBezTo>
                  <a:cubicBezTo>
                    <a:pt x="73" y="145"/>
                    <a:pt x="72" y="143"/>
                    <a:pt x="71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4" y="142"/>
                    <a:pt x="75" y="143"/>
                    <a:pt x="76" y="143"/>
                  </a:cubicBezTo>
                  <a:cubicBezTo>
                    <a:pt x="76" y="143"/>
                    <a:pt x="77" y="142"/>
                    <a:pt x="77" y="142"/>
                  </a:cubicBezTo>
                  <a:cubicBezTo>
                    <a:pt x="77" y="139"/>
                    <a:pt x="77" y="139"/>
                    <a:pt x="77" y="139"/>
                  </a:cubicBezTo>
                  <a:cubicBezTo>
                    <a:pt x="74" y="139"/>
                    <a:pt x="74" y="139"/>
                    <a:pt x="74" y="139"/>
                  </a:cubicBezTo>
                  <a:cubicBezTo>
                    <a:pt x="73" y="138"/>
                    <a:pt x="71" y="138"/>
                    <a:pt x="71" y="136"/>
                  </a:cubicBezTo>
                  <a:cubicBezTo>
                    <a:pt x="71" y="134"/>
                    <a:pt x="71" y="134"/>
                    <a:pt x="71" y="134"/>
                  </a:cubicBezTo>
                  <a:cubicBezTo>
                    <a:pt x="71" y="132"/>
                    <a:pt x="74" y="131"/>
                    <a:pt x="76" y="131"/>
                  </a:cubicBezTo>
                  <a:cubicBezTo>
                    <a:pt x="78" y="131"/>
                    <a:pt x="80" y="133"/>
                    <a:pt x="80" y="135"/>
                  </a:cubicBezTo>
                  <a:cubicBezTo>
                    <a:pt x="80" y="140"/>
                    <a:pt x="80" y="140"/>
                    <a:pt x="80" y="140"/>
                  </a:cubicBezTo>
                  <a:close/>
                  <a:moveTo>
                    <a:pt x="62" y="133"/>
                  </a:moveTo>
                  <a:cubicBezTo>
                    <a:pt x="63" y="132"/>
                    <a:pt x="65" y="131"/>
                    <a:pt x="66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8" y="131"/>
                    <a:pt x="68" y="131"/>
                    <a:pt x="68" y="132"/>
                  </a:cubicBezTo>
                  <a:cubicBezTo>
                    <a:pt x="68" y="145"/>
                    <a:pt x="68" y="145"/>
                    <a:pt x="68" y="145"/>
                  </a:cubicBezTo>
                  <a:cubicBezTo>
                    <a:pt x="65" y="145"/>
                    <a:pt x="65" y="145"/>
                    <a:pt x="65" y="145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2" y="133"/>
                    <a:pt x="62" y="133"/>
                    <a:pt x="62" y="133"/>
                  </a:cubicBezTo>
                  <a:close/>
                  <a:moveTo>
                    <a:pt x="82" y="135"/>
                  </a:moveTo>
                  <a:cubicBezTo>
                    <a:pt x="82" y="132"/>
                    <a:pt x="83" y="131"/>
                    <a:pt x="86" y="131"/>
                  </a:cubicBezTo>
                  <a:cubicBezTo>
                    <a:pt x="88" y="131"/>
                    <a:pt x="88" y="131"/>
                    <a:pt x="88" y="131"/>
                  </a:cubicBezTo>
                  <a:cubicBezTo>
                    <a:pt x="89" y="131"/>
                    <a:pt x="91" y="133"/>
                    <a:pt x="91" y="134"/>
                  </a:cubicBezTo>
                  <a:cubicBezTo>
                    <a:pt x="91" y="138"/>
                    <a:pt x="87" y="140"/>
                    <a:pt x="85" y="142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145"/>
                    <a:pt x="91" y="145"/>
                    <a:pt x="91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1"/>
                    <a:pt x="88" y="137"/>
                    <a:pt x="88" y="135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3"/>
                    <a:pt x="87" y="133"/>
                    <a:pt x="86" y="133"/>
                  </a:cubicBezTo>
                  <a:cubicBezTo>
                    <a:pt x="85" y="133"/>
                    <a:pt x="86" y="134"/>
                    <a:pt x="85" y="135"/>
                  </a:cubicBezTo>
                  <a:cubicBezTo>
                    <a:pt x="82" y="135"/>
                    <a:pt x="82" y="135"/>
                    <a:pt x="82" y="135"/>
                  </a:cubicBezTo>
                  <a:close/>
                  <a:moveTo>
                    <a:pt x="63" y="113"/>
                  </a:moveTo>
                  <a:cubicBezTo>
                    <a:pt x="65" y="113"/>
                    <a:pt x="65" y="113"/>
                    <a:pt x="65" y="113"/>
                  </a:cubicBezTo>
                  <a:cubicBezTo>
                    <a:pt x="65" y="123"/>
                    <a:pt x="65" y="123"/>
                    <a:pt x="65" y="123"/>
                  </a:cubicBezTo>
                  <a:cubicBezTo>
                    <a:pt x="63" y="123"/>
                    <a:pt x="63" y="123"/>
                    <a:pt x="63" y="123"/>
                  </a:cubicBezTo>
                  <a:cubicBezTo>
                    <a:pt x="63" y="113"/>
                    <a:pt x="63" y="113"/>
                    <a:pt x="63" y="113"/>
                  </a:cubicBezTo>
                  <a:close/>
                  <a:moveTo>
                    <a:pt x="97" y="113"/>
                  </a:moveTo>
                  <a:cubicBezTo>
                    <a:pt x="99" y="113"/>
                    <a:pt x="99" y="113"/>
                    <a:pt x="99" y="113"/>
                  </a:cubicBezTo>
                  <a:cubicBezTo>
                    <a:pt x="99" y="123"/>
                    <a:pt x="99" y="123"/>
                    <a:pt x="99" y="123"/>
                  </a:cubicBezTo>
                  <a:cubicBezTo>
                    <a:pt x="97" y="123"/>
                    <a:pt x="97" y="123"/>
                    <a:pt x="97" y="123"/>
                  </a:cubicBezTo>
                  <a:cubicBezTo>
                    <a:pt x="97" y="113"/>
                    <a:pt x="97" y="113"/>
                    <a:pt x="97" y="113"/>
                  </a:cubicBezTo>
                  <a:close/>
                  <a:moveTo>
                    <a:pt x="40" y="123"/>
                  </a:moveTo>
                  <a:cubicBezTo>
                    <a:pt x="61" y="123"/>
                    <a:pt x="61" y="123"/>
                    <a:pt x="61" y="123"/>
                  </a:cubicBezTo>
                  <a:cubicBezTo>
                    <a:pt x="61" y="113"/>
                    <a:pt x="61" y="113"/>
                    <a:pt x="61" y="113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59" y="111"/>
                    <a:pt x="59" y="111"/>
                    <a:pt x="59" y="111"/>
                  </a:cubicBezTo>
                  <a:cubicBezTo>
                    <a:pt x="69" y="111"/>
                    <a:pt x="69" y="111"/>
                    <a:pt x="69" y="111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6" y="123"/>
                    <a:pt x="66" y="123"/>
                    <a:pt x="66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23"/>
                    <a:pt x="85" y="123"/>
                    <a:pt x="85" y="123"/>
                  </a:cubicBezTo>
                  <a:cubicBezTo>
                    <a:pt x="95" y="123"/>
                    <a:pt x="95" y="123"/>
                    <a:pt x="95" y="123"/>
                  </a:cubicBezTo>
                  <a:cubicBezTo>
                    <a:pt x="95" y="113"/>
                    <a:pt x="95" y="113"/>
                    <a:pt x="95" y="113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3" y="113"/>
                    <a:pt x="103" y="113"/>
                    <a:pt x="103" y="113"/>
                  </a:cubicBezTo>
                  <a:cubicBezTo>
                    <a:pt x="100" y="113"/>
                    <a:pt x="100" y="113"/>
                    <a:pt x="100" y="11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122" y="123"/>
                    <a:pt x="122" y="123"/>
                    <a:pt x="122" y="123"/>
                  </a:cubicBezTo>
                  <a:cubicBezTo>
                    <a:pt x="122" y="106"/>
                    <a:pt x="122" y="106"/>
                    <a:pt x="122" y="106"/>
                  </a:cubicBezTo>
                  <a:cubicBezTo>
                    <a:pt x="40" y="106"/>
                    <a:pt x="40" y="106"/>
                    <a:pt x="40" y="106"/>
                  </a:cubicBezTo>
                  <a:cubicBezTo>
                    <a:pt x="40" y="123"/>
                    <a:pt x="40" y="123"/>
                    <a:pt x="40" y="123"/>
                  </a:cubicBezTo>
                  <a:close/>
                  <a:moveTo>
                    <a:pt x="124" y="104"/>
                  </a:moveTo>
                  <a:cubicBezTo>
                    <a:pt x="156" y="104"/>
                    <a:pt x="156" y="104"/>
                    <a:pt x="156" y="104"/>
                  </a:cubicBezTo>
                  <a:cubicBezTo>
                    <a:pt x="157" y="104"/>
                    <a:pt x="157" y="105"/>
                    <a:pt x="157" y="107"/>
                  </a:cubicBezTo>
                  <a:cubicBezTo>
                    <a:pt x="147" y="107"/>
                    <a:pt x="147" y="107"/>
                    <a:pt x="147" y="107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58" y="108"/>
                    <a:pt x="160" y="116"/>
                    <a:pt x="160" y="118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4" y="104"/>
                    <a:pt x="124" y="104"/>
                    <a:pt x="124" y="104"/>
                  </a:cubicBezTo>
                  <a:close/>
                  <a:moveTo>
                    <a:pt x="3" y="122"/>
                  </a:moveTo>
                  <a:cubicBezTo>
                    <a:pt x="2" y="122"/>
                    <a:pt x="1" y="121"/>
                    <a:pt x="1" y="120"/>
                  </a:cubicBezTo>
                  <a:cubicBezTo>
                    <a:pt x="1" y="117"/>
                    <a:pt x="3" y="108"/>
                    <a:pt x="5" y="10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7"/>
                    <a:pt x="14" y="107"/>
                    <a:pt x="14" y="107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4" y="105"/>
                    <a:pt x="4" y="104"/>
                    <a:pt x="6" y="104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8" y="104"/>
                    <a:pt x="38" y="104"/>
                    <a:pt x="38" y="105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3" y="122"/>
                    <a:pt x="3" y="122"/>
                    <a:pt x="3" y="122"/>
                  </a:cubicBezTo>
                  <a:close/>
                  <a:moveTo>
                    <a:pt x="80" y="60"/>
                  </a:moveTo>
                  <a:cubicBezTo>
                    <a:pt x="82" y="60"/>
                    <a:pt x="82" y="60"/>
                    <a:pt x="82" y="60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12" y="90"/>
                    <a:pt x="112" y="90"/>
                    <a:pt x="112" y="90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05" y="91"/>
                    <a:pt x="105" y="91"/>
                    <a:pt x="105" y="91"/>
                  </a:cubicBezTo>
                  <a:cubicBezTo>
                    <a:pt x="121" y="91"/>
                    <a:pt x="121" y="91"/>
                    <a:pt x="121" y="91"/>
                  </a:cubicBezTo>
                  <a:cubicBezTo>
                    <a:pt x="121" y="105"/>
                    <a:pt x="121" y="105"/>
                    <a:pt x="121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1" y="90"/>
                    <a:pt x="41" y="90"/>
                    <a:pt x="41" y="90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80" y="73"/>
                    <a:pt x="80" y="73"/>
                    <a:pt x="80" y="73"/>
                  </a:cubicBezTo>
                  <a:cubicBezTo>
                    <a:pt x="80" y="60"/>
                    <a:pt x="80" y="60"/>
                    <a:pt x="80" y="60"/>
                  </a:cubicBezTo>
                  <a:close/>
                  <a:moveTo>
                    <a:pt x="72" y="47"/>
                  </a:moveTo>
                  <a:cubicBezTo>
                    <a:pt x="66" y="44"/>
                    <a:pt x="66" y="44"/>
                    <a:pt x="66" y="44"/>
                  </a:cubicBezTo>
                  <a:cubicBezTo>
                    <a:pt x="65" y="49"/>
                    <a:pt x="50" y="57"/>
                    <a:pt x="46" y="61"/>
                  </a:cubicBezTo>
                  <a:cubicBezTo>
                    <a:pt x="51" y="59"/>
                    <a:pt x="53" y="58"/>
                    <a:pt x="57" y="56"/>
                  </a:cubicBezTo>
                  <a:cubicBezTo>
                    <a:pt x="62" y="54"/>
                    <a:pt x="63" y="51"/>
                    <a:pt x="66" y="49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6" y="52"/>
                    <a:pt x="84" y="42"/>
                    <a:pt x="85" y="37"/>
                  </a:cubicBezTo>
                  <a:cubicBezTo>
                    <a:pt x="86" y="37"/>
                    <a:pt x="86" y="37"/>
                    <a:pt x="86" y="37"/>
                  </a:cubicBezTo>
                  <a:cubicBezTo>
                    <a:pt x="87" y="39"/>
                    <a:pt x="91" y="45"/>
                    <a:pt x="93" y="45"/>
                  </a:cubicBezTo>
                  <a:cubicBezTo>
                    <a:pt x="94" y="45"/>
                    <a:pt x="95" y="45"/>
                    <a:pt x="96" y="44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112" y="58"/>
                    <a:pt x="106" y="50"/>
                    <a:pt x="104" y="48"/>
                  </a:cubicBezTo>
                  <a:cubicBezTo>
                    <a:pt x="103" y="46"/>
                    <a:pt x="98" y="37"/>
                    <a:pt x="97" y="35"/>
                  </a:cubicBezTo>
                  <a:cubicBezTo>
                    <a:pt x="97" y="35"/>
                    <a:pt x="97" y="35"/>
                    <a:pt x="97" y="35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2" y="35"/>
                    <a:pt x="79" y="43"/>
                    <a:pt x="72" y="47"/>
                  </a:cubicBezTo>
                  <a:close/>
                  <a:moveTo>
                    <a:pt x="0" y="63"/>
                  </a:moveTo>
                  <a:cubicBezTo>
                    <a:pt x="0" y="70"/>
                    <a:pt x="2" y="75"/>
                    <a:pt x="4" y="79"/>
                  </a:cubicBezTo>
                  <a:cubicBezTo>
                    <a:pt x="6" y="84"/>
                    <a:pt x="10" y="87"/>
                    <a:pt x="12" y="91"/>
                  </a:cubicBezTo>
                  <a:cubicBezTo>
                    <a:pt x="8" y="96"/>
                    <a:pt x="0" y="10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33"/>
                    <a:pt x="8" y="144"/>
                    <a:pt x="15" y="147"/>
                  </a:cubicBezTo>
                  <a:cubicBezTo>
                    <a:pt x="26" y="152"/>
                    <a:pt x="29" y="153"/>
                    <a:pt x="46" y="153"/>
                  </a:cubicBezTo>
                  <a:cubicBezTo>
                    <a:pt x="50" y="161"/>
                    <a:pt x="52" y="167"/>
                    <a:pt x="58" y="173"/>
                  </a:cubicBezTo>
                  <a:cubicBezTo>
                    <a:pt x="64" y="177"/>
                    <a:pt x="73" y="181"/>
                    <a:pt x="82" y="181"/>
                  </a:cubicBezTo>
                  <a:cubicBezTo>
                    <a:pt x="98" y="181"/>
                    <a:pt x="111" y="167"/>
                    <a:pt x="114" y="154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34" y="154"/>
                    <a:pt x="145" y="149"/>
                    <a:pt x="150" y="145"/>
                  </a:cubicBezTo>
                  <a:cubicBezTo>
                    <a:pt x="156" y="140"/>
                    <a:pt x="161" y="131"/>
                    <a:pt x="161" y="121"/>
                  </a:cubicBezTo>
                  <a:cubicBezTo>
                    <a:pt x="161" y="118"/>
                    <a:pt x="161" y="118"/>
                    <a:pt x="161" y="118"/>
                  </a:cubicBezTo>
                  <a:cubicBezTo>
                    <a:pt x="161" y="108"/>
                    <a:pt x="155" y="98"/>
                    <a:pt x="151" y="92"/>
                  </a:cubicBezTo>
                  <a:cubicBezTo>
                    <a:pt x="156" y="85"/>
                    <a:pt x="162" y="77"/>
                    <a:pt x="162" y="66"/>
                  </a:cubicBezTo>
                  <a:cubicBezTo>
                    <a:pt x="162" y="61"/>
                    <a:pt x="162" y="61"/>
                    <a:pt x="162" y="61"/>
                  </a:cubicBezTo>
                  <a:cubicBezTo>
                    <a:pt x="162" y="51"/>
                    <a:pt x="154" y="41"/>
                    <a:pt x="148" y="36"/>
                  </a:cubicBezTo>
                  <a:cubicBezTo>
                    <a:pt x="142" y="31"/>
                    <a:pt x="130" y="29"/>
                    <a:pt x="118" y="29"/>
                  </a:cubicBezTo>
                  <a:cubicBezTo>
                    <a:pt x="114" y="21"/>
                    <a:pt x="113" y="17"/>
                    <a:pt x="106" y="10"/>
                  </a:cubicBezTo>
                  <a:cubicBezTo>
                    <a:pt x="102" y="6"/>
                    <a:pt x="9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64" y="0"/>
                    <a:pt x="56" y="15"/>
                    <a:pt x="48" y="29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17" y="28"/>
                    <a:pt x="0" y="42"/>
                    <a:pt x="0" y="60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FFFFFE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7" name="işlïḋé"/>
            <p:cNvSpPr/>
            <p:nvPr/>
          </p:nvSpPr>
          <p:spPr bwMode="auto">
            <a:xfrm>
              <a:off x="10023489" y="539181"/>
              <a:ext cx="346446" cy="347266"/>
            </a:xfrm>
            <a:custGeom>
              <a:avLst/>
              <a:gdLst>
                <a:gd name="T0" fmla="*/ 21 w 206"/>
                <a:gd name="T1" fmla="*/ 74 h 205"/>
                <a:gd name="T2" fmla="*/ 21 w 206"/>
                <a:gd name="T3" fmla="*/ 71 h 205"/>
                <a:gd name="T4" fmla="*/ 56 w 206"/>
                <a:gd name="T5" fmla="*/ 39 h 205"/>
                <a:gd name="T6" fmla="*/ 59 w 206"/>
                <a:gd name="T7" fmla="*/ 38 h 205"/>
                <a:gd name="T8" fmla="*/ 69 w 206"/>
                <a:gd name="T9" fmla="*/ 40 h 205"/>
                <a:gd name="T10" fmla="*/ 106 w 206"/>
                <a:gd name="T11" fmla="*/ 11 h 205"/>
                <a:gd name="T12" fmla="*/ 106 w 206"/>
                <a:gd name="T13" fmla="*/ 11 h 205"/>
                <a:gd name="T14" fmla="*/ 127 w 206"/>
                <a:gd name="T15" fmla="*/ 21 h 205"/>
                <a:gd name="T16" fmla="*/ 139 w 206"/>
                <a:gd name="T17" fmla="*/ 40 h 205"/>
                <a:gd name="T18" fmla="*/ 169 w 206"/>
                <a:gd name="T19" fmla="*/ 47 h 205"/>
                <a:gd name="T20" fmla="*/ 183 w 206"/>
                <a:gd name="T21" fmla="*/ 72 h 205"/>
                <a:gd name="T22" fmla="*/ 183 w 206"/>
                <a:gd name="T23" fmla="*/ 77 h 205"/>
                <a:gd name="T24" fmla="*/ 172 w 206"/>
                <a:gd name="T25" fmla="*/ 103 h 205"/>
                <a:gd name="T26" fmla="*/ 182 w 206"/>
                <a:gd name="T27" fmla="*/ 129 h 205"/>
                <a:gd name="T28" fmla="*/ 182 w 206"/>
                <a:gd name="T29" fmla="*/ 132 h 205"/>
                <a:gd name="T30" fmla="*/ 171 w 206"/>
                <a:gd name="T31" fmla="*/ 156 h 205"/>
                <a:gd name="T32" fmla="*/ 146 w 206"/>
                <a:gd name="T33" fmla="*/ 165 h 205"/>
                <a:gd name="T34" fmla="*/ 135 w 206"/>
                <a:gd name="T35" fmla="*/ 165 h 205"/>
                <a:gd name="T36" fmla="*/ 103 w 206"/>
                <a:gd name="T37" fmla="*/ 192 h 205"/>
                <a:gd name="T38" fmla="*/ 79 w 206"/>
                <a:gd name="T39" fmla="*/ 184 h 205"/>
                <a:gd name="T40" fmla="*/ 67 w 206"/>
                <a:gd name="T41" fmla="*/ 164 h 205"/>
                <a:gd name="T42" fmla="*/ 36 w 206"/>
                <a:gd name="T43" fmla="*/ 158 h 205"/>
                <a:gd name="T44" fmla="*/ 21 w 206"/>
                <a:gd name="T45" fmla="*/ 135 h 205"/>
                <a:gd name="T46" fmla="*/ 21 w 206"/>
                <a:gd name="T47" fmla="*/ 127 h 205"/>
                <a:gd name="T48" fmla="*/ 33 w 206"/>
                <a:gd name="T49" fmla="*/ 102 h 205"/>
                <a:gd name="T50" fmla="*/ 25 w 206"/>
                <a:gd name="T51" fmla="*/ 90 h 205"/>
                <a:gd name="T52" fmla="*/ 21 w 206"/>
                <a:gd name="T53" fmla="*/ 74 h 205"/>
                <a:gd name="T54" fmla="*/ 0 w 206"/>
                <a:gd name="T55" fmla="*/ 100 h 205"/>
                <a:gd name="T56" fmla="*/ 0 w 206"/>
                <a:gd name="T57" fmla="*/ 104 h 205"/>
                <a:gd name="T58" fmla="*/ 101 w 206"/>
                <a:gd name="T59" fmla="*/ 205 h 205"/>
                <a:gd name="T60" fmla="*/ 107 w 206"/>
                <a:gd name="T61" fmla="*/ 205 h 205"/>
                <a:gd name="T62" fmla="*/ 147 w 206"/>
                <a:gd name="T63" fmla="*/ 195 h 205"/>
                <a:gd name="T64" fmla="*/ 176 w 206"/>
                <a:gd name="T65" fmla="*/ 174 h 205"/>
                <a:gd name="T66" fmla="*/ 206 w 206"/>
                <a:gd name="T67" fmla="*/ 103 h 205"/>
                <a:gd name="T68" fmla="*/ 177 w 206"/>
                <a:gd name="T69" fmla="*/ 32 h 205"/>
                <a:gd name="T70" fmla="*/ 109 w 206"/>
                <a:gd name="T71" fmla="*/ 0 h 205"/>
                <a:gd name="T72" fmla="*/ 95 w 206"/>
                <a:gd name="T73" fmla="*/ 0 h 205"/>
                <a:gd name="T74" fmla="*/ 57 w 206"/>
                <a:gd name="T75" fmla="*/ 11 h 205"/>
                <a:gd name="T76" fmla="*/ 29 w 206"/>
                <a:gd name="T77" fmla="*/ 31 h 205"/>
                <a:gd name="T78" fmla="*/ 0 w 206"/>
                <a:gd name="T79" fmla="*/ 10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6" h="205">
                  <a:moveTo>
                    <a:pt x="21" y="74"/>
                  </a:moveTo>
                  <a:cubicBezTo>
                    <a:pt x="21" y="71"/>
                    <a:pt x="21" y="71"/>
                    <a:pt x="21" y="71"/>
                  </a:cubicBezTo>
                  <a:cubicBezTo>
                    <a:pt x="21" y="53"/>
                    <a:pt x="38" y="39"/>
                    <a:pt x="56" y="39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77" y="26"/>
                    <a:pt x="85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16" y="11"/>
                    <a:pt x="123" y="17"/>
                    <a:pt x="127" y="21"/>
                  </a:cubicBezTo>
                  <a:cubicBezTo>
                    <a:pt x="134" y="28"/>
                    <a:pt x="135" y="32"/>
                    <a:pt x="139" y="40"/>
                  </a:cubicBezTo>
                  <a:cubicBezTo>
                    <a:pt x="151" y="40"/>
                    <a:pt x="163" y="42"/>
                    <a:pt x="169" y="47"/>
                  </a:cubicBezTo>
                  <a:cubicBezTo>
                    <a:pt x="175" y="52"/>
                    <a:pt x="183" y="62"/>
                    <a:pt x="183" y="72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3" y="88"/>
                    <a:pt x="177" y="96"/>
                    <a:pt x="172" y="103"/>
                  </a:cubicBezTo>
                  <a:cubicBezTo>
                    <a:pt x="176" y="109"/>
                    <a:pt x="182" y="119"/>
                    <a:pt x="182" y="129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2" y="142"/>
                    <a:pt x="177" y="151"/>
                    <a:pt x="171" y="156"/>
                  </a:cubicBezTo>
                  <a:cubicBezTo>
                    <a:pt x="166" y="160"/>
                    <a:pt x="155" y="165"/>
                    <a:pt x="146" y="165"/>
                  </a:cubicBezTo>
                  <a:cubicBezTo>
                    <a:pt x="135" y="165"/>
                    <a:pt x="135" y="165"/>
                    <a:pt x="135" y="165"/>
                  </a:cubicBezTo>
                  <a:cubicBezTo>
                    <a:pt x="132" y="178"/>
                    <a:pt x="119" y="192"/>
                    <a:pt x="103" y="192"/>
                  </a:cubicBezTo>
                  <a:cubicBezTo>
                    <a:pt x="94" y="192"/>
                    <a:pt x="85" y="188"/>
                    <a:pt x="79" y="184"/>
                  </a:cubicBezTo>
                  <a:cubicBezTo>
                    <a:pt x="73" y="178"/>
                    <a:pt x="71" y="172"/>
                    <a:pt x="67" y="164"/>
                  </a:cubicBezTo>
                  <a:cubicBezTo>
                    <a:pt x="50" y="164"/>
                    <a:pt x="47" y="163"/>
                    <a:pt x="36" y="158"/>
                  </a:cubicBezTo>
                  <a:cubicBezTo>
                    <a:pt x="29" y="155"/>
                    <a:pt x="21" y="144"/>
                    <a:pt x="21" y="135"/>
                  </a:cubicBezTo>
                  <a:cubicBezTo>
                    <a:pt x="21" y="127"/>
                    <a:pt x="21" y="127"/>
                    <a:pt x="21" y="127"/>
                  </a:cubicBezTo>
                  <a:cubicBezTo>
                    <a:pt x="21" y="117"/>
                    <a:pt x="29" y="107"/>
                    <a:pt x="33" y="102"/>
                  </a:cubicBezTo>
                  <a:cubicBezTo>
                    <a:pt x="31" y="98"/>
                    <a:pt x="27" y="95"/>
                    <a:pt x="25" y="90"/>
                  </a:cubicBezTo>
                  <a:cubicBezTo>
                    <a:pt x="23" y="86"/>
                    <a:pt x="21" y="81"/>
                    <a:pt x="21" y="74"/>
                  </a:cubicBezTo>
                  <a:close/>
                  <a:moveTo>
                    <a:pt x="0" y="100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59"/>
                    <a:pt x="46" y="205"/>
                    <a:pt x="101" y="205"/>
                  </a:cubicBezTo>
                  <a:cubicBezTo>
                    <a:pt x="107" y="205"/>
                    <a:pt x="107" y="205"/>
                    <a:pt x="107" y="205"/>
                  </a:cubicBezTo>
                  <a:cubicBezTo>
                    <a:pt x="122" y="205"/>
                    <a:pt x="137" y="200"/>
                    <a:pt x="147" y="195"/>
                  </a:cubicBezTo>
                  <a:cubicBezTo>
                    <a:pt x="159" y="190"/>
                    <a:pt x="168" y="183"/>
                    <a:pt x="176" y="174"/>
                  </a:cubicBezTo>
                  <a:cubicBezTo>
                    <a:pt x="192" y="159"/>
                    <a:pt x="206" y="134"/>
                    <a:pt x="206" y="103"/>
                  </a:cubicBezTo>
                  <a:cubicBezTo>
                    <a:pt x="206" y="73"/>
                    <a:pt x="192" y="47"/>
                    <a:pt x="177" y="32"/>
                  </a:cubicBezTo>
                  <a:cubicBezTo>
                    <a:pt x="163" y="17"/>
                    <a:pt x="137" y="0"/>
                    <a:pt x="109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83" y="0"/>
                    <a:pt x="65" y="7"/>
                    <a:pt x="57" y="11"/>
                  </a:cubicBezTo>
                  <a:cubicBezTo>
                    <a:pt x="45" y="16"/>
                    <a:pt x="37" y="23"/>
                    <a:pt x="29" y="31"/>
                  </a:cubicBezTo>
                  <a:cubicBezTo>
                    <a:pt x="15" y="46"/>
                    <a:pt x="0" y="72"/>
                    <a:pt x="0" y="10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8" name="ïşļíḑê"/>
            <p:cNvSpPr/>
            <p:nvPr/>
          </p:nvSpPr>
          <p:spPr bwMode="auto">
            <a:xfrm>
              <a:off x="9957890" y="476452"/>
              <a:ext cx="470674" cy="474364"/>
            </a:xfrm>
            <a:custGeom>
              <a:avLst/>
              <a:gdLst>
                <a:gd name="T0" fmla="*/ 140 w 280"/>
                <a:gd name="T1" fmla="*/ 276 h 280"/>
                <a:gd name="T2" fmla="*/ 46 w 280"/>
                <a:gd name="T3" fmla="*/ 238 h 280"/>
                <a:gd name="T4" fmla="*/ 18 w 280"/>
                <a:gd name="T5" fmla="*/ 199 h 280"/>
                <a:gd name="T6" fmla="*/ 4 w 280"/>
                <a:gd name="T7" fmla="*/ 147 h 280"/>
                <a:gd name="T8" fmla="*/ 4 w 280"/>
                <a:gd name="T9" fmla="*/ 135 h 280"/>
                <a:gd name="T10" fmla="*/ 18 w 280"/>
                <a:gd name="T11" fmla="*/ 81 h 280"/>
                <a:gd name="T12" fmla="*/ 46 w 280"/>
                <a:gd name="T13" fmla="*/ 42 h 280"/>
                <a:gd name="T14" fmla="*/ 87 w 280"/>
                <a:gd name="T15" fmla="*/ 15 h 280"/>
                <a:gd name="T16" fmla="*/ 112 w 280"/>
                <a:gd name="T17" fmla="*/ 7 h 280"/>
                <a:gd name="T18" fmla="*/ 143 w 280"/>
                <a:gd name="T19" fmla="*/ 4 h 280"/>
                <a:gd name="T20" fmla="*/ 159 w 280"/>
                <a:gd name="T21" fmla="*/ 5 h 280"/>
                <a:gd name="T22" fmla="*/ 173 w 280"/>
                <a:gd name="T23" fmla="*/ 8 h 280"/>
                <a:gd name="T24" fmla="*/ 198 w 280"/>
                <a:gd name="T25" fmla="*/ 17 h 280"/>
                <a:gd name="T26" fmla="*/ 237 w 280"/>
                <a:gd name="T27" fmla="*/ 44 h 280"/>
                <a:gd name="T28" fmla="*/ 276 w 280"/>
                <a:gd name="T29" fmla="*/ 141 h 280"/>
                <a:gd name="T30" fmla="*/ 140 w 280"/>
                <a:gd name="T31" fmla="*/ 276 h 280"/>
                <a:gd name="T32" fmla="*/ 0 w 280"/>
                <a:gd name="T33" fmla="*/ 143 h 280"/>
                <a:gd name="T34" fmla="*/ 13 w 280"/>
                <a:gd name="T35" fmla="*/ 199 h 280"/>
                <a:gd name="T36" fmla="*/ 41 w 280"/>
                <a:gd name="T37" fmla="*/ 239 h 280"/>
                <a:gd name="T38" fmla="*/ 138 w 280"/>
                <a:gd name="T39" fmla="*/ 280 h 280"/>
                <a:gd name="T40" fmla="*/ 143 w 280"/>
                <a:gd name="T41" fmla="*/ 280 h 280"/>
                <a:gd name="T42" fmla="*/ 239 w 280"/>
                <a:gd name="T43" fmla="*/ 240 h 280"/>
                <a:gd name="T44" fmla="*/ 280 w 280"/>
                <a:gd name="T45" fmla="*/ 146 h 280"/>
                <a:gd name="T46" fmla="*/ 280 w 280"/>
                <a:gd name="T47" fmla="*/ 137 h 280"/>
                <a:gd name="T48" fmla="*/ 142 w 280"/>
                <a:gd name="T49" fmla="*/ 0 h 280"/>
                <a:gd name="T50" fmla="*/ 136 w 280"/>
                <a:gd name="T51" fmla="*/ 0 h 280"/>
                <a:gd name="T52" fmla="*/ 80 w 280"/>
                <a:gd name="T53" fmla="*/ 13 h 280"/>
                <a:gd name="T54" fmla="*/ 40 w 280"/>
                <a:gd name="T55" fmla="*/ 42 h 280"/>
                <a:gd name="T56" fmla="*/ 0 w 280"/>
                <a:gd name="T57" fmla="*/ 142 h 280"/>
                <a:gd name="T58" fmla="*/ 0 w 280"/>
                <a:gd name="T59" fmla="*/ 143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0" h="280">
                  <a:moveTo>
                    <a:pt x="140" y="276"/>
                  </a:moveTo>
                  <a:cubicBezTo>
                    <a:pt x="100" y="276"/>
                    <a:pt x="66" y="257"/>
                    <a:pt x="46" y="238"/>
                  </a:cubicBezTo>
                  <a:cubicBezTo>
                    <a:pt x="34" y="226"/>
                    <a:pt x="26" y="215"/>
                    <a:pt x="18" y="199"/>
                  </a:cubicBezTo>
                  <a:cubicBezTo>
                    <a:pt x="12" y="188"/>
                    <a:pt x="4" y="164"/>
                    <a:pt x="4" y="147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4" y="115"/>
                    <a:pt x="11" y="94"/>
                    <a:pt x="18" y="81"/>
                  </a:cubicBezTo>
                  <a:cubicBezTo>
                    <a:pt x="25" y="65"/>
                    <a:pt x="34" y="53"/>
                    <a:pt x="46" y="42"/>
                  </a:cubicBezTo>
                  <a:cubicBezTo>
                    <a:pt x="57" y="31"/>
                    <a:pt x="72" y="21"/>
                    <a:pt x="87" y="15"/>
                  </a:cubicBezTo>
                  <a:cubicBezTo>
                    <a:pt x="95" y="11"/>
                    <a:pt x="103" y="10"/>
                    <a:pt x="112" y="7"/>
                  </a:cubicBezTo>
                  <a:cubicBezTo>
                    <a:pt x="116" y="5"/>
                    <a:pt x="138" y="3"/>
                    <a:pt x="143" y="4"/>
                  </a:cubicBezTo>
                  <a:cubicBezTo>
                    <a:pt x="146" y="4"/>
                    <a:pt x="155" y="5"/>
                    <a:pt x="159" y="5"/>
                  </a:cubicBezTo>
                  <a:cubicBezTo>
                    <a:pt x="162" y="5"/>
                    <a:pt x="170" y="7"/>
                    <a:pt x="173" y="8"/>
                  </a:cubicBezTo>
                  <a:cubicBezTo>
                    <a:pt x="182" y="10"/>
                    <a:pt x="190" y="13"/>
                    <a:pt x="198" y="17"/>
                  </a:cubicBezTo>
                  <a:cubicBezTo>
                    <a:pt x="214" y="25"/>
                    <a:pt x="225" y="32"/>
                    <a:pt x="237" y="44"/>
                  </a:cubicBezTo>
                  <a:cubicBezTo>
                    <a:pt x="258" y="66"/>
                    <a:pt x="276" y="98"/>
                    <a:pt x="276" y="141"/>
                  </a:cubicBezTo>
                  <a:cubicBezTo>
                    <a:pt x="276" y="215"/>
                    <a:pt x="215" y="276"/>
                    <a:pt x="140" y="276"/>
                  </a:cubicBezTo>
                  <a:close/>
                  <a:moveTo>
                    <a:pt x="0" y="143"/>
                  </a:moveTo>
                  <a:cubicBezTo>
                    <a:pt x="0" y="166"/>
                    <a:pt x="7" y="183"/>
                    <a:pt x="13" y="199"/>
                  </a:cubicBezTo>
                  <a:cubicBezTo>
                    <a:pt x="18" y="213"/>
                    <a:pt x="32" y="230"/>
                    <a:pt x="41" y="239"/>
                  </a:cubicBezTo>
                  <a:cubicBezTo>
                    <a:pt x="62" y="260"/>
                    <a:pt x="97" y="280"/>
                    <a:pt x="138" y="280"/>
                  </a:cubicBezTo>
                  <a:cubicBezTo>
                    <a:pt x="143" y="280"/>
                    <a:pt x="143" y="280"/>
                    <a:pt x="143" y="280"/>
                  </a:cubicBezTo>
                  <a:cubicBezTo>
                    <a:pt x="183" y="280"/>
                    <a:pt x="218" y="260"/>
                    <a:pt x="239" y="240"/>
                  </a:cubicBezTo>
                  <a:cubicBezTo>
                    <a:pt x="258" y="220"/>
                    <a:pt x="280" y="185"/>
                    <a:pt x="280" y="146"/>
                  </a:cubicBezTo>
                  <a:cubicBezTo>
                    <a:pt x="280" y="137"/>
                    <a:pt x="280" y="137"/>
                    <a:pt x="280" y="137"/>
                  </a:cubicBezTo>
                  <a:cubicBezTo>
                    <a:pt x="280" y="63"/>
                    <a:pt x="217" y="0"/>
                    <a:pt x="142" y="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16" y="0"/>
                    <a:pt x="93" y="7"/>
                    <a:pt x="80" y="13"/>
                  </a:cubicBezTo>
                  <a:cubicBezTo>
                    <a:pt x="64" y="21"/>
                    <a:pt x="51" y="31"/>
                    <a:pt x="40" y="42"/>
                  </a:cubicBezTo>
                  <a:cubicBezTo>
                    <a:pt x="18" y="64"/>
                    <a:pt x="0" y="98"/>
                    <a:pt x="0" y="142"/>
                  </a:cubicBezTo>
                  <a:lnTo>
                    <a:pt x="0" y="14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9" name="iṥ1îḍè"/>
            <p:cNvSpPr/>
            <p:nvPr/>
          </p:nvSpPr>
          <p:spPr bwMode="auto">
            <a:xfrm>
              <a:off x="10127628" y="659310"/>
              <a:ext cx="134478" cy="76259"/>
            </a:xfrm>
            <a:custGeom>
              <a:avLst/>
              <a:gdLst>
                <a:gd name="T0" fmla="*/ 160 w 328"/>
                <a:gd name="T1" fmla="*/ 54 h 186"/>
                <a:gd name="T2" fmla="*/ 82 w 328"/>
                <a:gd name="T3" fmla="*/ 54 h 186"/>
                <a:gd name="T4" fmla="*/ 82 w 328"/>
                <a:gd name="T5" fmla="*/ 91 h 186"/>
                <a:gd name="T6" fmla="*/ 37 w 328"/>
                <a:gd name="T7" fmla="*/ 91 h 186"/>
                <a:gd name="T8" fmla="*/ 37 w 328"/>
                <a:gd name="T9" fmla="*/ 124 h 186"/>
                <a:gd name="T10" fmla="*/ 0 w 328"/>
                <a:gd name="T11" fmla="*/ 124 h 186"/>
                <a:gd name="T12" fmla="*/ 0 w 328"/>
                <a:gd name="T13" fmla="*/ 186 h 186"/>
                <a:gd name="T14" fmla="*/ 328 w 328"/>
                <a:gd name="T15" fmla="*/ 186 h 186"/>
                <a:gd name="T16" fmla="*/ 328 w 328"/>
                <a:gd name="T17" fmla="*/ 129 h 186"/>
                <a:gd name="T18" fmla="*/ 263 w 328"/>
                <a:gd name="T19" fmla="*/ 129 h 186"/>
                <a:gd name="T20" fmla="*/ 263 w 328"/>
                <a:gd name="T21" fmla="*/ 124 h 186"/>
                <a:gd name="T22" fmla="*/ 291 w 328"/>
                <a:gd name="T23" fmla="*/ 124 h 186"/>
                <a:gd name="T24" fmla="*/ 291 w 328"/>
                <a:gd name="T25" fmla="*/ 91 h 186"/>
                <a:gd name="T26" fmla="*/ 246 w 328"/>
                <a:gd name="T27" fmla="*/ 91 h 186"/>
                <a:gd name="T28" fmla="*/ 246 w 328"/>
                <a:gd name="T29" fmla="*/ 54 h 186"/>
                <a:gd name="T30" fmla="*/ 168 w 328"/>
                <a:gd name="T31" fmla="*/ 54 h 186"/>
                <a:gd name="T32" fmla="*/ 168 w 328"/>
                <a:gd name="T33" fmla="*/ 0 h 186"/>
                <a:gd name="T34" fmla="*/ 160 w 328"/>
                <a:gd name="T35" fmla="*/ 0 h 186"/>
                <a:gd name="T36" fmla="*/ 160 w 328"/>
                <a:gd name="T37" fmla="*/ 5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186">
                  <a:moveTo>
                    <a:pt x="160" y="54"/>
                  </a:moveTo>
                  <a:lnTo>
                    <a:pt x="82" y="54"/>
                  </a:lnTo>
                  <a:lnTo>
                    <a:pt x="82" y="91"/>
                  </a:lnTo>
                  <a:lnTo>
                    <a:pt x="37" y="91"/>
                  </a:lnTo>
                  <a:lnTo>
                    <a:pt x="37" y="124"/>
                  </a:lnTo>
                  <a:lnTo>
                    <a:pt x="0" y="124"/>
                  </a:lnTo>
                  <a:lnTo>
                    <a:pt x="0" y="186"/>
                  </a:lnTo>
                  <a:lnTo>
                    <a:pt x="328" y="186"/>
                  </a:lnTo>
                  <a:lnTo>
                    <a:pt x="328" y="129"/>
                  </a:lnTo>
                  <a:lnTo>
                    <a:pt x="263" y="129"/>
                  </a:lnTo>
                  <a:lnTo>
                    <a:pt x="263" y="124"/>
                  </a:lnTo>
                  <a:lnTo>
                    <a:pt x="291" y="124"/>
                  </a:lnTo>
                  <a:lnTo>
                    <a:pt x="291" y="91"/>
                  </a:lnTo>
                  <a:lnTo>
                    <a:pt x="246" y="91"/>
                  </a:lnTo>
                  <a:lnTo>
                    <a:pt x="246" y="54"/>
                  </a:lnTo>
                  <a:lnTo>
                    <a:pt x="168" y="54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5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0" name="îṣļíḍê"/>
            <p:cNvSpPr/>
            <p:nvPr/>
          </p:nvSpPr>
          <p:spPr bwMode="auto">
            <a:xfrm>
              <a:off x="10125988" y="737619"/>
              <a:ext cx="136118" cy="28700"/>
            </a:xfrm>
            <a:custGeom>
              <a:avLst/>
              <a:gdLst>
                <a:gd name="T0" fmla="*/ 0 w 332"/>
                <a:gd name="T1" fmla="*/ 70 h 70"/>
                <a:gd name="T2" fmla="*/ 86 w 332"/>
                <a:gd name="T3" fmla="*/ 70 h 70"/>
                <a:gd name="T4" fmla="*/ 86 w 332"/>
                <a:gd name="T5" fmla="*/ 28 h 70"/>
                <a:gd name="T6" fmla="*/ 78 w 332"/>
                <a:gd name="T7" fmla="*/ 28 h 70"/>
                <a:gd name="T8" fmla="*/ 78 w 332"/>
                <a:gd name="T9" fmla="*/ 16 h 70"/>
                <a:gd name="T10" fmla="*/ 119 w 332"/>
                <a:gd name="T11" fmla="*/ 20 h 70"/>
                <a:gd name="T12" fmla="*/ 123 w 332"/>
                <a:gd name="T13" fmla="*/ 28 h 70"/>
                <a:gd name="T14" fmla="*/ 111 w 332"/>
                <a:gd name="T15" fmla="*/ 28 h 70"/>
                <a:gd name="T16" fmla="*/ 111 w 332"/>
                <a:gd name="T17" fmla="*/ 70 h 70"/>
                <a:gd name="T18" fmla="*/ 148 w 332"/>
                <a:gd name="T19" fmla="*/ 70 h 70"/>
                <a:gd name="T20" fmla="*/ 148 w 332"/>
                <a:gd name="T21" fmla="*/ 16 h 70"/>
                <a:gd name="T22" fmla="*/ 185 w 332"/>
                <a:gd name="T23" fmla="*/ 16 h 70"/>
                <a:gd name="T24" fmla="*/ 185 w 332"/>
                <a:gd name="T25" fmla="*/ 70 h 70"/>
                <a:gd name="T26" fmla="*/ 226 w 332"/>
                <a:gd name="T27" fmla="*/ 70 h 70"/>
                <a:gd name="T28" fmla="*/ 226 w 332"/>
                <a:gd name="T29" fmla="*/ 28 h 70"/>
                <a:gd name="T30" fmla="*/ 213 w 332"/>
                <a:gd name="T31" fmla="*/ 28 h 70"/>
                <a:gd name="T32" fmla="*/ 213 w 332"/>
                <a:gd name="T33" fmla="*/ 20 h 70"/>
                <a:gd name="T34" fmla="*/ 259 w 332"/>
                <a:gd name="T35" fmla="*/ 20 h 70"/>
                <a:gd name="T36" fmla="*/ 259 w 332"/>
                <a:gd name="T37" fmla="*/ 28 h 70"/>
                <a:gd name="T38" fmla="*/ 246 w 332"/>
                <a:gd name="T39" fmla="*/ 33 h 70"/>
                <a:gd name="T40" fmla="*/ 246 w 332"/>
                <a:gd name="T41" fmla="*/ 70 h 70"/>
                <a:gd name="T42" fmla="*/ 332 w 332"/>
                <a:gd name="T43" fmla="*/ 70 h 70"/>
                <a:gd name="T44" fmla="*/ 332 w 332"/>
                <a:gd name="T45" fmla="*/ 0 h 70"/>
                <a:gd name="T46" fmla="*/ 0 w 332"/>
                <a:gd name="T47" fmla="*/ 0 h 70"/>
                <a:gd name="T48" fmla="*/ 0 w 332"/>
                <a:gd name="T49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2" h="70">
                  <a:moveTo>
                    <a:pt x="0" y="70"/>
                  </a:moveTo>
                  <a:lnTo>
                    <a:pt x="86" y="70"/>
                  </a:lnTo>
                  <a:lnTo>
                    <a:pt x="86" y="28"/>
                  </a:lnTo>
                  <a:lnTo>
                    <a:pt x="78" y="28"/>
                  </a:lnTo>
                  <a:lnTo>
                    <a:pt x="78" y="16"/>
                  </a:lnTo>
                  <a:lnTo>
                    <a:pt x="119" y="20"/>
                  </a:lnTo>
                  <a:lnTo>
                    <a:pt x="123" y="28"/>
                  </a:lnTo>
                  <a:lnTo>
                    <a:pt x="111" y="28"/>
                  </a:lnTo>
                  <a:lnTo>
                    <a:pt x="111" y="70"/>
                  </a:lnTo>
                  <a:lnTo>
                    <a:pt x="148" y="70"/>
                  </a:lnTo>
                  <a:lnTo>
                    <a:pt x="148" y="16"/>
                  </a:lnTo>
                  <a:lnTo>
                    <a:pt x="185" y="16"/>
                  </a:lnTo>
                  <a:lnTo>
                    <a:pt x="185" y="70"/>
                  </a:lnTo>
                  <a:lnTo>
                    <a:pt x="226" y="70"/>
                  </a:lnTo>
                  <a:lnTo>
                    <a:pt x="226" y="28"/>
                  </a:lnTo>
                  <a:lnTo>
                    <a:pt x="213" y="28"/>
                  </a:lnTo>
                  <a:lnTo>
                    <a:pt x="213" y="20"/>
                  </a:lnTo>
                  <a:lnTo>
                    <a:pt x="259" y="20"/>
                  </a:lnTo>
                  <a:lnTo>
                    <a:pt x="259" y="28"/>
                  </a:lnTo>
                  <a:lnTo>
                    <a:pt x="246" y="33"/>
                  </a:lnTo>
                  <a:lnTo>
                    <a:pt x="246" y="70"/>
                  </a:lnTo>
                  <a:lnTo>
                    <a:pt x="332" y="70"/>
                  </a:lnTo>
                  <a:lnTo>
                    <a:pt x="332" y="0"/>
                  </a:lnTo>
                  <a:lnTo>
                    <a:pt x="0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1" name="îsļídé"/>
            <p:cNvSpPr/>
            <p:nvPr/>
          </p:nvSpPr>
          <p:spPr bwMode="auto">
            <a:xfrm>
              <a:off x="10060389" y="733929"/>
              <a:ext cx="62319" cy="30750"/>
            </a:xfrm>
            <a:custGeom>
              <a:avLst/>
              <a:gdLst>
                <a:gd name="T0" fmla="*/ 35 w 37"/>
                <a:gd name="T1" fmla="*/ 3 h 18"/>
                <a:gd name="T2" fmla="*/ 35 w 37"/>
                <a:gd name="T3" fmla="*/ 4 h 18"/>
                <a:gd name="T4" fmla="*/ 27 w 37"/>
                <a:gd name="T5" fmla="*/ 4 h 18"/>
                <a:gd name="T6" fmla="*/ 27 w 37"/>
                <a:gd name="T7" fmla="*/ 3 h 18"/>
                <a:gd name="T8" fmla="*/ 35 w 37"/>
                <a:gd name="T9" fmla="*/ 3 h 18"/>
                <a:gd name="T10" fmla="*/ 24 w 37"/>
                <a:gd name="T11" fmla="*/ 3 h 18"/>
                <a:gd name="T12" fmla="*/ 24 w 37"/>
                <a:gd name="T13" fmla="*/ 4 h 18"/>
                <a:gd name="T14" fmla="*/ 16 w 37"/>
                <a:gd name="T15" fmla="*/ 4 h 18"/>
                <a:gd name="T16" fmla="*/ 16 w 37"/>
                <a:gd name="T17" fmla="*/ 3 h 18"/>
                <a:gd name="T18" fmla="*/ 24 w 37"/>
                <a:gd name="T19" fmla="*/ 3 h 18"/>
                <a:gd name="T20" fmla="*/ 3 w 37"/>
                <a:gd name="T21" fmla="*/ 3 h 18"/>
                <a:gd name="T22" fmla="*/ 13 w 37"/>
                <a:gd name="T23" fmla="*/ 3 h 18"/>
                <a:gd name="T24" fmla="*/ 13 w 37"/>
                <a:gd name="T25" fmla="*/ 4 h 18"/>
                <a:gd name="T26" fmla="*/ 4 w 37"/>
                <a:gd name="T27" fmla="*/ 4 h 18"/>
                <a:gd name="T28" fmla="*/ 0 w 37"/>
                <a:gd name="T29" fmla="*/ 16 h 18"/>
                <a:gd name="T30" fmla="*/ 2 w 37"/>
                <a:gd name="T31" fmla="*/ 18 h 18"/>
                <a:gd name="T32" fmla="*/ 37 w 37"/>
                <a:gd name="T33" fmla="*/ 18 h 18"/>
                <a:gd name="T34" fmla="*/ 37 w 37"/>
                <a:gd name="T35" fmla="*/ 1 h 18"/>
                <a:gd name="T36" fmla="*/ 36 w 37"/>
                <a:gd name="T37" fmla="*/ 0 h 18"/>
                <a:gd name="T38" fmla="*/ 5 w 37"/>
                <a:gd name="T39" fmla="*/ 0 h 18"/>
                <a:gd name="T40" fmla="*/ 3 w 37"/>
                <a:gd name="T41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18">
                  <a:moveTo>
                    <a:pt x="35" y="3"/>
                  </a:moveTo>
                  <a:cubicBezTo>
                    <a:pt x="35" y="4"/>
                    <a:pt x="35" y="4"/>
                    <a:pt x="35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35" y="3"/>
                    <a:pt x="35" y="3"/>
                    <a:pt x="35" y="3"/>
                  </a:cubicBezTo>
                  <a:close/>
                  <a:moveTo>
                    <a:pt x="24" y="3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24" y="3"/>
                    <a:pt x="24" y="3"/>
                    <a:pt x="24" y="3"/>
                  </a:cubicBezTo>
                  <a:close/>
                  <a:moveTo>
                    <a:pt x="3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0" y="13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0"/>
                    <a:pt x="37" y="0"/>
                    <a:pt x="3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3" y="1"/>
                    <a:pt x="3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" name="ïṩ1íḍe"/>
            <p:cNvSpPr/>
            <p:nvPr/>
          </p:nvSpPr>
          <p:spPr bwMode="auto">
            <a:xfrm>
              <a:off x="10267436" y="733929"/>
              <a:ext cx="60269" cy="30750"/>
            </a:xfrm>
            <a:custGeom>
              <a:avLst/>
              <a:gdLst>
                <a:gd name="T0" fmla="*/ 13 w 36"/>
                <a:gd name="T1" fmla="*/ 3 h 18"/>
                <a:gd name="T2" fmla="*/ 20 w 36"/>
                <a:gd name="T3" fmla="*/ 3 h 18"/>
                <a:gd name="T4" fmla="*/ 20 w 36"/>
                <a:gd name="T5" fmla="*/ 4 h 18"/>
                <a:gd name="T6" fmla="*/ 13 w 36"/>
                <a:gd name="T7" fmla="*/ 4 h 18"/>
                <a:gd name="T8" fmla="*/ 13 w 36"/>
                <a:gd name="T9" fmla="*/ 3 h 18"/>
                <a:gd name="T10" fmla="*/ 2 w 36"/>
                <a:gd name="T11" fmla="*/ 3 h 18"/>
                <a:gd name="T12" fmla="*/ 10 w 36"/>
                <a:gd name="T13" fmla="*/ 3 h 18"/>
                <a:gd name="T14" fmla="*/ 10 w 36"/>
                <a:gd name="T15" fmla="*/ 4 h 18"/>
                <a:gd name="T16" fmla="*/ 2 w 36"/>
                <a:gd name="T17" fmla="*/ 4 h 18"/>
                <a:gd name="T18" fmla="*/ 2 w 36"/>
                <a:gd name="T19" fmla="*/ 3 h 18"/>
                <a:gd name="T20" fmla="*/ 0 w 36"/>
                <a:gd name="T21" fmla="*/ 18 h 18"/>
                <a:gd name="T22" fmla="*/ 36 w 36"/>
                <a:gd name="T23" fmla="*/ 18 h 18"/>
                <a:gd name="T24" fmla="*/ 36 w 36"/>
                <a:gd name="T25" fmla="*/ 14 h 18"/>
                <a:gd name="T26" fmla="*/ 32 w 36"/>
                <a:gd name="T27" fmla="*/ 4 h 18"/>
                <a:gd name="T28" fmla="*/ 23 w 36"/>
                <a:gd name="T29" fmla="*/ 4 h 18"/>
                <a:gd name="T30" fmla="*/ 23 w 36"/>
                <a:gd name="T31" fmla="*/ 3 h 18"/>
                <a:gd name="T32" fmla="*/ 33 w 36"/>
                <a:gd name="T33" fmla="*/ 3 h 18"/>
                <a:gd name="T34" fmla="*/ 32 w 36"/>
                <a:gd name="T35" fmla="*/ 0 h 18"/>
                <a:gd name="T36" fmla="*/ 0 w 36"/>
                <a:gd name="T37" fmla="*/ 0 h 18"/>
                <a:gd name="T38" fmla="*/ 0 w 36"/>
                <a:gd name="T3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" h="18">
                  <a:moveTo>
                    <a:pt x="13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lose/>
                  <a:moveTo>
                    <a:pt x="2" y="3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lose/>
                  <a:moveTo>
                    <a:pt x="0" y="18"/>
                  </a:moveTo>
                  <a:cubicBezTo>
                    <a:pt x="36" y="18"/>
                    <a:pt x="36" y="18"/>
                    <a:pt x="36" y="18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2"/>
                    <a:pt x="34" y="4"/>
                    <a:pt x="3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1"/>
                    <a:pt x="33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3" name="ïṣḷíďe"/>
            <p:cNvSpPr/>
            <p:nvPr/>
          </p:nvSpPr>
          <p:spPr bwMode="auto">
            <a:xfrm>
              <a:off x="10136238" y="605190"/>
              <a:ext cx="110699" cy="56169"/>
            </a:xfrm>
            <a:custGeom>
              <a:avLst/>
              <a:gdLst>
                <a:gd name="T0" fmla="*/ 26 w 66"/>
                <a:gd name="T1" fmla="*/ 19 h 33"/>
                <a:gd name="T2" fmla="*/ 20 w 66"/>
                <a:gd name="T3" fmla="*/ 16 h 33"/>
                <a:gd name="T4" fmla="*/ 0 w 66"/>
                <a:gd name="T5" fmla="*/ 33 h 33"/>
                <a:gd name="T6" fmla="*/ 11 w 66"/>
                <a:gd name="T7" fmla="*/ 28 h 33"/>
                <a:gd name="T8" fmla="*/ 20 w 66"/>
                <a:gd name="T9" fmla="*/ 21 h 33"/>
                <a:gd name="T10" fmla="*/ 26 w 66"/>
                <a:gd name="T11" fmla="*/ 26 h 33"/>
                <a:gd name="T12" fmla="*/ 39 w 66"/>
                <a:gd name="T13" fmla="*/ 9 h 33"/>
                <a:gd name="T14" fmla="*/ 40 w 66"/>
                <a:gd name="T15" fmla="*/ 9 h 33"/>
                <a:gd name="T16" fmla="*/ 47 w 66"/>
                <a:gd name="T17" fmla="*/ 17 h 33"/>
                <a:gd name="T18" fmla="*/ 50 w 66"/>
                <a:gd name="T19" fmla="*/ 16 h 33"/>
                <a:gd name="T20" fmla="*/ 66 w 66"/>
                <a:gd name="T21" fmla="*/ 32 h 33"/>
                <a:gd name="T22" fmla="*/ 58 w 66"/>
                <a:gd name="T23" fmla="*/ 20 h 33"/>
                <a:gd name="T24" fmla="*/ 51 w 66"/>
                <a:gd name="T25" fmla="*/ 7 h 33"/>
                <a:gd name="T26" fmla="*/ 51 w 66"/>
                <a:gd name="T27" fmla="*/ 7 h 33"/>
                <a:gd name="T28" fmla="*/ 47 w 66"/>
                <a:gd name="T29" fmla="*/ 11 h 33"/>
                <a:gd name="T30" fmla="*/ 39 w 66"/>
                <a:gd name="T31" fmla="*/ 0 h 33"/>
                <a:gd name="T32" fmla="*/ 26 w 66"/>
                <a:gd name="T33" fmla="*/ 1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3">
                  <a:moveTo>
                    <a:pt x="26" y="19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19" y="21"/>
                    <a:pt x="4" y="29"/>
                    <a:pt x="0" y="33"/>
                  </a:cubicBezTo>
                  <a:cubicBezTo>
                    <a:pt x="5" y="31"/>
                    <a:pt x="7" y="30"/>
                    <a:pt x="11" y="28"/>
                  </a:cubicBezTo>
                  <a:cubicBezTo>
                    <a:pt x="16" y="26"/>
                    <a:pt x="17" y="23"/>
                    <a:pt x="20" y="21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30" y="24"/>
                    <a:pt x="38" y="14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11"/>
                    <a:pt x="45" y="17"/>
                    <a:pt x="47" y="17"/>
                  </a:cubicBezTo>
                  <a:cubicBezTo>
                    <a:pt x="48" y="17"/>
                    <a:pt x="49" y="17"/>
                    <a:pt x="50" y="16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30"/>
                    <a:pt x="60" y="22"/>
                    <a:pt x="58" y="20"/>
                  </a:cubicBezTo>
                  <a:cubicBezTo>
                    <a:pt x="57" y="18"/>
                    <a:pt x="52" y="9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6" y="7"/>
                    <a:pt x="33" y="15"/>
                    <a:pt x="26" y="19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4" name="îṧlíḓè"/>
            <p:cNvSpPr/>
            <p:nvPr/>
          </p:nvSpPr>
          <p:spPr bwMode="auto">
            <a:xfrm>
              <a:off x="10346155" y="771238"/>
              <a:ext cx="48789" cy="56169"/>
            </a:xfrm>
            <a:custGeom>
              <a:avLst/>
              <a:gdLst>
                <a:gd name="T0" fmla="*/ 10 w 29"/>
                <a:gd name="T1" fmla="*/ 4 h 33"/>
                <a:gd name="T2" fmla="*/ 18 w 29"/>
                <a:gd name="T3" fmla="*/ 10 h 33"/>
                <a:gd name="T4" fmla="*/ 8 w 29"/>
                <a:gd name="T5" fmla="*/ 11 h 33"/>
                <a:gd name="T6" fmla="*/ 0 w 29"/>
                <a:gd name="T7" fmla="*/ 28 h 33"/>
                <a:gd name="T8" fmla="*/ 3 w 29"/>
                <a:gd name="T9" fmla="*/ 30 h 33"/>
                <a:gd name="T10" fmla="*/ 5 w 29"/>
                <a:gd name="T11" fmla="*/ 25 h 33"/>
                <a:gd name="T12" fmla="*/ 21 w 29"/>
                <a:gd name="T13" fmla="*/ 33 h 33"/>
                <a:gd name="T14" fmla="*/ 22 w 29"/>
                <a:gd name="T15" fmla="*/ 29 h 33"/>
                <a:gd name="T16" fmla="*/ 7 w 29"/>
                <a:gd name="T17" fmla="*/ 21 h 33"/>
                <a:gd name="T18" fmla="*/ 8 w 29"/>
                <a:gd name="T19" fmla="*/ 21 h 33"/>
                <a:gd name="T20" fmla="*/ 10 w 29"/>
                <a:gd name="T21" fmla="*/ 17 h 33"/>
                <a:gd name="T22" fmla="*/ 8 w 29"/>
                <a:gd name="T23" fmla="*/ 15 h 33"/>
                <a:gd name="T24" fmla="*/ 21 w 29"/>
                <a:gd name="T25" fmla="*/ 14 h 33"/>
                <a:gd name="T26" fmla="*/ 28 w 29"/>
                <a:gd name="T27" fmla="*/ 16 h 33"/>
                <a:gd name="T28" fmla="*/ 29 w 29"/>
                <a:gd name="T29" fmla="*/ 13 h 33"/>
                <a:gd name="T30" fmla="*/ 24 w 29"/>
                <a:gd name="T31" fmla="*/ 10 h 33"/>
                <a:gd name="T32" fmla="*/ 19 w 29"/>
                <a:gd name="T33" fmla="*/ 7 h 33"/>
                <a:gd name="T34" fmla="*/ 12 w 29"/>
                <a:gd name="T35" fmla="*/ 0 h 33"/>
                <a:gd name="T36" fmla="*/ 10 w 29"/>
                <a:gd name="T37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33">
                  <a:moveTo>
                    <a:pt x="10" y="4"/>
                  </a:moveTo>
                  <a:cubicBezTo>
                    <a:pt x="18" y="10"/>
                    <a:pt x="18" y="10"/>
                    <a:pt x="18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7" y="12"/>
                    <a:pt x="0" y="28"/>
                    <a:pt x="0" y="28"/>
                  </a:cubicBezTo>
                  <a:cubicBezTo>
                    <a:pt x="0" y="29"/>
                    <a:pt x="2" y="29"/>
                    <a:pt x="3" y="30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7" y="16"/>
                    <a:pt x="28" y="16"/>
                  </a:cubicBezTo>
                  <a:cubicBezTo>
                    <a:pt x="28" y="15"/>
                    <a:pt x="29" y="14"/>
                    <a:pt x="29" y="13"/>
                  </a:cubicBezTo>
                  <a:cubicBezTo>
                    <a:pt x="29" y="12"/>
                    <a:pt x="25" y="11"/>
                    <a:pt x="24" y="10"/>
                  </a:cubicBezTo>
                  <a:cubicBezTo>
                    <a:pt x="21" y="9"/>
                    <a:pt x="22" y="10"/>
                    <a:pt x="19" y="7"/>
                  </a:cubicBezTo>
                  <a:cubicBezTo>
                    <a:pt x="17" y="6"/>
                    <a:pt x="14" y="1"/>
                    <a:pt x="12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" name="íṩľíďè"/>
            <p:cNvSpPr/>
            <p:nvPr/>
          </p:nvSpPr>
          <p:spPr bwMode="auto">
            <a:xfrm>
              <a:off x="10077199" y="508842"/>
              <a:ext cx="85689" cy="38950"/>
            </a:xfrm>
            <a:custGeom>
              <a:avLst/>
              <a:gdLst>
                <a:gd name="T0" fmla="*/ 48 w 51"/>
                <a:gd name="T1" fmla="*/ 2 h 23"/>
                <a:gd name="T2" fmla="*/ 49 w 51"/>
                <a:gd name="T3" fmla="*/ 5 h 23"/>
                <a:gd name="T4" fmla="*/ 48 w 51"/>
                <a:gd name="T5" fmla="*/ 5 h 23"/>
                <a:gd name="T6" fmla="*/ 45 w 51"/>
                <a:gd name="T7" fmla="*/ 3 h 23"/>
                <a:gd name="T8" fmla="*/ 45 w 51"/>
                <a:gd name="T9" fmla="*/ 5 h 23"/>
                <a:gd name="T10" fmla="*/ 44 w 51"/>
                <a:gd name="T11" fmla="*/ 6 h 23"/>
                <a:gd name="T12" fmla="*/ 41 w 51"/>
                <a:gd name="T13" fmla="*/ 4 h 23"/>
                <a:gd name="T14" fmla="*/ 36 w 51"/>
                <a:gd name="T15" fmla="*/ 8 h 23"/>
                <a:gd name="T16" fmla="*/ 33 w 51"/>
                <a:gd name="T17" fmla="*/ 6 h 23"/>
                <a:gd name="T18" fmla="*/ 33 w 51"/>
                <a:gd name="T19" fmla="*/ 8 h 23"/>
                <a:gd name="T20" fmla="*/ 30 w 51"/>
                <a:gd name="T21" fmla="*/ 10 h 23"/>
                <a:gd name="T22" fmla="*/ 28 w 51"/>
                <a:gd name="T23" fmla="*/ 10 h 23"/>
                <a:gd name="T24" fmla="*/ 25 w 51"/>
                <a:gd name="T25" fmla="*/ 9 h 23"/>
                <a:gd name="T26" fmla="*/ 25 w 51"/>
                <a:gd name="T27" fmla="*/ 10 h 23"/>
                <a:gd name="T28" fmla="*/ 22 w 51"/>
                <a:gd name="T29" fmla="*/ 13 h 23"/>
                <a:gd name="T30" fmla="*/ 21 w 51"/>
                <a:gd name="T31" fmla="*/ 9 h 23"/>
                <a:gd name="T32" fmla="*/ 12 w 51"/>
                <a:gd name="T33" fmla="*/ 10 h 23"/>
                <a:gd name="T34" fmla="*/ 11 w 51"/>
                <a:gd name="T35" fmla="*/ 14 h 23"/>
                <a:gd name="T36" fmla="*/ 11 w 51"/>
                <a:gd name="T37" fmla="*/ 15 h 23"/>
                <a:gd name="T38" fmla="*/ 15 w 51"/>
                <a:gd name="T39" fmla="*/ 13 h 23"/>
                <a:gd name="T40" fmla="*/ 17 w 51"/>
                <a:gd name="T41" fmla="*/ 13 h 23"/>
                <a:gd name="T42" fmla="*/ 8 w 51"/>
                <a:gd name="T43" fmla="*/ 20 h 23"/>
                <a:gd name="T44" fmla="*/ 0 w 51"/>
                <a:gd name="T45" fmla="*/ 9 h 23"/>
                <a:gd name="T46" fmla="*/ 0 w 51"/>
                <a:gd name="T47" fmla="*/ 10 h 23"/>
                <a:gd name="T48" fmla="*/ 0 w 51"/>
                <a:gd name="T49" fmla="*/ 12 h 23"/>
                <a:gd name="T50" fmla="*/ 9 w 51"/>
                <a:gd name="T51" fmla="*/ 23 h 23"/>
                <a:gd name="T52" fmla="*/ 15 w 51"/>
                <a:gd name="T53" fmla="*/ 20 h 23"/>
                <a:gd name="T54" fmla="*/ 19 w 51"/>
                <a:gd name="T55" fmla="*/ 14 h 23"/>
                <a:gd name="T56" fmla="*/ 22 w 51"/>
                <a:gd name="T57" fmla="*/ 16 h 23"/>
                <a:gd name="T58" fmla="*/ 27 w 51"/>
                <a:gd name="T59" fmla="*/ 13 h 23"/>
                <a:gd name="T60" fmla="*/ 34 w 51"/>
                <a:gd name="T61" fmla="*/ 10 h 23"/>
                <a:gd name="T62" fmla="*/ 36 w 51"/>
                <a:gd name="T63" fmla="*/ 11 h 23"/>
                <a:gd name="T64" fmla="*/ 42 w 51"/>
                <a:gd name="T65" fmla="*/ 8 h 23"/>
                <a:gd name="T66" fmla="*/ 44 w 51"/>
                <a:gd name="T67" fmla="*/ 9 h 23"/>
                <a:gd name="T68" fmla="*/ 46 w 51"/>
                <a:gd name="T69" fmla="*/ 7 h 23"/>
                <a:gd name="T70" fmla="*/ 48 w 51"/>
                <a:gd name="T71" fmla="*/ 8 h 23"/>
                <a:gd name="T72" fmla="*/ 49 w 51"/>
                <a:gd name="T73" fmla="*/ 8 h 23"/>
                <a:gd name="T74" fmla="*/ 51 w 51"/>
                <a:gd name="T75" fmla="*/ 6 h 23"/>
                <a:gd name="T76" fmla="*/ 51 w 51"/>
                <a:gd name="T77" fmla="*/ 5 h 23"/>
                <a:gd name="T78" fmla="*/ 48 w 51"/>
                <a:gd name="T79" fmla="*/ 0 h 23"/>
                <a:gd name="T80" fmla="*/ 48 w 51"/>
                <a:gd name="T8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" h="23">
                  <a:moveTo>
                    <a:pt x="48" y="2"/>
                  </a:moveTo>
                  <a:cubicBezTo>
                    <a:pt x="48" y="3"/>
                    <a:pt x="49" y="4"/>
                    <a:pt x="49" y="5"/>
                  </a:cubicBezTo>
                  <a:cubicBezTo>
                    <a:pt x="49" y="5"/>
                    <a:pt x="49" y="5"/>
                    <a:pt x="48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6"/>
                    <a:pt x="45" y="5"/>
                    <a:pt x="44" y="6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8"/>
                    <a:pt x="38" y="6"/>
                    <a:pt x="36" y="8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0" y="10"/>
                    <a:pt x="30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7" y="9"/>
                    <a:pt x="25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2"/>
                    <a:pt x="23" y="12"/>
                    <a:pt x="22" y="13"/>
                  </a:cubicBezTo>
                  <a:cubicBezTo>
                    <a:pt x="19" y="14"/>
                    <a:pt x="21" y="11"/>
                    <a:pt x="21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3" y="14"/>
                    <a:pt x="13" y="13"/>
                    <a:pt x="15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6"/>
                    <a:pt x="10" y="20"/>
                    <a:pt x="8" y="20"/>
                  </a:cubicBezTo>
                  <a:cubicBezTo>
                    <a:pt x="7" y="20"/>
                    <a:pt x="2" y="10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7" y="23"/>
                    <a:pt x="9" y="23"/>
                  </a:cubicBezTo>
                  <a:cubicBezTo>
                    <a:pt x="10" y="23"/>
                    <a:pt x="14" y="20"/>
                    <a:pt x="15" y="20"/>
                  </a:cubicBezTo>
                  <a:cubicBezTo>
                    <a:pt x="18" y="18"/>
                    <a:pt x="18" y="17"/>
                    <a:pt x="19" y="14"/>
                  </a:cubicBezTo>
                  <a:cubicBezTo>
                    <a:pt x="20" y="15"/>
                    <a:pt x="20" y="16"/>
                    <a:pt x="22" y="16"/>
                  </a:cubicBezTo>
                  <a:cubicBezTo>
                    <a:pt x="25" y="16"/>
                    <a:pt x="26" y="15"/>
                    <a:pt x="27" y="13"/>
                  </a:cubicBezTo>
                  <a:cubicBezTo>
                    <a:pt x="29" y="14"/>
                    <a:pt x="34" y="12"/>
                    <a:pt x="34" y="10"/>
                  </a:cubicBezTo>
                  <a:cubicBezTo>
                    <a:pt x="35" y="10"/>
                    <a:pt x="36" y="11"/>
                    <a:pt x="36" y="11"/>
                  </a:cubicBezTo>
                  <a:cubicBezTo>
                    <a:pt x="38" y="11"/>
                    <a:pt x="41" y="9"/>
                    <a:pt x="42" y="8"/>
                  </a:cubicBezTo>
                  <a:cubicBezTo>
                    <a:pt x="42" y="8"/>
                    <a:pt x="43" y="9"/>
                    <a:pt x="44" y="9"/>
                  </a:cubicBezTo>
                  <a:cubicBezTo>
                    <a:pt x="45" y="9"/>
                    <a:pt x="45" y="8"/>
                    <a:pt x="46" y="7"/>
                  </a:cubicBezTo>
                  <a:cubicBezTo>
                    <a:pt x="47" y="8"/>
                    <a:pt x="47" y="8"/>
                    <a:pt x="4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1" y="7"/>
                    <a:pt x="51" y="6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3"/>
                    <a:pt x="50" y="1"/>
                    <a:pt x="48" y="0"/>
                  </a:cubicBezTo>
                  <a:cubicBezTo>
                    <a:pt x="48" y="1"/>
                    <a:pt x="48" y="1"/>
                    <a:pt x="48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" name="iŝļíḋe"/>
            <p:cNvSpPr/>
            <p:nvPr/>
          </p:nvSpPr>
          <p:spPr bwMode="auto">
            <a:xfrm>
              <a:off x="9989870" y="645780"/>
              <a:ext cx="21730" cy="98399"/>
            </a:xfrm>
            <a:custGeom>
              <a:avLst/>
              <a:gdLst>
                <a:gd name="T0" fmla="*/ 8 w 13"/>
                <a:gd name="T1" fmla="*/ 2 h 58"/>
                <a:gd name="T2" fmla="*/ 10 w 13"/>
                <a:gd name="T3" fmla="*/ 2 h 58"/>
                <a:gd name="T4" fmla="*/ 6 w 13"/>
                <a:gd name="T5" fmla="*/ 5 h 58"/>
                <a:gd name="T6" fmla="*/ 9 w 13"/>
                <a:gd name="T7" fmla="*/ 7 h 58"/>
                <a:gd name="T8" fmla="*/ 8 w 13"/>
                <a:gd name="T9" fmla="*/ 8 h 58"/>
                <a:gd name="T10" fmla="*/ 5 w 13"/>
                <a:gd name="T11" fmla="*/ 8 h 58"/>
                <a:gd name="T12" fmla="*/ 7 w 13"/>
                <a:gd name="T13" fmla="*/ 11 h 58"/>
                <a:gd name="T14" fmla="*/ 3 w 13"/>
                <a:gd name="T15" fmla="*/ 16 h 58"/>
                <a:gd name="T16" fmla="*/ 3 w 13"/>
                <a:gd name="T17" fmla="*/ 16 h 58"/>
                <a:gd name="T18" fmla="*/ 5 w 13"/>
                <a:gd name="T19" fmla="*/ 18 h 58"/>
                <a:gd name="T20" fmla="*/ 4 w 13"/>
                <a:gd name="T21" fmla="*/ 23 h 58"/>
                <a:gd name="T22" fmla="*/ 1 w 13"/>
                <a:gd name="T23" fmla="*/ 24 h 58"/>
                <a:gd name="T24" fmla="*/ 4 w 13"/>
                <a:gd name="T25" fmla="*/ 27 h 58"/>
                <a:gd name="T26" fmla="*/ 3 w 13"/>
                <a:gd name="T27" fmla="*/ 31 h 58"/>
                <a:gd name="T28" fmla="*/ 0 w 13"/>
                <a:gd name="T29" fmla="*/ 33 h 58"/>
                <a:gd name="T30" fmla="*/ 1 w 13"/>
                <a:gd name="T31" fmla="*/ 33 h 58"/>
                <a:gd name="T32" fmla="*/ 3 w 13"/>
                <a:gd name="T33" fmla="*/ 35 h 58"/>
                <a:gd name="T34" fmla="*/ 3 w 13"/>
                <a:gd name="T35" fmla="*/ 38 h 58"/>
                <a:gd name="T36" fmla="*/ 0 w 13"/>
                <a:gd name="T37" fmla="*/ 41 h 58"/>
                <a:gd name="T38" fmla="*/ 3 w 13"/>
                <a:gd name="T39" fmla="*/ 44 h 58"/>
                <a:gd name="T40" fmla="*/ 3 w 13"/>
                <a:gd name="T41" fmla="*/ 46 h 58"/>
                <a:gd name="T42" fmla="*/ 3 w 13"/>
                <a:gd name="T43" fmla="*/ 47 h 58"/>
                <a:gd name="T44" fmla="*/ 7 w 13"/>
                <a:gd name="T45" fmla="*/ 50 h 58"/>
                <a:gd name="T46" fmla="*/ 9 w 13"/>
                <a:gd name="T47" fmla="*/ 49 h 58"/>
                <a:gd name="T48" fmla="*/ 9 w 13"/>
                <a:gd name="T49" fmla="*/ 47 h 58"/>
                <a:gd name="T50" fmla="*/ 10 w 13"/>
                <a:gd name="T51" fmla="*/ 50 h 58"/>
                <a:gd name="T52" fmla="*/ 10 w 13"/>
                <a:gd name="T53" fmla="*/ 54 h 58"/>
                <a:gd name="T54" fmla="*/ 4 w 13"/>
                <a:gd name="T55" fmla="*/ 57 h 58"/>
                <a:gd name="T56" fmla="*/ 5 w 13"/>
                <a:gd name="T57" fmla="*/ 58 h 58"/>
                <a:gd name="T58" fmla="*/ 9 w 13"/>
                <a:gd name="T59" fmla="*/ 58 h 58"/>
                <a:gd name="T60" fmla="*/ 13 w 13"/>
                <a:gd name="T61" fmla="*/ 53 h 58"/>
                <a:gd name="T62" fmla="*/ 13 w 13"/>
                <a:gd name="T63" fmla="*/ 52 h 58"/>
                <a:gd name="T64" fmla="*/ 8 w 13"/>
                <a:gd name="T65" fmla="*/ 45 h 58"/>
                <a:gd name="T66" fmla="*/ 7 w 13"/>
                <a:gd name="T67" fmla="*/ 47 h 58"/>
                <a:gd name="T68" fmla="*/ 7 w 13"/>
                <a:gd name="T69" fmla="*/ 48 h 58"/>
                <a:gd name="T70" fmla="*/ 6 w 13"/>
                <a:gd name="T71" fmla="*/ 43 h 58"/>
                <a:gd name="T72" fmla="*/ 4 w 13"/>
                <a:gd name="T73" fmla="*/ 42 h 58"/>
                <a:gd name="T74" fmla="*/ 6 w 13"/>
                <a:gd name="T75" fmla="*/ 38 h 58"/>
                <a:gd name="T76" fmla="*/ 6 w 13"/>
                <a:gd name="T77" fmla="*/ 35 h 58"/>
                <a:gd name="T78" fmla="*/ 5 w 13"/>
                <a:gd name="T79" fmla="*/ 33 h 58"/>
                <a:gd name="T80" fmla="*/ 7 w 13"/>
                <a:gd name="T81" fmla="*/ 27 h 58"/>
                <a:gd name="T82" fmla="*/ 6 w 13"/>
                <a:gd name="T83" fmla="*/ 25 h 58"/>
                <a:gd name="T84" fmla="*/ 7 w 13"/>
                <a:gd name="T85" fmla="*/ 23 h 58"/>
                <a:gd name="T86" fmla="*/ 8 w 13"/>
                <a:gd name="T87" fmla="*/ 18 h 58"/>
                <a:gd name="T88" fmla="*/ 7 w 13"/>
                <a:gd name="T89" fmla="*/ 17 h 58"/>
                <a:gd name="T90" fmla="*/ 9 w 13"/>
                <a:gd name="T91" fmla="*/ 16 h 58"/>
                <a:gd name="T92" fmla="*/ 10 w 13"/>
                <a:gd name="T93" fmla="*/ 12 h 58"/>
                <a:gd name="T94" fmla="*/ 9 w 13"/>
                <a:gd name="T95" fmla="*/ 9 h 58"/>
                <a:gd name="T96" fmla="*/ 11 w 13"/>
                <a:gd name="T97" fmla="*/ 8 h 58"/>
                <a:gd name="T98" fmla="*/ 10 w 13"/>
                <a:gd name="T99" fmla="*/ 6 h 58"/>
                <a:gd name="T100" fmla="*/ 13 w 13"/>
                <a:gd name="T101" fmla="*/ 4 h 58"/>
                <a:gd name="T102" fmla="*/ 13 w 13"/>
                <a:gd name="T103" fmla="*/ 3 h 58"/>
                <a:gd name="T104" fmla="*/ 9 w 13"/>
                <a:gd name="T105" fmla="*/ 0 h 58"/>
                <a:gd name="T106" fmla="*/ 6 w 13"/>
                <a:gd name="T107" fmla="*/ 0 h 58"/>
                <a:gd name="T108" fmla="*/ 8 w 13"/>
                <a:gd name="T109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" h="58">
                  <a:moveTo>
                    <a:pt x="8" y="2"/>
                  </a:moveTo>
                  <a:cubicBezTo>
                    <a:pt x="10" y="2"/>
                    <a:pt x="10" y="2"/>
                    <a:pt x="10" y="2"/>
                  </a:cubicBezTo>
                  <a:cubicBezTo>
                    <a:pt x="10" y="5"/>
                    <a:pt x="9" y="3"/>
                    <a:pt x="6" y="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9"/>
                    <a:pt x="7" y="10"/>
                    <a:pt x="7" y="11"/>
                  </a:cubicBezTo>
                  <a:cubicBezTo>
                    <a:pt x="7" y="14"/>
                    <a:pt x="6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2" y="34"/>
                    <a:pt x="3" y="34"/>
                    <a:pt x="3" y="35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40"/>
                    <a:pt x="2" y="40"/>
                    <a:pt x="0" y="41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3" y="45"/>
                    <a:pt x="3" y="46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8"/>
                    <a:pt x="5" y="50"/>
                    <a:pt x="7" y="50"/>
                  </a:cubicBezTo>
                  <a:cubicBezTo>
                    <a:pt x="7" y="50"/>
                    <a:pt x="8" y="49"/>
                    <a:pt x="9" y="49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7"/>
                    <a:pt x="10" y="48"/>
                    <a:pt x="10" y="50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56"/>
                    <a:pt x="7" y="57"/>
                    <a:pt x="4" y="57"/>
                  </a:cubicBezTo>
                  <a:cubicBezTo>
                    <a:pt x="4" y="58"/>
                    <a:pt x="4" y="58"/>
                    <a:pt x="5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2" y="58"/>
                    <a:pt x="13" y="56"/>
                    <a:pt x="13" y="53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3" y="49"/>
                    <a:pt x="11" y="45"/>
                    <a:pt x="8" y="45"/>
                  </a:cubicBezTo>
                  <a:cubicBezTo>
                    <a:pt x="7" y="45"/>
                    <a:pt x="7" y="45"/>
                    <a:pt x="7" y="47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5" y="47"/>
                    <a:pt x="6" y="46"/>
                    <a:pt x="6" y="43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5" y="41"/>
                    <a:pt x="6" y="40"/>
                    <a:pt x="6" y="3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4"/>
                    <a:pt x="5" y="34"/>
                    <a:pt x="5" y="33"/>
                  </a:cubicBezTo>
                  <a:cubicBezTo>
                    <a:pt x="6" y="32"/>
                    <a:pt x="7" y="30"/>
                    <a:pt x="7" y="27"/>
                  </a:cubicBezTo>
                  <a:cubicBezTo>
                    <a:pt x="7" y="26"/>
                    <a:pt x="6" y="26"/>
                    <a:pt x="6" y="25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3"/>
                    <a:pt x="10" y="13"/>
                    <a:pt x="10" y="12"/>
                  </a:cubicBezTo>
                  <a:cubicBezTo>
                    <a:pt x="10" y="10"/>
                    <a:pt x="9" y="11"/>
                    <a:pt x="9" y="9"/>
                  </a:cubicBezTo>
                  <a:cubicBezTo>
                    <a:pt x="10" y="9"/>
                    <a:pt x="11" y="10"/>
                    <a:pt x="11" y="8"/>
                  </a:cubicBezTo>
                  <a:cubicBezTo>
                    <a:pt x="11" y="7"/>
                    <a:pt x="11" y="8"/>
                    <a:pt x="10" y="6"/>
                  </a:cubicBezTo>
                  <a:cubicBezTo>
                    <a:pt x="12" y="6"/>
                    <a:pt x="13" y="5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0" y="0"/>
                    <a:pt x="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7" y="2"/>
                    <a:pt x="8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" name="iṩḻïḑe"/>
            <p:cNvSpPr/>
            <p:nvPr/>
          </p:nvSpPr>
          <p:spPr bwMode="auto">
            <a:xfrm>
              <a:off x="10129268" y="893417"/>
              <a:ext cx="30340" cy="37310"/>
            </a:xfrm>
            <a:custGeom>
              <a:avLst/>
              <a:gdLst>
                <a:gd name="T0" fmla="*/ 4 w 18"/>
                <a:gd name="T1" fmla="*/ 11 h 22"/>
                <a:gd name="T2" fmla="*/ 10 w 18"/>
                <a:gd name="T3" fmla="*/ 3 h 22"/>
                <a:gd name="T4" fmla="*/ 14 w 18"/>
                <a:gd name="T5" fmla="*/ 6 h 22"/>
                <a:gd name="T6" fmla="*/ 14 w 18"/>
                <a:gd name="T7" fmla="*/ 8 h 22"/>
                <a:gd name="T8" fmla="*/ 18 w 18"/>
                <a:gd name="T9" fmla="*/ 9 h 22"/>
                <a:gd name="T10" fmla="*/ 18 w 18"/>
                <a:gd name="T11" fmla="*/ 7 h 22"/>
                <a:gd name="T12" fmla="*/ 11 w 18"/>
                <a:gd name="T13" fmla="*/ 0 h 22"/>
                <a:gd name="T14" fmla="*/ 9 w 18"/>
                <a:gd name="T15" fmla="*/ 0 h 22"/>
                <a:gd name="T16" fmla="*/ 0 w 18"/>
                <a:gd name="T17" fmla="*/ 11 h 22"/>
                <a:gd name="T18" fmla="*/ 0 w 18"/>
                <a:gd name="T19" fmla="*/ 13 h 22"/>
                <a:gd name="T20" fmla="*/ 8 w 18"/>
                <a:gd name="T21" fmla="*/ 21 h 22"/>
                <a:gd name="T22" fmla="*/ 8 w 18"/>
                <a:gd name="T23" fmla="*/ 21 h 22"/>
                <a:gd name="T24" fmla="*/ 12 w 18"/>
                <a:gd name="T25" fmla="*/ 19 h 22"/>
                <a:gd name="T26" fmla="*/ 12 w 18"/>
                <a:gd name="T27" fmla="*/ 22 h 22"/>
                <a:gd name="T28" fmla="*/ 14 w 18"/>
                <a:gd name="T29" fmla="*/ 22 h 22"/>
                <a:gd name="T30" fmla="*/ 17 w 18"/>
                <a:gd name="T31" fmla="*/ 11 h 22"/>
                <a:gd name="T32" fmla="*/ 10 w 18"/>
                <a:gd name="T33" fmla="*/ 9 h 22"/>
                <a:gd name="T34" fmla="*/ 9 w 18"/>
                <a:gd name="T35" fmla="*/ 13 h 22"/>
                <a:gd name="T36" fmla="*/ 13 w 18"/>
                <a:gd name="T37" fmla="*/ 14 h 22"/>
                <a:gd name="T38" fmla="*/ 9 w 18"/>
                <a:gd name="T39" fmla="*/ 17 h 22"/>
                <a:gd name="T40" fmla="*/ 4 w 18"/>
                <a:gd name="T41" fmla="*/ 12 h 22"/>
                <a:gd name="T42" fmla="*/ 4 w 18"/>
                <a:gd name="T4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22">
                  <a:moveTo>
                    <a:pt x="4" y="11"/>
                  </a:moveTo>
                  <a:cubicBezTo>
                    <a:pt x="4" y="8"/>
                    <a:pt x="7" y="3"/>
                    <a:pt x="10" y="3"/>
                  </a:cubicBezTo>
                  <a:cubicBezTo>
                    <a:pt x="12" y="3"/>
                    <a:pt x="14" y="5"/>
                    <a:pt x="14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3"/>
                    <a:pt x="14" y="0"/>
                    <a:pt x="1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6"/>
                    <a:pt x="0" y="1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4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0" y="21"/>
                    <a:pt x="11" y="20"/>
                    <a:pt x="12" y="19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6"/>
                    <a:pt x="11" y="17"/>
                    <a:pt x="9" y="17"/>
                  </a:cubicBezTo>
                  <a:cubicBezTo>
                    <a:pt x="6" y="17"/>
                    <a:pt x="4" y="15"/>
                    <a:pt x="4" y="12"/>
                  </a:cubicBezTo>
                  <a:lnTo>
                    <a:pt x="4" y="1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" name="ïṧ1iḑé"/>
            <p:cNvSpPr/>
            <p:nvPr/>
          </p:nvSpPr>
          <p:spPr bwMode="auto">
            <a:xfrm>
              <a:off x="10016929" y="815518"/>
              <a:ext cx="41819" cy="40590"/>
            </a:xfrm>
            <a:custGeom>
              <a:avLst/>
              <a:gdLst>
                <a:gd name="T0" fmla="*/ 14 w 25"/>
                <a:gd name="T1" fmla="*/ 8 h 24"/>
                <a:gd name="T2" fmla="*/ 14 w 25"/>
                <a:gd name="T3" fmla="*/ 8 h 24"/>
                <a:gd name="T4" fmla="*/ 12 w 25"/>
                <a:gd name="T5" fmla="*/ 17 h 24"/>
                <a:gd name="T6" fmla="*/ 20 w 25"/>
                <a:gd name="T7" fmla="*/ 3 h 24"/>
                <a:gd name="T8" fmla="*/ 17 w 25"/>
                <a:gd name="T9" fmla="*/ 0 h 24"/>
                <a:gd name="T10" fmla="*/ 0 w 25"/>
                <a:gd name="T11" fmla="*/ 12 h 24"/>
                <a:gd name="T12" fmla="*/ 2 w 25"/>
                <a:gd name="T13" fmla="*/ 15 h 24"/>
                <a:gd name="T14" fmla="*/ 13 w 25"/>
                <a:gd name="T15" fmla="*/ 7 h 24"/>
                <a:gd name="T16" fmla="*/ 13 w 25"/>
                <a:gd name="T17" fmla="*/ 8 h 24"/>
                <a:gd name="T18" fmla="*/ 7 w 25"/>
                <a:gd name="T19" fmla="*/ 21 h 24"/>
                <a:gd name="T20" fmla="*/ 9 w 25"/>
                <a:gd name="T21" fmla="*/ 24 h 24"/>
                <a:gd name="T22" fmla="*/ 25 w 25"/>
                <a:gd name="T23" fmla="*/ 12 h 24"/>
                <a:gd name="T24" fmla="*/ 24 w 25"/>
                <a:gd name="T25" fmla="*/ 9 h 24"/>
                <a:gd name="T26" fmla="*/ 12 w 25"/>
                <a:gd name="T27" fmla="*/ 1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24">
                  <a:moveTo>
                    <a:pt x="14" y="8"/>
                  </a:moveTo>
                  <a:cubicBezTo>
                    <a:pt x="13" y="8"/>
                    <a:pt x="14" y="7"/>
                    <a:pt x="14" y="8"/>
                  </a:cubicBezTo>
                  <a:close/>
                  <a:moveTo>
                    <a:pt x="12" y="17"/>
                  </a:moveTo>
                  <a:cubicBezTo>
                    <a:pt x="13" y="15"/>
                    <a:pt x="20" y="4"/>
                    <a:pt x="20" y="3"/>
                  </a:cubicBezTo>
                  <a:cubicBezTo>
                    <a:pt x="20" y="3"/>
                    <a:pt x="18" y="0"/>
                    <a:pt x="17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4" y="9"/>
                    <a:pt x="24" y="9"/>
                    <a:pt x="24" y="9"/>
                  </a:cubicBezTo>
                  <a:lnTo>
                    <a:pt x="12" y="17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" name="îṡḷíḓé"/>
            <p:cNvSpPr/>
            <p:nvPr/>
          </p:nvSpPr>
          <p:spPr bwMode="auto">
            <a:xfrm>
              <a:off x="10095648" y="878247"/>
              <a:ext cx="37310" cy="42230"/>
            </a:xfrm>
            <a:custGeom>
              <a:avLst/>
              <a:gdLst>
                <a:gd name="T0" fmla="*/ 22 w 22"/>
                <a:gd name="T1" fmla="*/ 6 h 25"/>
                <a:gd name="T2" fmla="*/ 18 w 22"/>
                <a:gd name="T3" fmla="*/ 5 h 25"/>
                <a:gd name="T4" fmla="*/ 13 w 22"/>
                <a:gd name="T5" fmla="*/ 18 h 25"/>
                <a:gd name="T6" fmla="*/ 12 w 22"/>
                <a:gd name="T7" fmla="*/ 2 h 25"/>
                <a:gd name="T8" fmla="*/ 9 w 22"/>
                <a:gd name="T9" fmla="*/ 0 h 25"/>
                <a:gd name="T10" fmla="*/ 0 w 22"/>
                <a:gd name="T11" fmla="*/ 19 h 25"/>
                <a:gd name="T12" fmla="*/ 3 w 22"/>
                <a:gd name="T13" fmla="*/ 20 h 25"/>
                <a:gd name="T14" fmla="*/ 9 w 22"/>
                <a:gd name="T15" fmla="*/ 8 h 25"/>
                <a:gd name="T16" fmla="*/ 10 w 22"/>
                <a:gd name="T17" fmla="*/ 24 h 25"/>
                <a:gd name="T18" fmla="*/ 13 w 22"/>
                <a:gd name="T19" fmla="*/ 25 h 25"/>
                <a:gd name="T20" fmla="*/ 22 w 22"/>
                <a:gd name="T21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25">
                  <a:moveTo>
                    <a:pt x="22" y="6"/>
                  </a:moveTo>
                  <a:cubicBezTo>
                    <a:pt x="18" y="5"/>
                    <a:pt x="18" y="5"/>
                    <a:pt x="18" y="5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9" y="0"/>
                    <a:pt x="9" y="0"/>
                  </a:cubicBezTo>
                  <a:cubicBezTo>
                    <a:pt x="8" y="0"/>
                    <a:pt x="0" y="17"/>
                    <a:pt x="0" y="19"/>
                  </a:cubicBezTo>
                  <a:cubicBezTo>
                    <a:pt x="1" y="19"/>
                    <a:pt x="2" y="20"/>
                    <a:pt x="3" y="20"/>
                  </a:cubicBezTo>
                  <a:cubicBezTo>
                    <a:pt x="4" y="20"/>
                    <a:pt x="8" y="9"/>
                    <a:pt x="9" y="8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2" y="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" name="ï$ľidé"/>
            <p:cNvSpPr/>
            <p:nvPr/>
          </p:nvSpPr>
          <p:spPr bwMode="auto">
            <a:xfrm>
              <a:off x="10217007" y="891777"/>
              <a:ext cx="29930" cy="42230"/>
            </a:xfrm>
            <a:custGeom>
              <a:avLst/>
              <a:gdLst>
                <a:gd name="T0" fmla="*/ 2 w 18"/>
                <a:gd name="T1" fmla="*/ 4 h 25"/>
                <a:gd name="T2" fmla="*/ 0 w 18"/>
                <a:gd name="T3" fmla="*/ 5 h 25"/>
                <a:gd name="T4" fmla="*/ 4 w 18"/>
                <a:gd name="T5" fmla="*/ 25 h 25"/>
                <a:gd name="T6" fmla="*/ 7 w 18"/>
                <a:gd name="T7" fmla="*/ 25 h 25"/>
                <a:gd name="T8" fmla="*/ 5 w 18"/>
                <a:gd name="T9" fmla="*/ 11 h 25"/>
                <a:gd name="T10" fmla="*/ 5 w 18"/>
                <a:gd name="T11" fmla="*/ 11 h 25"/>
                <a:gd name="T12" fmla="*/ 15 w 18"/>
                <a:gd name="T13" fmla="*/ 23 h 25"/>
                <a:gd name="T14" fmla="*/ 18 w 18"/>
                <a:gd name="T15" fmla="*/ 22 h 25"/>
                <a:gd name="T16" fmla="*/ 15 w 18"/>
                <a:gd name="T17" fmla="*/ 4 h 25"/>
                <a:gd name="T18" fmla="*/ 12 w 18"/>
                <a:gd name="T19" fmla="*/ 6 h 25"/>
                <a:gd name="T20" fmla="*/ 13 w 18"/>
                <a:gd name="T21" fmla="*/ 16 h 25"/>
                <a:gd name="T22" fmla="*/ 3 w 18"/>
                <a:gd name="T23" fmla="*/ 4 h 25"/>
                <a:gd name="T24" fmla="*/ 2 w 18"/>
                <a:gd name="T25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5">
                  <a:moveTo>
                    <a:pt x="2" y="4"/>
                  </a:moveTo>
                  <a:cubicBezTo>
                    <a:pt x="1" y="4"/>
                    <a:pt x="1" y="4"/>
                    <a:pt x="0" y="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18"/>
                    <a:pt x="16" y="9"/>
                    <a:pt x="15" y="4"/>
                  </a:cubicBezTo>
                  <a:cubicBezTo>
                    <a:pt x="15" y="1"/>
                    <a:pt x="10" y="0"/>
                    <a:pt x="12" y="6"/>
                  </a:cubicBezTo>
                  <a:cubicBezTo>
                    <a:pt x="12" y="8"/>
                    <a:pt x="13" y="13"/>
                    <a:pt x="13" y="16"/>
                  </a:cubicBezTo>
                  <a:cubicBezTo>
                    <a:pt x="10" y="14"/>
                    <a:pt x="5" y="4"/>
                    <a:pt x="3" y="4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" name="íṡļîḍé"/>
            <p:cNvSpPr/>
            <p:nvPr/>
          </p:nvSpPr>
          <p:spPr bwMode="auto">
            <a:xfrm>
              <a:off x="10302696" y="852827"/>
              <a:ext cx="41819" cy="38950"/>
            </a:xfrm>
            <a:custGeom>
              <a:avLst/>
              <a:gdLst>
                <a:gd name="T0" fmla="*/ 5 w 25"/>
                <a:gd name="T1" fmla="*/ 8 h 23"/>
                <a:gd name="T2" fmla="*/ 11 w 25"/>
                <a:gd name="T3" fmla="*/ 4 h 23"/>
                <a:gd name="T4" fmla="*/ 13 w 25"/>
                <a:gd name="T5" fmla="*/ 6 h 23"/>
                <a:gd name="T6" fmla="*/ 13 w 25"/>
                <a:gd name="T7" fmla="*/ 7 h 23"/>
                <a:gd name="T8" fmla="*/ 9 w 25"/>
                <a:gd name="T9" fmla="*/ 11 h 23"/>
                <a:gd name="T10" fmla="*/ 5 w 25"/>
                <a:gd name="T11" fmla="*/ 8 h 23"/>
                <a:gd name="T12" fmla="*/ 16 w 25"/>
                <a:gd name="T13" fmla="*/ 8 h 23"/>
                <a:gd name="T14" fmla="*/ 11 w 25"/>
                <a:gd name="T15" fmla="*/ 0 h 23"/>
                <a:gd name="T16" fmla="*/ 0 w 25"/>
                <a:gd name="T17" fmla="*/ 8 h 23"/>
                <a:gd name="T18" fmla="*/ 13 w 25"/>
                <a:gd name="T19" fmla="*/ 23 h 23"/>
                <a:gd name="T20" fmla="*/ 16 w 25"/>
                <a:gd name="T21" fmla="*/ 21 h 23"/>
                <a:gd name="T22" fmla="*/ 11 w 25"/>
                <a:gd name="T23" fmla="*/ 15 h 23"/>
                <a:gd name="T24" fmla="*/ 15 w 25"/>
                <a:gd name="T25" fmla="*/ 11 h 23"/>
                <a:gd name="T26" fmla="*/ 16 w 25"/>
                <a:gd name="T27" fmla="*/ 11 h 23"/>
                <a:gd name="T28" fmla="*/ 22 w 25"/>
                <a:gd name="T29" fmla="*/ 16 h 23"/>
                <a:gd name="T30" fmla="*/ 25 w 25"/>
                <a:gd name="T31" fmla="*/ 13 h 23"/>
                <a:gd name="T32" fmla="*/ 24 w 25"/>
                <a:gd name="T33" fmla="*/ 13 h 23"/>
                <a:gd name="T34" fmla="*/ 19 w 25"/>
                <a:gd name="T35" fmla="*/ 8 h 23"/>
                <a:gd name="T36" fmla="*/ 16 w 25"/>
                <a:gd name="T37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" h="23">
                  <a:moveTo>
                    <a:pt x="5" y="8"/>
                  </a:moveTo>
                  <a:cubicBezTo>
                    <a:pt x="7" y="7"/>
                    <a:pt x="8" y="4"/>
                    <a:pt x="11" y="4"/>
                  </a:cubicBezTo>
                  <a:cubicBezTo>
                    <a:pt x="12" y="4"/>
                    <a:pt x="13" y="5"/>
                    <a:pt x="13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9"/>
                    <a:pt x="10" y="11"/>
                    <a:pt x="9" y="11"/>
                  </a:cubicBezTo>
                  <a:cubicBezTo>
                    <a:pt x="5" y="8"/>
                    <a:pt x="5" y="8"/>
                    <a:pt x="5" y="8"/>
                  </a:cubicBezTo>
                  <a:close/>
                  <a:moveTo>
                    <a:pt x="16" y="8"/>
                  </a:moveTo>
                  <a:cubicBezTo>
                    <a:pt x="18" y="4"/>
                    <a:pt x="14" y="0"/>
                    <a:pt x="11" y="0"/>
                  </a:cubicBezTo>
                  <a:cubicBezTo>
                    <a:pt x="8" y="0"/>
                    <a:pt x="1" y="6"/>
                    <a:pt x="0" y="8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4"/>
                    <a:pt x="14" y="11"/>
                    <a:pt x="15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8" y="11"/>
                    <a:pt x="20" y="16"/>
                    <a:pt x="22" y="16"/>
                  </a:cubicBezTo>
                  <a:cubicBezTo>
                    <a:pt x="23" y="16"/>
                    <a:pt x="24" y="14"/>
                    <a:pt x="25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19" y="8"/>
                    <a:pt x="19" y="8"/>
                    <a:pt x="19" y="8"/>
                  </a:cubicBezTo>
                  <a:lnTo>
                    <a:pt x="16" y="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" name="îṣľîḋè"/>
            <p:cNvSpPr/>
            <p:nvPr/>
          </p:nvSpPr>
          <p:spPr bwMode="auto">
            <a:xfrm>
              <a:off x="10369935" y="669560"/>
              <a:ext cx="45510" cy="28700"/>
            </a:xfrm>
            <a:custGeom>
              <a:avLst/>
              <a:gdLst>
                <a:gd name="T0" fmla="*/ 18 w 27"/>
                <a:gd name="T1" fmla="*/ 11 h 17"/>
                <a:gd name="T2" fmla="*/ 22 w 27"/>
                <a:gd name="T3" fmla="*/ 13 h 17"/>
                <a:gd name="T4" fmla="*/ 12 w 27"/>
                <a:gd name="T5" fmla="*/ 9 h 17"/>
                <a:gd name="T6" fmla="*/ 13 w 27"/>
                <a:gd name="T7" fmla="*/ 8 h 17"/>
                <a:gd name="T8" fmla="*/ 16 w 27"/>
                <a:gd name="T9" fmla="*/ 14 h 17"/>
                <a:gd name="T10" fmla="*/ 13 w 27"/>
                <a:gd name="T11" fmla="*/ 10 h 17"/>
                <a:gd name="T12" fmla="*/ 4 w 27"/>
                <a:gd name="T13" fmla="*/ 11 h 17"/>
                <a:gd name="T14" fmla="*/ 6 w 27"/>
                <a:gd name="T15" fmla="*/ 10 h 17"/>
                <a:gd name="T16" fmla="*/ 4 w 27"/>
                <a:gd name="T17" fmla="*/ 11 h 17"/>
                <a:gd name="T18" fmla="*/ 18 w 27"/>
                <a:gd name="T19" fmla="*/ 9 h 17"/>
                <a:gd name="T20" fmla="*/ 16 w 27"/>
                <a:gd name="T21" fmla="*/ 7 h 17"/>
                <a:gd name="T22" fmla="*/ 18 w 27"/>
                <a:gd name="T23" fmla="*/ 10 h 17"/>
                <a:gd name="T24" fmla="*/ 9 w 27"/>
                <a:gd name="T25" fmla="*/ 3 h 17"/>
                <a:gd name="T26" fmla="*/ 14 w 27"/>
                <a:gd name="T27" fmla="*/ 8 h 17"/>
                <a:gd name="T28" fmla="*/ 8 w 27"/>
                <a:gd name="T29" fmla="*/ 3 h 17"/>
                <a:gd name="T30" fmla="*/ 12 w 27"/>
                <a:gd name="T31" fmla="*/ 8 h 17"/>
                <a:gd name="T32" fmla="*/ 17 w 27"/>
                <a:gd name="T33" fmla="*/ 7 h 17"/>
                <a:gd name="T34" fmla="*/ 6 w 27"/>
                <a:gd name="T35" fmla="*/ 2 h 17"/>
                <a:gd name="T36" fmla="*/ 12 w 27"/>
                <a:gd name="T37" fmla="*/ 7 h 17"/>
                <a:gd name="T38" fmla="*/ 10 w 27"/>
                <a:gd name="T39" fmla="*/ 8 h 17"/>
                <a:gd name="T40" fmla="*/ 10 w 27"/>
                <a:gd name="T41" fmla="*/ 11 h 17"/>
                <a:gd name="T42" fmla="*/ 0 w 27"/>
                <a:gd name="T43" fmla="*/ 10 h 17"/>
                <a:gd name="T44" fmla="*/ 4 w 27"/>
                <a:gd name="T45" fmla="*/ 13 h 17"/>
                <a:gd name="T46" fmla="*/ 9 w 27"/>
                <a:gd name="T47" fmla="*/ 16 h 17"/>
                <a:gd name="T48" fmla="*/ 9 w 27"/>
                <a:gd name="T49" fmla="*/ 12 h 17"/>
                <a:gd name="T50" fmla="*/ 18 w 27"/>
                <a:gd name="T51" fmla="*/ 15 h 17"/>
                <a:gd name="T52" fmla="*/ 21 w 27"/>
                <a:gd name="T53" fmla="*/ 14 h 17"/>
                <a:gd name="T54" fmla="*/ 25 w 27"/>
                <a:gd name="T55" fmla="*/ 15 h 17"/>
                <a:gd name="T56" fmla="*/ 22 w 27"/>
                <a:gd name="T57" fmla="*/ 10 h 17"/>
                <a:gd name="T58" fmla="*/ 27 w 27"/>
                <a:gd name="T59" fmla="*/ 9 h 17"/>
                <a:gd name="T60" fmla="*/ 21 w 27"/>
                <a:gd name="T61" fmla="*/ 7 h 17"/>
                <a:gd name="T62" fmla="*/ 17 w 27"/>
                <a:gd name="T63" fmla="*/ 5 h 17"/>
                <a:gd name="T64" fmla="*/ 18 w 27"/>
                <a:gd name="T65" fmla="*/ 1 h 17"/>
                <a:gd name="T66" fmla="*/ 8 w 27"/>
                <a:gd name="T67" fmla="*/ 0 h 17"/>
                <a:gd name="T68" fmla="*/ 6 w 27"/>
                <a:gd name="T6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" h="17">
                  <a:moveTo>
                    <a:pt x="22" y="13"/>
                  </a:moveTo>
                  <a:cubicBezTo>
                    <a:pt x="20" y="13"/>
                    <a:pt x="18" y="13"/>
                    <a:pt x="18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1"/>
                    <a:pt x="22" y="12"/>
                    <a:pt x="22" y="13"/>
                  </a:cubicBezTo>
                  <a:close/>
                  <a:moveTo>
                    <a:pt x="13" y="10"/>
                  </a:moveTo>
                  <a:cubicBezTo>
                    <a:pt x="13" y="10"/>
                    <a:pt x="12" y="10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lose/>
                  <a:moveTo>
                    <a:pt x="4" y="11"/>
                  </a:moveTo>
                  <a:cubicBezTo>
                    <a:pt x="1" y="11"/>
                    <a:pt x="3" y="9"/>
                    <a:pt x="3" y="6"/>
                  </a:cubicBezTo>
                  <a:cubicBezTo>
                    <a:pt x="5" y="7"/>
                    <a:pt x="6" y="8"/>
                    <a:pt x="6" y="10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8" y="10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6" y="9"/>
                    <a:pt x="16" y="10"/>
                    <a:pt x="18" y="10"/>
                  </a:cubicBezTo>
                  <a:close/>
                  <a:moveTo>
                    <a:pt x="8" y="3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8" y="3"/>
                    <a:pt x="8" y="3"/>
                    <a:pt x="8" y="3"/>
                  </a:cubicBezTo>
                  <a:close/>
                  <a:moveTo>
                    <a:pt x="12" y="8"/>
                  </a:moveTo>
                  <a:cubicBezTo>
                    <a:pt x="13" y="7"/>
                    <a:pt x="11" y="8"/>
                    <a:pt x="12" y="8"/>
                  </a:cubicBezTo>
                  <a:close/>
                  <a:moveTo>
                    <a:pt x="14" y="4"/>
                  </a:moveTo>
                  <a:cubicBezTo>
                    <a:pt x="14" y="7"/>
                    <a:pt x="15" y="7"/>
                    <a:pt x="17" y="7"/>
                  </a:cubicBezTo>
                  <a:cubicBezTo>
                    <a:pt x="16" y="5"/>
                    <a:pt x="15" y="5"/>
                    <a:pt x="14" y="4"/>
                  </a:cubicBezTo>
                  <a:close/>
                  <a:moveTo>
                    <a:pt x="6" y="2"/>
                  </a:moveTo>
                  <a:cubicBezTo>
                    <a:pt x="6" y="5"/>
                    <a:pt x="6" y="5"/>
                    <a:pt x="6" y="5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3"/>
                    <a:pt x="0" y="10"/>
                    <a:pt x="0" y="10"/>
                  </a:cubicBezTo>
                  <a:cubicBezTo>
                    <a:pt x="0" y="11"/>
                    <a:pt x="1" y="13"/>
                    <a:pt x="2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2"/>
                    <a:pt x="7" y="12"/>
                  </a:cubicBezTo>
                  <a:cubicBezTo>
                    <a:pt x="7" y="13"/>
                    <a:pt x="7" y="16"/>
                    <a:pt x="9" y="16"/>
                  </a:cubicBezTo>
                  <a:cubicBezTo>
                    <a:pt x="10" y="16"/>
                    <a:pt x="11" y="15"/>
                    <a:pt x="11" y="14"/>
                  </a:cubicBezTo>
                  <a:cubicBezTo>
                    <a:pt x="11" y="13"/>
                    <a:pt x="10" y="12"/>
                    <a:pt x="9" y="12"/>
                  </a:cubicBezTo>
                  <a:cubicBezTo>
                    <a:pt x="14" y="12"/>
                    <a:pt x="15" y="17"/>
                    <a:pt x="16" y="17"/>
                  </a:cubicBezTo>
                  <a:cubicBezTo>
                    <a:pt x="17" y="17"/>
                    <a:pt x="18" y="16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5"/>
                    <a:pt x="23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5" y="12"/>
                    <a:pt x="24" y="13"/>
                    <a:pt x="22" y="12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" name="íṧliḑe"/>
            <p:cNvSpPr/>
            <p:nvPr/>
          </p:nvSpPr>
          <p:spPr bwMode="auto">
            <a:xfrm>
              <a:off x="10280966" y="867997"/>
              <a:ext cx="36900" cy="42230"/>
            </a:xfrm>
            <a:custGeom>
              <a:avLst/>
              <a:gdLst>
                <a:gd name="T0" fmla="*/ 13 w 22"/>
                <a:gd name="T1" fmla="*/ 3 h 25"/>
                <a:gd name="T2" fmla="*/ 10 w 22"/>
                <a:gd name="T3" fmla="*/ 0 h 25"/>
                <a:gd name="T4" fmla="*/ 0 w 22"/>
                <a:gd name="T5" fmla="*/ 7 h 25"/>
                <a:gd name="T6" fmla="*/ 10 w 22"/>
                <a:gd name="T7" fmla="*/ 25 h 25"/>
                <a:gd name="T8" fmla="*/ 22 w 22"/>
                <a:gd name="T9" fmla="*/ 17 h 25"/>
                <a:gd name="T10" fmla="*/ 20 w 22"/>
                <a:gd name="T11" fmla="*/ 14 h 25"/>
                <a:gd name="T12" fmla="*/ 12 w 22"/>
                <a:gd name="T13" fmla="*/ 19 h 25"/>
                <a:gd name="T14" fmla="*/ 9 w 22"/>
                <a:gd name="T15" fmla="*/ 15 h 25"/>
                <a:gd name="T16" fmla="*/ 16 w 22"/>
                <a:gd name="T17" fmla="*/ 10 h 25"/>
                <a:gd name="T18" fmla="*/ 15 w 22"/>
                <a:gd name="T19" fmla="*/ 7 h 25"/>
                <a:gd name="T20" fmla="*/ 7 w 22"/>
                <a:gd name="T21" fmla="*/ 12 h 25"/>
                <a:gd name="T22" fmla="*/ 5 w 22"/>
                <a:gd name="T23" fmla="*/ 8 h 25"/>
                <a:gd name="T24" fmla="*/ 13 w 22"/>
                <a:gd name="T25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5">
                  <a:moveTo>
                    <a:pt x="13" y="3"/>
                  </a:moveTo>
                  <a:cubicBezTo>
                    <a:pt x="13" y="2"/>
                    <a:pt x="12" y="0"/>
                    <a:pt x="10" y="0"/>
                  </a:cubicBezTo>
                  <a:cubicBezTo>
                    <a:pt x="10" y="0"/>
                    <a:pt x="0" y="6"/>
                    <a:pt x="0" y="7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8"/>
                    <a:pt x="5" y="8"/>
                    <a:pt x="5" y="8"/>
                  </a:cubicBezTo>
                  <a:lnTo>
                    <a:pt x="13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" name="íśḷîďé"/>
            <p:cNvSpPr/>
            <p:nvPr/>
          </p:nvSpPr>
          <p:spPr bwMode="auto">
            <a:xfrm>
              <a:off x="10327705" y="832327"/>
              <a:ext cx="33620" cy="34030"/>
            </a:xfrm>
            <a:custGeom>
              <a:avLst/>
              <a:gdLst>
                <a:gd name="T0" fmla="*/ 11 w 20"/>
                <a:gd name="T1" fmla="*/ 2 h 20"/>
                <a:gd name="T2" fmla="*/ 7 w 20"/>
                <a:gd name="T3" fmla="*/ 0 h 20"/>
                <a:gd name="T4" fmla="*/ 6 w 20"/>
                <a:gd name="T5" fmla="*/ 0 h 20"/>
                <a:gd name="T6" fmla="*/ 0 w 20"/>
                <a:gd name="T7" fmla="*/ 8 h 20"/>
                <a:gd name="T8" fmla="*/ 0 w 20"/>
                <a:gd name="T9" fmla="*/ 8 h 20"/>
                <a:gd name="T10" fmla="*/ 6 w 20"/>
                <a:gd name="T11" fmla="*/ 14 h 20"/>
                <a:gd name="T12" fmla="*/ 7 w 20"/>
                <a:gd name="T13" fmla="*/ 14 h 20"/>
                <a:gd name="T14" fmla="*/ 15 w 20"/>
                <a:gd name="T15" fmla="*/ 9 h 20"/>
                <a:gd name="T16" fmla="*/ 16 w 20"/>
                <a:gd name="T17" fmla="*/ 11 h 20"/>
                <a:gd name="T18" fmla="*/ 16 w 20"/>
                <a:gd name="T19" fmla="*/ 12 h 20"/>
                <a:gd name="T20" fmla="*/ 13 w 20"/>
                <a:gd name="T21" fmla="*/ 16 h 20"/>
                <a:gd name="T22" fmla="*/ 10 w 20"/>
                <a:gd name="T23" fmla="*/ 16 h 20"/>
                <a:gd name="T24" fmla="*/ 8 w 20"/>
                <a:gd name="T25" fmla="*/ 18 h 20"/>
                <a:gd name="T26" fmla="*/ 12 w 20"/>
                <a:gd name="T27" fmla="*/ 20 h 20"/>
                <a:gd name="T28" fmla="*/ 13 w 20"/>
                <a:gd name="T29" fmla="*/ 20 h 20"/>
                <a:gd name="T30" fmla="*/ 20 w 20"/>
                <a:gd name="T31" fmla="*/ 12 h 20"/>
                <a:gd name="T32" fmla="*/ 20 w 20"/>
                <a:gd name="T33" fmla="*/ 12 h 20"/>
                <a:gd name="T34" fmla="*/ 15 w 20"/>
                <a:gd name="T35" fmla="*/ 5 h 20"/>
                <a:gd name="T36" fmla="*/ 6 w 20"/>
                <a:gd name="T37" fmla="*/ 10 h 20"/>
                <a:gd name="T38" fmla="*/ 5 w 20"/>
                <a:gd name="T39" fmla="*/ 10 h 20"/>
                <a:gd name="T40" fmla="*/ 3 w 20"/>
                <a:gd name="T41" fmla="*/ 8 h 20"/>
                <a:gd name="T42" fmla="*/ 6 w 20"/>
                <a:gd name="T43" fmla="*/ 4 h 20"/>
                <a:gd name="T44" fmla="*/ 9 w 20"/>
                <a:gd name="T45" fmla="*/ 4 h 20"/>
                <a:gd name="T46" fmla="*/ 11 w 20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0">
                  <a:moveTo>
                    <a:pt x="11" y="2"/>
                  </a:moveTo>
                  <a:cubicBezTo>
                    <a:pt x="10" y="1"/>
                    <a:pt x="9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2"/>
                    <a:pt x="2" y="14"/>
                    <a:pt x="6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8" y="14"/>
                    <a:pt x="13" y="9"/>
                    <a:pt x="15" y="9"/>
                  </a:cubicBezTo>
                  <a:cubicBezTo>
                    <a:pt x="16" y="9"/>
                    <a:pt x="16" y="10"/>
                    <a:pt x="16" y="11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4"/>
                    <a:pt x="15" y="16"/>
                    <a:pt x="13" y="16"/>
                  </a:cubicBezTo>
                  <a:cubicBezTo>
                    <a:pt x="12" y="16"/>
                    <a:pt x="12" y="16"/>
                    <a:pt x="10" y="16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9"/>
                    <a:pt x="10" y="20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6" y="20"/>
                    <a:pt x="20" y="15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9"/>
                    <a:pt x="17" y="5"/>
                    <a:pt x="15" y="5"/>
                  </a:cubicBezTo>
                  <a:cubicBezTo>
                    <a:pt x="11" y="5"/>
                    <a:pt x="7" y="10"/>
                    <a:pt x="6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3" y="9"/>
                    <a:pt x="3" y="8"/>
                  </a:cubicBezTo>
                  <a:cubicBezTo>
                    <a:pt x="3" y="6"/>
                    <a:pt x="4" y="5"/>
                    <a:pt x="6" y="4"/>
                  </a:cubicBezTo>
                  <a:cubicBezTo>
                    <a:pt x="9" y="4"/>
                    <a:pt x="9" y="4"/>
                    <a:pt x="9" y="4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" name="îṣḻiḑe"/>
            <p:cNvSpPr/>
            <p:nvPr/>
          </p:nvSpPr>
          <p:spPr bwMode="auto">
            <a:xfrm>
              <a:off x="10188307" y="899977"/>
              <a:ext cx="25010" cy="35670"/>
            </a:xfrm>
            <a:custGeom>
              <a:avLst/>
              <a:gdLst>
                <a:gd name="T0" fmla="*/ 11 w 15"/>
                <a:gd name="T1" fmla="*/ 16 h 21"/>
                <a:gd name="T2" fmla="*/ 9 w 15"/>
                <a:gd name="T3" fmla="*/ 17 h 21"/>
                <a:gd name="T4" fmla="*/ 7 w 15"/>
                <a:gd name="T5" fmla="*/ 17 h 21"/>
                <a:gd name="T6" fmla="*/ 4 w 15"/>
                <a:gd name="T7" fmla="*/ 15 h 21"/>
                <a:gd name="T8" fmla="*/ 4 w 15"/>
                <a:gd name="T9" fmla="*/ 0 h 21"/>
                <a:gd name="T10" fmla="*/ 0 w 15"/>
                <a:gd name="T11" fmla="*/ 0 h 21"/>
                <a:gd name="T12" fmla="*/ 0 w 15"/>
                <a:gd name="T13" fmla="*/ 13 h 21"/>
                <a:gd name="T14" fmla="*/ 6 w 15"/>
                <a:gd name="T15" fmla="*/ 21 h 21"/>
                <a:gd name="T16" fmla="*/ 9 w 15"/>
                <a:gd name="T17" fmla="*/ 21 h 21"/>
                <a:gd name="T18" fmla="*/ 15 w 15"/>
                <a:gd name="T19" fmla="*/ 15 h 21"/>
                <a:gd name="T20" fmla="*/ 15 w 15"/>
                <a:gd name="T21" fmla="*/ 0 h 21"/>
                <a:gd name="T22" fmla="*/ 11 w 15"/>
                <a:gd name="T23" fmla="*/ 0 h 21"/>
                <a:gd name="T24" fmla="*/ 11 w 15"/>
                <a:gd name="T25" fmla="*/ 11 h 21"/>
                <a:gd name="T26" fmla="*/ 11 w 15"/>
                <a:gd name="T27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1">
                  <a:moveTo>
                    <a:pt x="11" y="16"/>
                  </a:moveTo>
                  <a:cubicBezTo>
                    <a:pt x="10" y="17"/>
                    <a:pt x="10" y="17"/>
                    <a:pt x="9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5" y="17"/>
                    <a:pt x="5" y="16"/>
                    <a:pt x="4" y="1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2" y="21"/>
                    <a:pt x="6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21"/>
                    <a:pt x="15" y="18"/>
                    <a:pt x="15" y="1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11"/>
                    <a:pt x="11" y="11"/>
                    <a:pt x="11" y="11"/>
                  </a:cubicBezTo>
                  <a:lnTo>
                    <a:pt x="11" y="1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6" name="ïṧľiḑe"/>
            <p:cNvSpPr/>
            <p:nvPr/>
          </p:nvSpPr>
          <p:spPr bwMode="auto">
            <a:xfrm>
              <a:off x="10220287" y="508842"/>
              <a:ext cx="43459" cy="31980"/>
            </a:xfrm>
            <a:custGeom>
              <a:avLst/>
              <a:gdLst>
                <a:gd name="T0" fmla="*/ 5 w 26"/>
                <a:gd name="T1" fmla="*/ 16 h 19"/>
                <a:gd name="T2" fmla="*/ 11 w 26"/>
                <a:gd name="T3" fmla="*/ 12 h 19"/>
                <a:gd name="T4" fmla="*/ 12 w 26"/>
                <a:gd name="T5" fmla="*/ 12 h 19"/>
                <a:gd name="T6" fmla="*/ 5 w 26"/>
                <a:gd name="T7" fmla="*/ 16 h 19"/>
                <a:gd name="T8" fmla="*/ 14 w 26"/>
                <a:gd name="T9" fmla="*/ 12 h 19"/>
                <a:gd name="T10" fmla="*/ 17 w 26"/>
                <a:gd name="T11" fmla="*/ 10 h 19"/>
                <a:gd name="T12" fmla="*/ 16 w 26"/>
                <a:gd name="T13" fmla="*/ 14 h 19"/>
                <a:gd name="T14" fmla="*/ 14 w 26"/>
                <a:gd name="T15" fmla="*/ 12 h 19"/>
                <a:gd name="T16" fmla="*/ 17 w 26"/>
                <a:gd name="T17" fmla="*/ 2 h 19"/>
                <a:gd name="T18" fmla="*/ 15 w 26"/>
                <a:gd name="T19" fmla="*/ 2 h 19"/>
                <a:gd name="T20" fmla="*/ 12 w 26"/>
                <a:gd name="T21" fmla="*/ 1 h 19"/>
                <a:gd name="T22" fmla="*/ 10 w 26"/>
                <a:gd name="T23" fmla="*/ 3 h 19"/>
                <a:gd name="T24" fmla="*/ 11 w 26"/>
                <a:gd name="T25" fmla="*/ 5 h 19"/>
                <a:gd name="T26" fmla="*/ 14 w 26"/>
                <a:gd name="T27" fmla="*/ 4 h 19"/>
                <a:gd name="T28" fmla="*/ 14 w 26"/>
                <a:gd name="T29" fmla="*/ 7 h 19"/>
                <a:gd name="T30" fmla="*/ 11 w 26"/>
                <a:gd name="T31" fmla="*/ 7 h 19"/>
                <a:gd name="T32" fmla="*/ 11 w 26"/>
                <a:gd name="T33" fmla="*/ 7 h 19"/>
                <a:gd name="T34" fmla="*/ 13 w 26"/>
                <a:gd name="T35" fmla="*/ 9 h 19"/>
                <a:gd name="T36" fmla="*/ 2 w 26"/>
                <a:gd name="T37" fmla="*/ 14 h 19"/>
                <a:gd name="T38" fmla="*/ 0 w 26"/>
                <a:gd name="T39" fmla="*/ 14 h 19"/>
                <a:gd name="T40" fmla="*/ 2 w 26"/>
                <a:gd name="T41" fmla="*/ 17 h 19"/>
                <a:gd name="T42" fmla="*/ 5 w 26"/>
                <a:gd name="T43" fmla="*/ 16 h 19"/>
                <a:gd name="T44" fmla="*/ 5 w 26"/>
                <a:gd name="T45" fmla="*/ 18 h 19"/>
                <a:gd name="T46" fmla="*/ 6 w 26"/>
                <a:gd name="T47" fmla="*/ 18 h 19"/>
                <a:gd name="T48" fmla="*/ 11 w 26"/>
                <a:gd name="T49" fmla="*/ 15 h 19"/>
                <a:gd name="T50" fmla="*/ 9 w 26"/>
                <a:gd name="T51" fmla="*/ 16 h 19"/>
                <a:gd name="T52" fmla="*/ 11 w 26"/>
                <a:gd name="T53" fmla="*/ 19 h 19"/>
                <a:gd name="T54" fmla="*/ 13 w 26"/>
                <a:gd name="T55" fmla="*/ 16 h 19"/>
                <a:gd name="T56" fmla="*/ 16 w 26"/>
                <a:gd name="T57" fmla="*/ 17 h 19"/>
                <a:gd name="T58" fmla="*/ 21 w 26"/>
                <a:gd name="T59" fmla="*/ 14 h 19"/>
                <a:gd name="T60" fmla="*/ 19 w 26"/>
                <a:gd name="T61" fmla="*/ 18 h 19"/>
                <a:gd name="T62" fmla="*/ 21 w 26"/>
                <a:gd name="T63" fmla="*/ 19 h 19"/>
                <a:gd name="T64" fmla="*/ 22 w 26"/>
                <a:gd name="T65" fmla="*/ 17 h 19"/>
                <a:gd name="T66" fmla="*/ 23 w 26"/>
                <a:gd name="T67" fmla="*/ 14 h 19"/>
                <a:gd name="T68" fmla="*/ 26 w 26"/>
                <a:gd name="T69" fmla="*/ 12 h 19"/>
                <a:gd name="T70" fmla="*/ 26 w 26"/>
                <a:gd name="T71" fmla="*/ 10 h 19"/>
                <a:gd name="T72" fmla="*/ 19 w 26"/>
                <a:gd name="T73" fmla="*/ 12 h 19"/>
                <a:gd name="T74" fmla="*/ 16 w 26"/>
                <a:gd name="T75" fmla="*/ 9 h 19"/>
                <a:gd name="T76" fmla="*/ 19 w 26"/>
                <a:gd name="T77" fmla="*/ 6 h 19"/>
                <a:gd name="T78" fmla="*/ 22 w 26"/>
                <a:gd name="T79" fmla="*/ 5 h 19"/>
                <a:gd name="T80" fmla="*/ 21 w 26"/>
                <a:gd name="T81" fmla="*/ 3 h 19"/>
                <a:gd name="T82" fmla="*/ 17 w 26"/>
                <a:gd name="T83" fmla="*/ 5 h 19"/>
                <a:gd name="T84" fmla="*/ 18 w 26"/>
                <a:gd name="T85" fmla="*/ 5 h 19"/>
                <a:gd name="T86" fmla="*/ 18 w 26"/>
                <a:gd name="T87" fmla="*/ 6 h 19"/>
                <a:gd name="T88" fmla="*/ 16 w 26"/>
                <a:gd name="T89" fmla="*/ 5 h 19"/>
                <a:gd name="T90" fmla="*/ 16 w 26"/>
                <a:gd name="T91" fmla="*/ 4 h 19"/>
                <a:gd name="T92" fmla="*/ 21 w 26"/>
                <a:gd name="T93" fmla="*/ 3 h 19"/>
                <a:gd name="T94" fmla="*/ 22 w 26"/>
                <a:gd name="T95" fmla="*/ 0 h 19"/>
                <a:gd name="T96" fmla="*/ 20 w 26"/>
                <a:gd name="T97" fmla="*/ 0 h 19"/>
                <a:gd name="T98" fmla="*/ 17 w 26"/>
                <a:gd name="T9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" h="19">
                  <a:moveTo>
                    <a:pt x="5" y="16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5" y="16"/>
                    <a:pt x="5" y="16"/>
                    <a:pt x="5" y="16"/>
                  </a:cubicBezTo>
                  <a:close/>
                  <a:moveTo>
                    <a:pt x="14" y="12"/>
                  </a:moveTo>
                  <a:cubicBezTo>
                    <a:pt x="14" y="11"/>
                    <a:pt x="16" y="11"/>
                    <a:pt x="17" y="10"/>
                  </a:cubicBezTo>
                  <a:cubicBezTo>
                    <a:pt x="17" y="12"/>
                    <a:pt x="17" y="13"/>
                    <a:pt x="16" y="14"/>
                  </a:cubicBezTo>
                  <a:cubicBezTo>
                    <a:pt x="15" y="14"/>
                    <a:pt x="14" y="13"/>
                    <a:pt x="14" y="12"/>
                  </a:cubicBezTo>
                  <a:close/>
                  <a:moveTo>
                    <a:pt x="17" y="2"/>
                  </a:moveTo>
                  <a:cubicBezTo>
                    <a:pt x="15" y="2"/>
                    <a:pt x="15" y="2"/>
                    <a:pt x="15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1"/>
                    <a:pt x="5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7"/>
                    <a:pt x="3" y="18"/>
                    <a:pt x="5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8" y="18"/>
                    <a:pt x="7" y="15"/>
                    <a:pt x="11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7"/>
                    <a:pt x="10" y="19"/>
                    <a:pt x="11" y="19"/>
                  </a:cubicBezTo>
                  <a:cubicBezTo>
                    <a:pt x="13" y="19"/>
                    <a:pt x="13" y="17"/>
                    <a:pt x="13" y="16"/>
                  </a:cubicBezTo>
                  <a:cubicBezTo>
                    <a:pt x="14" y="16"/>
                    <a:pt x="15" y="17"/>
                    <a:pt x="16" y="17"/>
                  </a:cubicBezTo>
                  <a:cubicBezTo>
                    <a:pt x="18" y="17"/>
                    <a:pt x="18" y="14"/>
                    <a:pt x="21" y="14"/>
                  </a:cubicBezTo>
                  <a:cubicBezTo>
                    <a:pt x="21" y="15"/>
                    <a:pt x="19" y="15"/>
                    <a:pt x="19" y="18"/>
                  </a:cubicBezTo>
                  <a:cubicBezTo>
                    <a:pt x="19" y="19"/>
                    <a:pt x="20" y="19"/>
                    <a:pt x="21" y="19"/>
                  </a:cubicBezTo>
                  <a:cubicBezTo>
                    <a:pt x="21" y="19"/>
                    <a:pt x="22" y="18"/>
                    <a:pt x="22" y="17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9"/>
                    <a:pt x="19" y="11"/>
                    <a:pt x="16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2" y="6"/>
                    <a:pt x="22" y="5"/>
                  </a:cubicBezTo>
                  <a:cubicBezTo>
                    <a:pt x="22" y="4"/>
                    <a:pt x="21" y="3"/>
                    <a:pt x="21" y="3"/>
                  </a:cubicBezTo>
                  <a:cubicBezTo>
                    <a:pt x="19" y="3"/>
                    <a:pt x="18" y="4"/>
                    <a:pt x="17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6" y="6"/>
                    <a:pt x="16" y="6"/>
                    <a:pt x="16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0"/>
                    <a:pt x="19" y="2"/>
                    <a:pt x="17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7" name="îsľíḍe"/>
            <p:cNvSpPr/>
            <p:nvPr/>
          </p:nvSpPr>
          <p:spPr bwMode="auto">
            <a:xfrm>
              <a:off x="10065719" y="867997"/>
              <a:ext cx="33620" cy="37310"/>
            </a:xfrm>
            <a:custGeom>
              <a:avLst/>
              <a:gdLst>
                <a:gd name="T0" fmla="*/ 10 w 20"/>
                <a:gd name="T1" fmla="*/ 10 h 22"/>
                <a:gd name="T2" fmla="*/ 15 w 20"/>
                <a:gd name="T3" fmla="*/ 5 h 22"/>
                <a:gd name="T4" fmla="*/ 13 w 20"/>
                <a:gd name="T5" fmla="*/ 12 h 22"/>
                <a:gd name="T6" fmla="*/ 10 w 20"/>
                <a:gd name="T7" fmla="*/ 10 h 22"/>
                <a:gd name="T8" fmla="*/ 20 w 20"/>
                <a:gd name="T9" fmla="*/ 2 h 22"/>
                <a:gd name="T10" fmla="*/ 17 w 20"/>
                <a:gd name="T11" fmla="*/ 0 h 22"/>
                <a:gd name="T12" fmla="*/ 0 w 20"/>
                <a:gd name="T13" fmla="*/ 13 h 22"/>
                <a:gd name="T14" fmla="*/ 3 w 20"/>
                <a:gd name="T15" fmla="*/ 15 h 22"/>
                <a:gd name="T16" fmla="*/ 6 w 20"/>
                <a:gd name="T17" fmla="*/ 12 h 22"/>
                <a:gd name="T18" fmla="*/ 12 w 20"/>
                <a:gd name="T19" fmla="*/ 16 h 22"/>
                <a:gd name="T20" fmla="*/ 10 w 20"/>
                <a:gd name="T21" fmla="*/ 20 h 22"/>
                <a:gd name="T22" fmla="*/ 14 w 20"/>
                <a:gd name="T23" fmla="*/ 22 h 22"/>
                <a:gd name="T24" fmla="*/ 20 w 20"/>
                <a:gd name="T25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10" y="10"/>
                  </a:moveTo>
                  <a:cubicBezTo>
                    <a:pt x="10" y="10"/>
                    <a:pt x="15" y="5"/>
                    <a:pt x="15" y="5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2" y="12"/>
                    <a:pt x="10" y="11"/>
                    <a:pt x="10" y="10"/>
                  </a:cubicBezTo>
                  <a:close/>
                  <a:moveTo>
                    <a:pt x="20" y="2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0" y="20"/>
                    <a:pt x="10" y="20"/>
                  </a:cubicBezTo>
                  <a:cubicBezTo>
                    <a:pt x="10" y="21"/>
                    <a:pt x="13" y="22"/>
                    <a:pt x="14" y="22"/>
                  </a:cubicBezTo>
                  <a:lnTo>
                    <a:pt x="20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8" name="íş1íḋe"/>
            <p:cNvSpPr/>
            <p:nvPr/>
          </p:nvSpPr>
          <p:spPr bwMode="auto">
            <a:xfrm>
              <a:off x="9998480" y="779848"/>
              <a:ext cx="40179" cy="37310"/>
            </a:xfrm>
            <a:custGeom>
              <a:avLst/>
              <a:gdLst>
                <a:gd name="T0" fmla="*/ 11 w 24"/>
                <a:gd name="T1" fmla="*/ 8 h 22"/>
                <a:gd name="T2" fmla="*/ 0 w 24"/>
                <a:gd name="T3" fmla="*/ 7 h 22"/>
                <a:gd name="T4" fmla="*/ 1 w 24"/>
                <a:gd name="T5" fmla="*/ 11 h 22"/>
                <a:gd name="T6" fmla="*/ 8 w 24"/>
                <a:gd name="T7" fmla="*/ 12 h 22"/>
                <a:gd name="T8" fmla="*/ 4 w 24"/>
                <a:gd name="T9" fmla="*/ 18 h 22"/>
                <a:gd name="T10" fmla="*/ 5 w 24"/>
                <a:gd name="T11" fmla="*/ 22 h 22"/>
                <a:gd name="T12" fmla="*/ 13 w 24"/>
                <a:gd name="T13" fmla="*/ 13 h 22"/>
                <a:gd name="T14" fmla="*/ 24 w 24"/>
                <a:gd name="T15" fmla="*/ 14 h 22"/>
                <a:gd name="T16" fmla="*/ 21 w 24"/>
                <a:gd name="T17" fmla="*/ 10 h 22"/>
                <a:gd name="T18" fmla="*/ 16 w 24"/>
                <a:gd name="T19" fmla="*/ 10 h 22"/>
                <a:gd name="T20" fmla="*/ 20 w 24"/>
                <a:gd name="T21" fmla="*/ 4 h 22"/>
                <a:gd name="T22" fmla="*/ 19 w 24"/>
                <a:gd name="T23" fmla="*/ 0 h 22"/>
                <a:gd name="T24" fmla="*/ 18 w 24"/>
                <a:gd name="T25" fmla="*/ 0 h 22"/>
                <a:gd name="T26" fmla="*/ 11 w 24"/>
                <a:gd name="T27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22">
                  <a:moveTo>
                    <a:pt x="11" y="8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4" y="17"/>
                    <a:pt x="4" y="18"/>
                  </a:cubicBezTo>
                  <a:cubicBezTo>
                    <a:pt x="4" y="18"/>
                    <a:pt x="5" y="21"/>
                    <a:pt x="5" y="2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3"/>
                    <a:pt x="23" y="10"/>
                    <a:pt x="21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20" y="5"/>
                    <a:pt x="20" y="4"/>
                  </a:cubicBezTo>
                  <a:cubicBezTo>
                    <a:pt x="20" y="4"/>
                    <a:pt x="19" y="1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1" y="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9" name="iŝḷíďê"/>
            <p:cNvSpPr/>
            <p:nvPr/>
          </p:nvSpPr>
          <p:spPr bwMode="auto">
            <a:xfrm>
              <a:off x="10253906" y="881527"/>
              <a:ext cx="28700" cy="37310"/>
            </a:xfrm>
            <a:custGeom>
              <a:avLst/>
              <a:gdLst>
                <a:gd name="T0" fmla="*/ 13 w 17"/>
                <a:gd name="T1" fmla="*/ 16 h 22"/>
                <a:gd name="T2" fmla="*/ 4 w 17"/>
                <a:gd name="T3" fmla="*/ 4 h 22"/>
                <a:gd name="T4" fmla="*/ 0 w 17"/>
                <a:gd name="T5" fmla="*/ 6 h 22"/>
                <a:gd name="T6" fmla="*/ 14 w 17"/>
                <a:gd name="T7" fmla="*/ 22 h 22"/>
                <a:gd name="T8" fmla="*/ 15 w 17"/>
                <a:gd name="T9" fmla="*/ 22 h 22"/>
                <a:gd name="T10" fmla="*/ 17 w 17"/>
                <a:gd name="T11" fmla="*/ 21 h 22"/>
                <a:gd name="T12" fmla="*/ 15 w 17"/>
                <a:gd name="T13" fmla="*/ 0 h 22"/>
                <a:gd name="T14" fmla="*/ 11 w 17"/>
                <a:gd name="T15" fmla="*/ 2 h 22"/>
                <a:gd name="T16" fmla="*/ 11 w 17"/>
                <a:gd name="T17" fmla="*/ 3 h 22"/>
                <a:gd name="T18" fmla="*/ 13 w 17"/>
                <a:gd name="T1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2">
                  <a:moveTo>
                    <a:pt x="13" y="16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8"/>
                    <a:pt x="13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7" y="21"/>
                    <a:pt x="17" y="2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0"/>
                    <a:pt x="11" y="1"/>
                    <a:pt x="11" y="2"/>
                  </a:cubicBezTo>
                  <a:cubicBezTo>
                    <a:pt x="11" y="3"/>
                    <a:pt x="11" y="3"/>
                    <a:pt x="11" y="3"/>
                  </a:cubicBezTo>
                  <a:lnTo>
                    <a:pt x="13" y="1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0" name="ïŝľïḋê"/>
            <p:cNvSpPr/>
            <p:nvPr/>
          </p:nvSpPr>
          <p:spPr bwMode="auto">
            <a:xfrm>
              <a:off x="10038659" y="847497"/>
              <a:ext cx="35260" cy="25420"/>
            </a:xfrm>
            <a:custGeom>
              <a:avLst/>
              <a:gdLst>
                <a:gd name="T0" fmla="*/ 7 w 21"/>
                <a:gd name="T1" fmla="*/ 15 h 15"/>
                <a:gd name="T2" fmla="*/ 21 w 21"/>
                <a:gd name="T3" fmla="*/ 2 h 15"/>
                <a:gd name="T4" fmla="*/ 19 w 21"/>
                <a:gd name="T5" fmla="*/ 0 h 15"/>
                <a:gd name="T6" fmla="*/ 6 w 21"/>
                <a:gd name="T7" fmla="*/ 11 h 15"/>
                <a:gd name="T8" fmla="*/ 4 w 21"/>
                <a:gd name="T9" fmla="*/ 9 h 15"/>
                <a:gd name="T10" fmla="*/ 4 w 21"/>
                <a:gd name="T11" fmla="*/ 9 h 15"/>
                <a:gd name="T12" fmla="*/ 7 w 21"/>
                <a:gd name="T13" fmla="*/ 5 h 15"/>
                <a:gd name="T14" fmla="*/ 4 w 21"/>
                <a:gd name="T15" fmla="*/ 3 h 15"/>
                <a:gd name="T16" fmla="*/ 0 w 21"/>
                <a:gd name="T17" fmla="*/ 9 h 15"/>
                <a:gd name="T18" fmla="*/ 6 w 21"/>
                <a:gd name="T19" fmla="*/ 15 h 15"/>
                <a:gd name="T20" fmla="*/ 7 w 21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5">
                  <a:moveTo>
                    <a:pt x="7" y="15"/>
                  </a:moveTo>
                  <a:cubicBezTo>
                    <a:pt x="9" y="15"/>
                    <a:pt x="20" y="4"/>
                    <a:pt x="21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6" y="2"/>
                    <a:pt x="8" y="11"/>
                    <a:pt x="6" y="11"/>
                  </a:cubicBezTo>
                  <a:cubicBezTo>
                    <a:pt x="5" y="11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7"/>
                    <a:pt x="6" y="6"/>
                    <a:pt x="7" y="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0" y="7"/>
                    <a:pt x="0" y="9"/>
                  </a:cubicBezTo>
                  <a:cubicBezTo>
                    <a:pt x="0" y="11"/>
                    <a:pt x="3" y="15"/>
                    <a:pt x="6" y="15"/>
                  </a:cubicBezTo>
                  <a:lnTo>
                    <a:pt x="7" y="15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1" name="ïṩ1íḓè"/>
            <p:cNvSpPr/>
            <p:nvPr/>
          </p:nvSpPr>
          <p:spPr bwMode="auto">
            <a:xfrm>
              <a:off x="10015289" y="583051"/>
              <a:ext cx="26650" cy="45919"/>
            </a:xfrm>
            <a:custGeom>
              <a:avLst/>
              <a:gdLst>
                <a:gd name="T0" fmla="*/ 3 w 16"/>
                <a:gd name="T1" fmla="*/ 20 h 27"/>
                <a:gd name="T2" fmla="*/ 2 w 16"/>
                <a:gd name="T3" fmla="*/ 19 h 27"/>
                <a:gd name="T4" fmla="*/ 4 w 16"/>
                <a:gd name="T5" fmla="*/ 18 h 27"/>
                <a:gd name="T6" fmla="*/ 3 w 16"/>
                <a:gd name="T7" fmla="*/ 20 h 27"/>
                <a:gd name="T8" fmla="*/ 13 w 16"/>
                <a:gd name="T9" fmla="*/ 4 h 27"/>
                <a:gd name="T10" fmla="*/ 9 w 16"/>
                <a:gd name="T11" fmla="*/ 10 h 27"/>
                <a:gd name="T12" fmla="*/ 6 w 16"/>
                <a:gd name="T13" fmla="*/ 10 h 27"/>
                <a:gd name="T14" fmla="*/ 7 w 16"/>
                <a:gd name="T15" fmla="*/ 12 h 27"/>
                <a:gd name="T16" fmla="*/ 5 w 16"/>
                <a:gd name="T17" fmla="*/ 16 h 27"/>
                <a:gd name="T18" fmla="*/ 0 w 16"/>
                <a:gd name="T19" fmla="*/ 17 h 27"/>
                <a:gd name="T20" fmla="*/ 4 w 16"/>
                <a:gd name="T21" fmla="*/ 22 h 27"/>
                <a:gd name="T22" fmla="*/ 4 w 16"/>
                <a:gd name="T23" fmla="*/ 22 h 27"/>
                <a:gd name="T24" fmla="*/ 7 w 16"/>
                <a:gd name="T25" fmla="*/ 18 h 27"/>
                <a:gd name="T26" fmla="*/ 9 w 16"/>
                <a:gd name="T27" fmla="*/ 22 h 27"/>
                <a:gd name="T28" fmla="*/ 9 w 16"/>
                <a:gd name="T29" fmla="*/ 22 h 27"/>
                <a:gd name="T30" fmla="*/ 8 w 16"/>
                <a:gd name="T31" fmla="*/ 27 h 27"/>
                <a:gd name="T32" fmla="*/ 12 w 16"/>
                <a:gd name="T33" fmla="*/ 24 h 27"/>
                <a:gd name="T34" fmla="*/ 9 w 16"/>
                <a:gd name="T35" fmla="*/ 17 h 27"/>
                <a:gd name="T36" fmla="*/ 10 w 16"/>
                <a:gd name="T37" fmla="*/ 12 h 27"/>
                <a:gd name="T38" fmla="*/ 16 w 16"/>
                <a:gd name="T39" fmla="*/ 5 h 27"/>
                <a:gd name="T40" fmla="*/ 10 w 16"/>
                <a:gd name="T41" fmla="*/ 0 h 27"/>
                <a:gd name="T42" fmla="*/ 13 w 16"/>
                <a:gd name="T43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27">
                  <a:moveTo>
                    <a:pt x="3" y="20"/>
                  </a:moveTo>
                  <a:cubicBezTo>
                    <a:pt x="2" y="20"/>
                    <a:pt x="2" y="19"/>
                    <a:pt x="2" y="19"/>
                  </a:cubicBezTo>
                  <a:cubicBezTo>
                    <a:pt x="2" y="18"/>
                    <a:pt x="3" y="18"/>
                    <a:pt x="4" y="18"/>
                  </a:cubicBezTo>
                  <a:cubicBezTo>
                    <a:pt x="4" y="19"/>
                    <a:pt x="4" y="20"/>
                    <a:pt x="3" y="20"/>
                  </a:cubicBezTo>
                  <a:close/>
                  <a:moveTo>
                    <a:pt x="13" y="4"/>
                  </a:moveTo>
                  <a:cubicBezTo>
                    <a:pt x="13" y="5"/>
                    <a:pt x="10" y="9"/>
                    <a:pt x="9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7" y="11"/>
                    <a:pt x="7" y="12"/>
                  </a:cubicBezTo>
                  <a:cubicBezTo>
                    <a:pt x="7" y="14"/>
                    <a:pt x="6" y="15"/>
                    <a:pt x="5" y="16"/>
                  </a:cubicBezTo>
                  <a:cubicBezTo>
                    <a:pt x="3" y="16"/>
                    <a:pt x="0" y="15"/>
                    <a:pt x="0" y="17"/>
                  </a:cubicBezTo>
                  <a:cubicBezTo>
                    <a:pt x="0" y="19"/>
                    <a:pt x="3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6" y="22"/>
                    <a:pt x="7" y="20"/>
                    <a:pt x="7" y="18"/>
                  </a:cubicBezTo>
                  <a:cubicBezTo>
                    <a:pt x="9" y="19"/>
                    <a:pt x="9" y="20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4"/>
                    <a:pt x="9" y="25"/>
                    <a:pt x="8" y="27"/>
                  </a:cubicBezTo>
                  <a:cubicBezTo>
                    <a:pt x="9" y="27"/>
                    <a:pt x="12" y="25"/>
                    <a:pt x="12" y="24"/>
                  </a:cubicBezTo>
                  <a:cubicBezTo>
                    <a:pt x="12" y="20"/>
                    <a:pt x="10" y="19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12"/>
                    <a:pt x="15" y="7"/>
                    <a:pt x="16" y="5"/>
                  </a:cubicBezTo>
                  <a:cubicBezTo>
                    <a:pt x="14" y="2"/>
                    <a:pt x="14" y="1"/>
                    <a:pt x="10" y="0"/>
                  </a:cubicBezTo>
                  <a:cubicBezTo>
                    <a:pt x="10" y="6"/>
                    <a:pt x="13" y="2"/>
                    <a:pt x="13" y="4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2" name="iSliḑè"/>
            <p:cNvSpPr/>
            <p:nvPr/>
          </p:nvSpPr>
          <p:spPr bwMode="auto">
            <a:xfrm>
              <a:off x="10305976" y="549431"/>
              <a:ext cx="38540" cy="23780"/>
            </a:xfrm>
            <a:custGeom>
              <a:avLst/>
              <a:gdLst>
                <a:gd name="T0" fmla="*/ 10 w 23"/>
                <a:gd name="T1" fmla="*/ 5 h 14"/>
                <a:gd name="T2" fmla="*/ 12 w 23"/>
                <a:gd name="T3" fmla="*/ 4 h 14"/>
                <a:gd name="T4" fmla="*/ 13 w 23"/>
                <a:gd name="T5" fmla="*/ 4 h 14"/>
                <a:gd name="T6" fmla="*/ 11 w 23"/>
                <a:gd name="T7" fmla="*/ 6 h 14"/>
                <a:gd name="T8" fmla="*/ 10 w 23"/>
                <a:gd name="T9" fmla="*/ 5 h 14"/>
                <a:gd name="T10" fmla="*/ 14 w 23"/>
                <a:gd name="T11" fmla="*/ 3 h 14"/>
                <a:gd name="T12" fmla="*/ 11 w 23"/>
                <a:gd name="T13" fmla="*/ 3 h 14"/>
                <a:gd name="T14" fmla="*/ 9 w 23"/>
                <a:gd name="T15" fmla="*/ 5 h 14"/>
                <a:gd name="T16" fmla="*/ 10 w 23"/>
                <a:gd name="T17" fmla="*/ 6 h 14"/>
                <a:gd name="T18" fmla="*/ 6 w 23"/>
                <a:gd name="T19" fmla="*/ 7 h 14"/>
                <a:gd name="T20" fmla="*/ 4 w 23"/>
                <a:gd name="T21" fmla="*/ 11 h 14"/>
                <a:gd name="T22" fmla="*/ 8 w 23"/>
                <a:gd name="T23" fmla="*/ 8 h 14"/>
                <a:gd name="T24" fmla="*/ 8 w 23"/>
                <a:gd name="T25" fmla="*/ 9 h 14"/>
                <a:gd name="T26" fmla="*/ 6 w 23"/>
                <a:gd name="T27" fmla="*/ 11 h 14"/>
                <a:gd name="T28" fmla="*/ 0 w 23"/>
                <a:gd name="T29" fmla="*/ 12 h 14"/>
                <a:gd name="T30" fmla="*/ 1 w 23"/>
                <a:gd name="T31" fmla="*/ 13 h 14"/>
                <a:gd name="T32" fmla="*/ 9 w 23"/>
                <a:gd name="T33" fmla="*/ 14 h 14"/>
                <a:gd name="T34" fmla="*/ 10 w 23"/>
                <a:gd name="T35" fmla="*/ 14 h 14"/>
                <a:gd name="T36" fmla="*/ 8 w 23"/>
                <a:gd name="T37" fmla="*/ 13 h 14"/>
                <a:gd name="T38" fmla="*/ 11 w 23"/>
                <a:gd name="T39" fmla="*/ 10 h 14"/>
                <a:gd name="T40" fmla="*/ 13 w 23"/>
                <a:gd name="T41" fmla="*/ 10 h 14"/>
                <a:gd name="T42" fmla="*/ 12 w 23"/>
                <a:gd name="T43" fmla="*/ 8 h 14"/>
                <a:gd name="T44" fmla="*/ 14 w 23"/>
                <a:gd name="T45" fmla="*/ 8 h 14"/>
                <a:gd name="T46" fmla="*/ 14 w 23"/>
                <a:gd name="T47" fmla="*/ 7 h 14"/>
                <a:gd name="T48" fmla="*/ 15 w 23"/>
                <a:gd name="T49" fmla="*/ 7 h 14"/>
                <a:gd name="T50" fmla="*/ 18 w 23"/>
                <a:gd name="T51" fmla="*/ 4 h 14"/>
                <a:gd name="T52" fmla="*/ 16 w 23"/>
                <a:gd name="T53" fmla="*/ 4 h 14"/>
                <a:gd name="T54" fmla="*/ 16 w 23"/>
                <a:gd name="T55" fmla="*/ 3 h 14"/>
                <a:gd name="T56" fmla="*/ 20 w 23"/>
                <a:gd name="T57" fmla="*/ 5 h 14"/>
                <a:gd name="T58" fmla="*/ 21 w 23"/>
                <a:gd name="T59" fmla="*/ 6 h 14"/>
                <a:gd name="T60" fmla="*/ 23 w 23"/>
                <a:gd name="T61" fmla="*/ 3 h 14"/>
                <a:gd name="T62" fmla="*/ 22 w 23"/>
                <a:gd name="T63" fmla="*/ 3 h 14"/>
                <a:gd name="T64" fmla="*/ 13 w 23"/>
                <a:gd name="T65" fmla="*/ 0 h 14"/>
                <a:gd name="T66" fmla="*/ 12 w 23"/>
                <a:gd name="T67" fmla="*/ 0 h 14"/>
                <a:gd name="T68" fmla="*/ 11 w 23"/>
                <a:gd name="T69" fmla="*/ 1 h 14"/>
                <a:gd name="T70" fmla="*/ 14 w 23"/>
                <a:gd name="T71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" h="14">
                  <a:moveTo>
                    <a:pt x="10" y="5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5"/>
                    <a:pt x="10" y="5"/>
                    <a:pt x="10" y="5"/>
                  </a:cubicBezTo>
                  <a:close/>
                  <a:moveTo>
                    <a:pt x="14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7" y="6"/>
                    <a:pt x="9" y="7"/>
                    <a:pt x="6" y="7"/>
                  </a:cubicBezTo>
                  <a:cubicBezTo>
                    <a:pt x="3" y="8"/>
                    <a:pt x="4" y="8"/>
                    <a:pt x="4" y="11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4" y="11"/>
                    <a:pt x="0" y="10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2"/>
                    <a:pt x="10" y="10"/>
                    <a:pt x="11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7"/>
                    <a:pt x="17" y="6"/>
                    <a:pt x="18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0" y="2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14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3" name="îşḷîḋê"/>
            <p:cNvSpPr/>
            <p:nvPr/>
          </p:nvSpPr>
          <p:spPr bwMode="auto">
            <a:xfrm>
              <a:off x="10353125" y="608470"/>
              <a:ext cx="38540" cy="29110"/>
            </a:xfrm>
            <a:custGeom>
              <a:avLst/>
              <a:gdLst>
                <a:gd name="T0" fmla="*/ 5 w 23"/>
                <a:gd name="T1" fmla="*/ 4 h 17"/>
                <a:gd name="T2" fmla="*/ 5 w 23"/>
                <a:gd name="T3" fmla="*/ 4 h 17"/>
                <a:gd name="T4" fmla="*/ 4 w 23"/>
                <a:gd name="T5" fmla="*/ 2 h 17"/>
                <a:gd name="T6" fmla="*/ 5 w 23"/>
                <a:gd name="T7" fmla="*/ 0 h 17"/>
                <a:gd name="T8" fmla="*/ 9 w 23"/>
                <a:gd name="T9" fmla="*/ 4 h 17"/>
                <a:gd name="T10" fmla="*/ 16 w 23"/>
                <a:gd name="T11" fmla="*/ 4 h 17"/>
                <a:gd name="T12" fmla="*/ 21 w 23"/>
                <a:gd name="T13" fmla="*/ 1 h 17"/>
                <a:gd name="T14" fmla="*/ 18 w 23"/>
                <a:gd name="T15" fmla="*/ 5 h 17"/>
                <a:gd name="T16" fmla="*/ 11 w 23"/>
                <a:gd name="T17" fmla="*/ 6 h 17"/>
                <a:gd name="T18" fmla="*/ 11 w 23"/>
                <a:gd name="T19" fmla="*/ 7 h 17"/>
                <a:gd name="T20" fmla="*/ 14 w 23"/>
                <a:gd name="T21" fmla="*/ 9 h 17"/>
                <a:gd name="T22" fmla="*/ 14 w 23"/>
                <a:gd name="T23" fmla="*/ 8 h 17"/>
                <a:gd name="T24" fmla="*/ 13 w 23"/>
                <a:gd name="T25" fmla="*/ 11 h 17"/>
                <a:gd name="T26" fmla="*/ 12 w 23"/>
                <a:gd name="T27" fmla="*/ 11 h 17"/>
                <a:gd name="T28" fmla="*/ 8 w 23"/>
                <a:gd name="T29" fmla="*/ 7 h 17"/>
                <a:gd name="T30" fmla="*/ 3 w 23"/>
                <a:gd name="T31" fmla="*/ 17 h 17"/>
                <a:gd name="T32" fmla="*/ 2 w 23"/>
                <a:gd name="T33" fmla="*/ 17 h 17"/>
                <a:gd name="T34" fmla="*/ 1 w 23"/>
                <a:gd name="T35" fmla="*/ 12 h 17"/>
                <a:gd name="T36" fmla="*/ 6 w 23"/>
                <a:gd name="T37" fmla="*/ 7 h 17"/>
                <a:gd name="T38" fmla="*/ 0 w 23"/>
                <a:gd name="T39" fmla="*/ 1 h 17"/>
                <a:gd name="T40" fmla="*/ 4 w 23"/>
                <a:gd name="T41" fmla="*/ 4 h 17"/>
                <a:gd name="T42" fmla="*/ 4 w 23"/>
                <a:gd name="T4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17">
                  <a:moveTo>
                    <a:pt x="5" y="4"/>
                  </a:moveTo>
                  <a:cubicBezTo>
                    <a:pt x="5" y="3"/>
                    <a:pt x="4" y="5"/>
                    <a:pt x="5" y="4"/>
                  </a:cubicBezTo>
                  <a:close/>
                  <a:moveTo>
                    <a:pt x="4" y="2"/>
                  </a:moveTo>
                  <a:cubicBezTo>
                    <a:pt x="4" y="1"/>
                    <a:pt x="5" y="1"/>
                    <a:pt x="5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4" y="4"/>
                    <a:pt x="16" y="4"/>
                  </a:cubicBezTo>
                  <a:cubicBezTo>
                    <a:pt x="20" y="3"/>
                    <a:pt x="19" y="1"/>
                    <a:pt x="21" y="1"/>
                  </a:cubicBezTo>
                  <a:cubicBezTo>
                    <a:pt x="23" y="1"/>
                    <a:pt x="22" y="5"/>
                    <a:pt x="18" y="5"/>
                  </a:cubicBezTo>
                  <a:cubicBezTo>
                    <a:pt x="15" y="5"/>
                    <a:pt x="14" y="5"/>
                    <a:pt x="11" y="6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0"/>
                    <a:pt x="14" y="11"/>
                    <a:pt x="13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9" y="8"/>
                    <a:pt x="8" y="7"/>
                  </a:cubicBezTo>
                  <a:cubicBezTo>
                    <a:pt x="5" y="11"/>
                    <a:pt x="4" y="12"/>
                    <a:pt x="3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5"/>
                    <a:pt x="1" y="14"/>
                    <a:pt x="1" y="12"/>
                  </a:cubicBezTo>
                  <a:cubicBezTo>
                    <a:pt x="1" y="10"/>
                    <a:pt x="6" y="9"/>
                    <a:pt x="6" y="7"/>
                  </a:cubicBezTo>
                  <a:cubicBezTo>
                    <a:pt x="2" y="6"/>
                    <a:pt x="0" y="5"/>
                    <a:pt x="0" y="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4" name="ísľïďê"/>
            <p:cNvSpPr/>
            <p:nvPr/>
          </p:nvSpPr>
          <p:spPr bwMode="auto">
            <a:xfrm>
              <a:off x="10040299" y="562961"/>
              <a:ext cx="20090" cy="34030"/>
            </a:xfrm>
            <a:custGeom>
              <a:avLst/>
              <a:gdLst>
                <a:gd name="T0" fmla="*/ 1 w 12"/>
                <a:gd name="T1" fmla="*/ 10 h 20"/>
                <a:gd name="T2" fmla="*/ 3 w 12"/>
                <a:gd name="T3" fmla="*/ 10 h 20"/>
                <a:gd name="T4" fmla="*/ 2 w 12"/>
                <a:gd name="T5" fmla="*/ 11 h 20"/>
                <a:gd name="T6" fmla="*/ 1 w 12"/>
                <a:gd name="T7" fmla="*/ 10 h 20"/>
                <a:gd name="T8" fmla="*/ 7 w 12"/>
                <a:gd name="T9" fmla="*/ 3 h 20"/>
                <a:gd name="T10" fmla="*/ 9 w 12"/>
                <a:gd name="T11" fmla="*/ 4 h 20"/>
                <a:gd name="T12" fmla="*/ 5 w 12"/>
                <a:gd name="T13" fmla="*/ 8 h 20"/>
                <a:gd name="T14" fmla="*/ 2 w 12"/>
                <a:gd name="T15" fmla="*/ 7 h 20"/>
                <a:gd name="T16" fmla="*/ 1 w 12"/>
                <a:gd name="T17" fmla="*/ 7 h 20"/>
                <a:gd name="T18" fmla="*/ 0 w 12"/>
                <a:gd name="T19" fmla="*/ 9 h 20"/>
                <a:gd name="T20" fmla="*/ 0 w 12"/>
                <a:gd name="T21" fmla="*/ 10 h 20"/>
                <a:gd name="T22" fmla="*/ 3 w 12"/>
                <a:gd name="T23" fmla="*/ 14 h 20"/>
                <a:gd name="T24" fmla="*/ 4 w 12"/>
                <a:gd name="T25" fmla="*/ 14 h 20"/>
                <a:gd name="T26" fmla="*/ 7 w 12"/>
                <a:gd name="T27" fmla="*/ 11 h 20"/>
                <a:gd name="T28" fmla="*/ 8 w 12"/>
                <a:gd name="T29" fmla="*/ 13 h 20"/>
                <a:gd name="T30" fmla="*/ 8 w 12"/>
                <a:gd name="T31" fmla="*/ 15 h 20"/>
                <a:gd name="T32" fmla="*/ 6 w 12"/>
                <a:gd name="T33" fmla="*/ 20 h 20"/>
                <a:gd name="T34" fmla="*/ 10 w 12"/>
                <a:gd name="T35" fmla="*/ 17 h 20"/>
                <a:gd name="T36" fmla="*/ 10 w 12"/>
                <a:gd name="T37" fmla="*/ 15 h 20"/>
                <a:gd name="T38" fmla="*/ 8 w 12"/>
                <a:gd name="T39" fmla="*/ 10 h 20"/>
                <a:gd name="T40" fmla="*/ 12 w 12"/>
                <a:gd name="T41" fmla="*/ 6 h 20"/>
                <a:gd name="T42" fmla="*/ 12 w 12"/>
                <a:gd name="T43" fmla="*/ 5 h 20"/>
                <a:gd name="T44" fmla="*/ 7 w 12"/>
                <a:gd name="T45" fmla="*/ 0 h 20"/>
                <a:gd name="T46" fmla="*/ 7 w 12"/>
                <a:gd name="T47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" h="20">
                  <a:moveTo>
                    <a:pt x="1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2" y="11"/>
                  </a:cubicBezTo>
                  <a:cubicBezTo>
                    <a:pt x="1" y="11"/>
                    <a:pt x="2" y="11"/>
                    <a:pt x="1" y="10"/>
                  </a:cubicBezTo>
                  <a:close/>
                  <a:moveTo>
                    <a:pt x="7" y="3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6" y="8"/>
                    <a:pt x="5" y="8"/>
                  </a:cubicBezTo>
                  <a:cubicBezTo>
                    <a:pt x="4" y="8"/>
                    <a:pt x="4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" y="14"/>
                    <a:pt x="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4"/>
                    <a:pt x="5" y="12"/>
                    <a:pt x="7" y="11"/>
                  </a:cubicBezTo>
                  <a:cubicBezTo>
                    <a:pt x="8" y="12"/>
                    <a:pt x="8" y="12"/>
                    <a:pt x="8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7"/>
                    <a:pt x="6" y="18"/>
                    <a:pt x="6" y="20"/>
                  </a:cubicBezTo>
                  <a:cubicBezTo>
                    <a:pt x="8" y="20"/>
                    <a:pt x="10" y="19"/>
                    <a:pt x="10" y="1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3"/>
                    <a:pt x="9" y="12"/>
                    <a:pt x="8" y="10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9" y="1"/>
                    <a:pt x="7" y="0"/>
                  </a:cubicBezTo>
                  <a:lnTo>
                    <a:pt x="7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5" name="íṩḻîḍê"/>
            <p:cNvSpPr/>
            <p:nvPr/>
          </p:nvSpPr>
          <p:spPr bwMode="auto">
            <a:xfrm>
              <a:off x="10245296" y="891777"/>
              <a:ext cx="16810" cy="33620"/>
            </a:xfrm>
            <a:custGeom>
              <a:avLst/>
              <a:gdLst>
                <a:gd name="T0" fmla="*/ 25 w 41"/>
                <a:gd name="T1" fmla="*/ 82 h 82"/>
                <a:gd name="T2" fmla="*/ 41 w 41"/>
                <a:gd name="T3" fmla="*/ 82 h 82"/>
                <a:gd name="T4" fmla="*/ 17 w 41"/>
                <a:gd name="T5" fmla="*/ 0 h 82"/>
                <a:gd name="T6" fmla="*/ 0 w 41"/>
                <a:gd name="T7" fmla="*/ 4 h 82"/>
                <a:gd name="T8" fmla="*/ 25 w 41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82">
                  <a:moveTo>
                    <a:pt x="25" y="82"/>
                  </a:moveTo>
                  <a:lnTo>
                    <a:pt x="41" y="82"/>
                  </a:lnTo>
                  <a:lnTo>
                    <a:pt x="17" y="0"/>
                  </a:lnTo>
                  <a:lnTo>
                    <a:pt x="0" y="4"/>
                  </a:lnTo>
                  <a:lnTo>
                    <a:pt x="25" y="8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6" name="ïṥḻîḑê"/>
            <p:cNvSpPr/>
            <p:nvPr/>
          </p:nvSpPr>
          <p:spPr bwMode="auto">
            <a:xfrm>
              <a:off x="10341235" y="818798"/>
              <a:ext cx="31980" cy="25420"/>
            </a:xfrm>
            <a:custGeom>
              <a:avLst/>
              <a:gdLst>
                <a:gd name="T0" fmla="*/ 0 w 19"/>
                <a:gd name="T1" fmla="*/ 4 h 15"/>
                <a:gd name="T2" fmla="*/ 17 w 19"/>
                <a:gd name="T3" fmla="*/ 15 h 15"/>
                <a:gd name="T4" fmla="*/ 19 w 19"/>
                <a:gd name="T5" fmla="*/ 12 h 15"/>
                <a:gd name="T6" fmla="*/ 2 w 19"/>
                <a:gd name="T7" fmla="*/ 0 h 15"/>
                <a:gd name="T8" fmla="*/ 0 w 19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5">
                  <a:moveTo>
                    <a:pt x="0" y="4"/>
                  </a:moveTo>
                  <a:cubicBezTo>
                    <a:pt x="2" y="5"/>
                    <a:pt x="16" y="15"/>
                    <a:pt x="17" y="15"/>
                  </a:cubicBezTo>
                  <a:cubicBezTo>
                    <a:pt x="17" y="15"/>
                    <a:pt x="18" y="13"/>
                    <a:pt x="19" y="12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7" name="iSlîḋe"/>
            <p:cNvSpPr/>
            <p:nvPr/>
          </p:nvSpPr>
          <p:spPr bwMode="auto">
            <a:xfrm>
              <a:off x="10009959" y="805268"/>
              <a:ext cx="33620" cy="22140"/>
            </a:xfrm>
            <a:custGeom>
              <a:avLst/>
              <a:gdLst>
                <a:gd name="T0" fmla="*/ 0 w 20"/>
                <a:gd name="T1" fmla="*/ 10 h 13"/>
                <a:gd name="T2" fmla="*/ 2 w 20"/>
                <a:gd name="T3" fmla="*/ 13 h 13"/>
                <a:gd name="T4" fmla="*/ 20 w 20"/>
                <a:gd name="T5" fmla="*/ 4 h 13"/>
                <a:gd name="T6" fmla="*/ 18 w 20"/>
                <a:gd name="T7" fmla="*/ 0 h 13"/>
                <a:gd name="T8" fmla="*/ 0 w 20"/>
                <a:gd name="T9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3">
                  <a:moveTo>
                    <a:pt x="0" y="10"/>
                  </a:moveTo>
                  <a:cubicBezTo>
                    <a:pt x="1" y="11"/>
                    <a:pt x="2" y="13"/>
                    <a:pt x="2" y="13"/>
                  </a:cubicBezTo>
                  <a:cubicBezTo>
                    <a:pt x="4" y="13"/>
                    <a:pt x="16" y="5"/>
                    <a:pt x="20" y="4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8" name="îS1íḓê"/>
            <p:cNvSpPr/>
            <p:nvPr/>
          </p:nvSpPr>
          <p:spPr bwMode="auto">
            <a:xfrm>
              <a:off x="10178057" y="779848"/>
              <a:ext cx="15170" cy="23780"/>
            </a:xfrm>
            <a:custGeom>
              <a:avLst/>
              <a:gdLst>
                <a:gd name="T0" fmla="*/ 3 w 9"/>
                <a:gd name="T1" fmla="*/ 5 h 14"/>
                <a:gd name="T2" fmla="*/ 5 w 9"/>
                <a:gd name="T3" fmla="*/ 2 h 14"/>
                <a:gd name="T4" fmla="*/ 6 w 9"/>
                <a:gd name="T5" fmla="*/ 4 h 14"/>
                <a:gd name="T6" fmla="*/ 5 w 9"/>
                <a:gd name="T7" fmla="*/ 6 h 14"/>
                <a:gd name="T8" fmla="*/ 3 w 9"/>
                <a:gd name="T9" fmla="*/ 5 h 14"/>
                <a:gd name="T10" fmla="*/ 0 w 9"/>
                <a:gd name="T11" fmla="*/ 3 h 14"/>
                <a:gd name="T12" fmla="*/ 0 w 9"/>
                <a:gd name="T13" fmla="*/ 5 h 14"/>
                <a:gd name="T14" fmla="*/ 3 w 9"/>
                <a:gd name="T15" fmla="*/ 8 h 14"/>
                <a:gd name="T16" fmla="*/ 6 w 9"/>
                <a:gd name="T17" fmla="*/ 8 h 14"/>
                <a:gd name="T18" fmla="*/ 6 w 9"/>
                <a:gd name="T19" fmla="*/ 11 h 14"/>
                <a:gd name="T20" fmla="*/ 5 w 9"/>
                <a:gd name="T21" fmla="*/ 12 h 14"/>
                <a:gd name="T22" fmla="*/ 3 w 9"/>
                <a:gd name="T23" fmla="*/ 10 h 14"/>
                <a:gd name="T24" fmla="*/ 0 w 9"/>
                <a:gd name="T25" fmla="*/ 10 h 14"/>
                <a:gd name="T26" fmla="*/ 4 w 9"/>
                <a:gd name="T27" fmla="*/ 14 h 14"/>
                <a:gd name="T28" fmla="*/ 5 w 9"/>
                <a:gd name="T29" fmla="*/ 14 h 14"/>
                <a:gd name="T30" fmla="*/ 9 w 9"/>
                <a:gd name="T31" fmla="*/ 9 h 14"/>
                <a:gd name="T32" fmla="*/ 9 w 9"/>
                <a:gd name="T33" fmla="*/ 4 h 14"/>
                <a:gd name="T34" fmla="*/ 5 w 9"/>
                <a:gd name="T35" fmla="*/ 0 h 14"/>
                <a:gd name="T36" fmla="*/ 0 w 9"/>
                <a:gd name="T37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" h="14">
                  <a:moveTo>
                    <a:pt x="3" y="5"/>
                  </a:moveTo>
                  <a:cubicBezTo>
                    <a:pt x="3" y="3"/>
                    <a:pt x="4" y="2"/>
                    <a:pt x="5" y="2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6" y="6"/>
                    <a:pt x="5" y="6"/>
                  </a:cubicBezTo>
                  <a:cubicBezTo>
                    <a:pt x="4" y="6"/>
                    <a:pt x="3" y="5"/>
                    <a:pt x="3" y="5"/>
                  </a:cubicBezTo>
                  <a:close/>
                  <a:moveTo>
                    <a:pt x="0" y="3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2" y="7"/>
                    <a:pt x="3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5" y="12"/>
                    <a:pt x="5" y="12"/>
                  </a:cubicBezTo>
                  <a:cubicBezTo>
                    <a:pt x="4" y="12"/>
                    <a:pt x="3" y="11"/>
                    <a:pt x="3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2"/>
                    <a:pt x="2" y="14"/>
                    <a:pt x="4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9" y="11"/>
                    <a:pt x="9" y="9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3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9" name="ïSľíḑe"/>
            <p:cNvSpPr/>
            <p:nvPr/>
          </p:nvSpPr>
          <p:spPr bwMode="auto">
            <a:xfrm>
              <a:off x="10055469" y="854467"/>
              <a:ext cx="27060" cy="30340"/>
            </a:xfrm>
            <a:custGeom>
              <a:avLst/>
              <a:gdLst>
                <a:gd name="T0" fmla="*/ 66 w 66"/>
                <a:gd name="T1" fmla="*/ 12 h 74"/>
                <a:gd name="T2" fmla="*/ 57 w 66"/>
                <a:gd name="T3" fmla="*/ 0 h 74"/>
                <a:gd name="T4" fmla="*/ 0 w 66"/>
                <a:gd name="T5" fmla="*/ 66 h 74"/>
                <a:gd name="T6" fmla="*/ 12 w 66"/>
                <a:gd name="T7" fmla="*/ 74 h 74"/>
                <a:gd name="T8" fmla="*/ 66 w 66"/>
                <a:gd name="T9" fmla="*/ 1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74">
                  <a:moveTo>
                    <a:pt x="66" y="12"/>
                  </a:moveTo>
                  <a:lnTo>
                    <a:pt x="57" y="0"/>
                  </a:lnTo>
                  <a:lnTo>
                    <a:pt x="0" y="66"/>
                  </a:lnTo>
                  <a:lnTo>
                    <a:pt x="12" y="74"/>
                  </a:lnTo>
                  <a:lnTo>
                    <a:pt x="66" y="1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0" name="íşļiďè"/>
            <p:cNvSpPr/>
            <p:nvPr/>
          </p:nvSpPr>
          <p:spPr bwMode="auto">
            <a:xfrm>
              <a:off x="10196507" y="779848"/>
              <a:ext cx="15170" cy="23780"/>
            </a:xfrm>
            <a:custGeom>
              <a:avLst/>
              <a:gdLst>
                <a:gd name="T0" fmla="*/ 0 w 9"/>
                <a:gd name="T1" fmla="*/ 4 h 14"/>
                <a:gd name="T2" fmla="*/ 3 w 9"/>
                <a:gd name="T3" fmla="*/ 4 h 14"/>
                <a:gd name="T4" fmla="*/ 4 w 9"/>
                <a:gd name="T5" fmla="*/ 2 h 14"/>
                <a:gd name="T6" fmla="*/ 6 w 9"/>
                <a:gd name="T7" fmla="*/ 3 h 14"/>
                <a:gd name="T8" fmla="*/ 6 w 9"/>
                <a:gd name="T9" fmla="*/ 4 h 14"/>
                <a:gd name="T10" fmla="*/ 0 w 9"/>
                <a:gd name="T11" fmla="*/ 11 h 14"/>
                <a:gd name="T12" fmla="*/ 0 w 9"/>
                <a:gd name="T13" fmla="*/ 14 h 14"/>
                <a:gd name="T14" fmla="*/ 9 w 9"/>
                <a:gd name="T15" fmla="*/ 14 h 14"/>
                <a:gd name="T16" fmla="*/ 9 w 9"/>
                <a:gd name="T17" fmla="*/ 11 h 14"/>
                <a:gd name="T18" fmla="*/ 3 w 9"/>
                <a:gd name="T19" fmla="*/ 11 h 14"/>
                <a:gd name="T20" fmla="*/ 9 w 9"/>
                <a:gd name="T21" fmla="*/ 3 h 14"/>
                <a:gd name="T22" fmla="*/ 6 w 9"/>
                <a:gd name="T23" fmla="*/ 0 h 14"/>
                <a:gd name="T24" fmla="*/ 4 w 9"/>
                <a:gd name="T25" fmla="*/ 0 h 14"/>
                <a:gd name="T26" fmla="*/ 0 w 9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4">
                  <a:moveTo>
                    <a:pt x="0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3" y="2"/>
                    <a:pt x="4" y="2"/>
                  </a:cubicBezTo>
                  <a:cubicBezTo>
                    <a:pt x="5" y="2"/>
                    <a:pt x="6" y="2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6"/>
                    <a:pt x="0" y="10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9"/>
                    <a:pt x="9" y="7"/>
                    <a:pt x="9" y="3"/>
                  </a:cubicBezTo>
                  <a:cubicBezTo>
                    <a:pt x="9" y="2"/>
                    <a:pt x="7" y="0"/>
                    <a:pt x="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1" name="íṩļíḍê"/>
            <p:cNvSpPr/>
            <p:nvPr/>
          </p:nvSpPr>
          <p:spPr bwMode="auto">
            <a:xfrm>
              <a:off x="10215367" y="779848"/>
              <a:ext cx="14760" cy="23780"/>
            </a:xfrm>
            <a:custGeom>
              <a:avLst/>
              <a:gdLst>
                <a:gd name="T0" fmla="*/ 5 w 9"/>
                <a:gd name="T1" fmla="*/ 4 h 14"/>
                <a:gd name="T2" fmla="*/ 5 w 9"/>
                <a:gd name="T3" fmla="*/ 8 h 14"/>
                <a:gd name="T4" fmla="*/ 2 w 9"/>
                <a:gd name="T5" fmla="*/ 8 h 14"/>
                <a:gd name="T6" fmla="*/ 5 w 9"/>
                <a:gd name="T7" fmla="*/ 4 h 14"/>
                <a:gd name="T8" fmla="*/ 0 w 9"/>
                <a:gd name="T9" fmla="*/ 9 h 14"/>
                <a:gd name="T10" fmla="*/ 0 w 9"/>
                <a:gd name="T11" fmla="*/ 11 h 14"/>
                <a:gd name="T12" fmla="*/ 5 w 9"/>
                <a:gd name="T13" fmla="*/ 11 h 14"/>
                <a:gd name="T14" fmla="*/ 5 w 9"/>
                <a:gd name="T15" fmla="*/ 14 h 14"/>
                <a:gd name="T16" fmla="*/ 7 w 9"/>
                <a:gd name="T17" fmla="*/ 14 h 14"/>
                <a:gd name="T18" fmla="*/ 7 w 9"/>
                <a:gd name="T19" fmla="*/ 11 h 14"/>
                <a:gd name="T20" fmla="*/ 9 w 9"/>
                <a:gd name="T21" fmla="*/ 11 h 14"/>
                <a:gd name="T22" fmla="*/ 9 w 9"/>
                <a:gd name="T23" fmla="*/ 8 h 14"/>
                <a:gd name="T24" fmla="*/ 7 w 9"/>
                <a:gd name="T25" fmla="*/ 8 h 14"/>
                <a:gd name="T26" fmla="*/ 7 w 9"/>
                <a:gd name="T27" fmla="*/ 0 h 14"/>
                <a:gd name="T28" fmla="*/ 6 w 9"/>
                <a:gd name="T29" fmla="*/ 0 h 14"/>
                <a:gd name="T30" fmla="*/ 0 w 9"/>
                <a:gd name="T3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14">
                  <a:moveTo>
                    <a:pt x="5" y="4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5" y="4"/>
                    <a:pt x="5" y="4"/>
                    <a:pt x="5" y="4"/>
                  </a:cubicBezTo>
                  <a:close/>
                  <a:moveTo>
                    <a:pt x="0" y="9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0" y="7"/>
                    <a:pt x="0" y="9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2" name="îSľïḓè"/>
            <p:cNvSpPr/>
            <p:nvPr/>
          </p:nvSpPr>
          <p:spPr bwMode="auto">
            <a:xfrm>
              <a:off x="10005040" y="620360"/>
              <a:ext cx="18450" cy="35670"/>
            </a:xfrm>
            <a:custGeom>
              <a:avLst/>
              <a:gdLst>
                <a:gd name="T0" fmla="*/ 3 w 11"/>
                <a:gd name="T1" fmla="*/ 3 h 21"/>
                <a:gd name="T2" fmla="*/ 3 w 11"/>
                <a:gd name="T3" fmla="*/ 10 h 21"/>
                <a:gd name="T4" fmla="*/ 0 w 11"/>
                <a:gd name="T5" fmla="*/ 11 h 21"/>
                <a:gd name="T6" fmla="*/ 2 w 11"/>
                <a:gd name="T7" fmla="*/ 13 h 21"/>
                <a:gd name="T8" fmla="*/ 6 w 11"/>
                <a:gd name="T9" fmla="*/ 13 h 21"/>
                <a:gd name="T10" fmla="*/ 8 w 11"/>
                <a:gd name="T11" fmla="*/ 21 h 21"/>
                <a:gd name="T12" fmla="*/ 11 w 11"/>
                <a:gd name="T13" fmla="*/ 18 h 21"/>
                <a:gd name="T14" fmla="*/ 7 w 11"/>
                <a:gd name="T15" fmla="*/ 11 h 21"/>
                <a:gd name="T16" fmla="*/ 9 w 11"/>
                <a:gd name="T17" fmla="*/ 4 h 21"/>
                <a:gd name="T18" fmla="*/ 4 w 11"/>
                <a:gd name="T19" fmla="*/ 0 h 21"/>
                <a:gd name="T20" fmla="*/ 2 w 11"/>
                <a:gd name="T21" fmla="*/ 0 h 21"/>
                <a:gd name="T22" fmla="*/ 3 w 11"/>
                <a:gd name="T23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21">
                  <a:moveTo>
                    <a:pt x="3" y="3"/>
                  </a:moveTo>
                  <a:cubicBezTo>
                    <a:pt x="9" y="3"/>
                    <a:pt x="5" y="6"/>
                    <a:pt x="3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9" y="15"/>
                    <a:pt x="8" y="16"/>
                    <a:pt x="8" y="21"/>
                  </a:cubicBezTo>
                  <a:cubicBezTo>
                    <a:pt x="9" y="20"/>
                    <a:pt x="11" y="19"/>
                    <a:pt x="11" y="18"/>
                  </a:cubicBezTo>
                  <a:cubicBezTo>
                    <a:pt x="11" y="15"/>
                    <a:pt x="9" y="12"/>
                    <a:pt x="7" y="11"/>
                  </a:cubicBezTo>
                  <a:cubicBezTo>
                    <a:pt x="7" y="9"/>
                    <a:pt x="9" y="5"/>
                    <a:pt x="9" y="4"/>
                  </a:cubicBezTo>
                  <a:cubicBezTo>
                    <a:pt x="9" y="3"/>
                    <a:pt x="6" y="0"/>
                    <a:pt x="4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3" name="ïṧḻídê"/>
            <p:cNvSpPr/>
            <p:nvPr/>
          </p:nvSpPr>
          <p:spPr bwMode="auto">
            <a:xfrm>
              <a:off x="10301056" y="539181"/>
              <a:ext cx="31980" cy="28700"/>
            </a:xfrm>
            <a:custGeom>
              <a:avLst/>
              <a:gdLst>
                <a:gd name="T0" fmla="*/ 3 w 19"/>
                <a:gd name="T1" fmla="*/ 15 h 17"/>
                <a:gd name="T2" fmla="*/ 5 w 19"/>
                <a:gd name="T3" fmla="*/ 13 h 17"/>
                <a:gd name="T4" fmla="*/ 6 w 19"/>
                <a:gd name="T5" fmla="*/ 13 h 17"/>
                <a:gd name="T6" fmla="*/ 3 w 19"/>
                <a:gd name="T7" fmla="*/ 15 h 17"/>
                <a:gd name="T8" fmla="*/ 13 w 19"/>
                <a:gd name="T9" fmla="*/ 2 h 17"/>
                <a:gd name="T10" fmla="*/ 14 w 19"/>
                <a:gd name="T11" fmla="*/ 4 h 17"/>
                <a:gd name="T12" fmla="*/ 7 w 19"/>
                <a:gd name="T13" fmla="*/ 8 h 17"/>
                <a:gd name="T14" fmla="*/ 8 w 19"/>
                <a:gd name="T15" fmla="*/ 10 h 17"/>
                <a:gd name="T16" fmla="*/ 7 w 19"/>
                <a:gd name="T17" fmla="*/ 10 h 17"/>
                <a:gd name="T18" fmla="*/ 6 w 19"/>
                <a:gd name="T19" fmla="*/ 9 h 17"/>
                <a:gd name="T20" fmla="*/ 4 w 19"/>
                <a:gd name="T21" fmla="*/ 10 h 17"/>
                <a:gd name="T22" fmla="*/ 2 w 19"/>
                <a:gd name="T23" fmla="*/ 10 h 17"/>
                <a:gd name="T24" fmla="*/ 2 w 19"/>
                <a:gd name="T25" fmla="*/ 11 h 17"/>
                <a:gd name="T26" fmla="*/ 0 w 19"/>
                <a:gd name="T27" fmla="*/ 14 h 17"/>
                <a:gd name="T28" fmla="*/ 3 w 19"/>
                <a:gd name="T29" fmla="*/ 17 h 17"/>
                <a:gd name="T30" fmla="*/ 10 w 19"/>
                <a:gd name="T31" fmla="*/ 10 h 17"/>
                <a:gd name="T32" fmla="*/ 10 w 19"/>
                <a:gd name="T33" fmla="*/ 9 h 17"/>
                <a:gd name="T34" fmla="*/ 12 w 19"/>
                <a:gd name="T35" fmla="*/ 6 h 17"/>
                <a:gd name="T36" fmla="*/ 18 w 19"/>
                <a:gd name="T37" fmla="*/ 6 h 17"/>
                <a:gd name="T38" fmla="*/ 19 w 19"/>
                <a:gd name="T39" fmla="*/ 3 h 17"/>
                <a:gd name="T40" fmla="*/ 14 w 19"/>
                <a:gd name="T41" fmla="*/ 0 h 17"/>
                <a:gd name="T42" fmla="*/ 13 w 19"/>
                <a:gd name="T4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17">
                  <a:moveTo>
                    <a:pt x="3" y="15"/>
                  </a:moveTo>
                  <a:cubicBezTo>
                    <a:pt x="3" y="13"/>
                    <a:pt x="4" y="14"/>
                    <a:pt x="5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5"/>
                    <a:pt x="5" y="15"/>
                    <a:pt x="3" y="15"/>
                  </a:cubicBezTo>
                  <a:close/>
                  <a:moveTo>
                    <a:pt x="13" y="2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8" y="6"/>
                    <a:pt x="11" y="6"/>
                    <a:pt x="7" y="8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1" y="13"/>
                    <a:pt x="0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6"/>
                    <a:pt x="10" y="11"/>
                    <a:pt x="1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3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4" name="îsḷïḑè"/>
            <p:cNvSpPr/>
            <p:nvPr/>
          </p:nvSpPr>
          <p:spPr bwMode="auto">
            <a:xfrm>
              <a:off x="10063669" y="528931"/>
              <a:ext cx="20500" cy="34030"/>
            </a:xfrm>
            <a:custGeom>
              <a:avLst/>
              <a:gdLst>
                <a:gd name="T0" fmla="*/ 5 w 12"/>
                <a:gd name="T1" fmla="*/ 3 h 20"/>
                <a:gd name="T2" fmla="*/ 11 w 12"/>
                <a:gd name="T3" fmla="*/ 12 h 20"/>
                <a:gd name="T4" fmla="*/ 3 w 12"/>
                <a:gd name="T5" fmla="*/ 17 h 20"/>
                <a:gd name="T6" fmla="*/ 3 w 12"/>
                <a:gd name="T7" fmla="*/ 17 h 20"/>
                <a:gd name="T8" fmla="*/ 0 w 12"/>
                <a:gd name="T9" fmla="*/ 16 h 20"/>
                <a:gd name="T10" fmla="*/ 4 w 12"/>
                <a:gd name="T11" fmla="*/ 20 h 20"/>
                <a:gd name="T12" fmla="*/ 12 w 12"/>
                <a:gd name="T13" fmla="*/ 13 h 20"/>
                <a:gd name="T14" fmla="*/ 12 w 12"/>
                <a:gd name="T15" fmla="*/ 12 h 20"/>
                <a:gd name="T16" fmla="*/ 9 w 12"/>
                <a:gd name="T17" fmla="*/ 5 h 20"/>
                <a:gd name="T18" fmla="*/ 5 w 12"/>
                <a:gd name="T19" fmla="*/ 0 h 20"/>
                <a:gd name="T20" fmla="*/ 5 w 12"/>
                <a:gd name="T21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0">
                  <a:moveTo>
                    <a:pt x="5" y="3"/>
                  </a:moveTo>
                  <a:cubicBezTo>
                    <a:pt x="5" y="4"/>
                    <a:pt x="11" y="10"/>
                    <a:pt x="11" y="12"/>
                  </a:cubicBezTo>
                  <a:cubicBezTo>
                    <a:pt x="11" y="13"/>
                    <a:pt x="5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7"/>
                    <a:pt x="1" y="16"/>
                    <a:pt x="0" y="16"/>
                  </a:cubicBezTo>
                  <a:cubicBezTo>
                    <a:pt x="0" y="18"/>
                    <a:pt x="2" y="20"/>
                    <a:pt x="4" y="20"/>
                  </a:cubicBezTo>
                  <a:cubicBezTo>
                    <a:pt x="6" y="20"/>
                    <a:pt x="12" y="16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0"/>
                    <a:pt x="10" y="7"/>
                    <a:pt x="9" y="5"/>
                  </a:cubicBezTo>
                  <a:cubicBezTo>
                    <a:pt x="7" y="3"/>
                    <a:pt x="7" y="0"/>
                    <a:pt x="5" y="0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5" name="íś1ïḋé"/>
            <p:cNvSpPr/>
            <p:nvPr/>
          </p:nvSpPr>
          <p:spPr bwMode="auto">
            <a:xfrm>
              <a:off x="10162887" y="779848"/>
              <a:ext cx="10250" cy="23780"/>
            </a:xfrm>
            <a:custGeom>
              <a:avLst/>
              <a:gdLst>
                <a:gd name="T0" fmla="*/ 0 w 6"/>
                <a:gd name="T1" fmla="*/ 2 h 14"/>
                <a:gd name="T2" fmla="*/ 0 w 6"/>
                <a:gd name="T3" fmla="*/ 5 h 14"/>
                <a:gd name="T4" fmla="*/ 3 w 6"/>
                <a:gd name="T5" fmla="*/ 3 h 14"/>
                <a:gd name="T6" fmla="*/ 3 w 6"/>
                <a:gd name="T7" fmla="*/ 14 h 14"/>
                <a:gd name="T8" fmla="*/ 6 w 6"/>
                <a:gd name="T9" fmla="*/ 14 h 14"/>
                <a:gd name="T10" fmla="*/ 6 w 6"/>
                <a:gd name="T11" fmla="*/ 1 h 14"/>
                <a:gd name="T12" fmla="*/ 4 w 6"/>
                <a:gd name="T13" fmla="*/ 0 h 14"/>
                <a:gd name="T14" fmla="*/ 4 w 6"/>
                <a:gd name="T15" fmla="*/ 0 h 14"/>
                <a:gd name="T16" fmla="*/ 0 w 6"/>
                <a:gd name="T17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4">
                  <a:moveTo>
                    <a:pt x="0" y="2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6" name="íš1ïḋê"/>
            <p:cNvSpPr/>
            <p:nvPr/>
          </p:nvSpPr>
          <p:spPr bwMode="auto">
            <a:xfrm>
              <a:off x="10310896" y="859387"/>
              <a:ext cx="13530" cy="11890"/>
            </a:xfrm>
            <a:custGeom>
              <a:avLst/>
              <a:gdLst>
                <a:gd name="T0" fmla="*/ 0 w 8"/>
                <a:gd name="T1" fmla="*/ 4 h 7"/>
                <a:gd name="T2" fmla="*/ 4 w 8"/>
                <a:gd name="T3" fmla="*/ 7 h 7"/>
                <a:gd name="T4" fmla="*/ 8 w 8"/>
                <a:gd name="T5" fmla="*/ 3 h 7"/>
                <a:gd name="T6" fmla="*/ 8 w 8"/>
                <a:gd name="T7" fmla="*/ 2 h 7"/>
                <a:gd name="T8" fmla="*/ 6 w 8"/>
                <a:gd name="T9" fmla="*/ 0 h 7"/>
                <a:gd name="T10" fmla="*/ 0 w 8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8" y="5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3" y="0"/>
                    <a:pt x="2" y="3"/>
                    <a:pt x="0" y="4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7" name="íśḷiḓé"/>
            <p:cNvSpPr/>
            <p:nvPr/>
          </p:nvSpPr>
          <p:spPr bwMode="auto">
            <a:xfrm>
              <a:off x="10067359" y="535901"/>
              <a:ext cx="9840" cy="20090"/>
            </a:xfrm>
            <a:custGeom>
              <a:avLst/>
              <a:gdLst>
                <a:gd name="T0" fmla="*/ 1 w 6"/>
                <a:gd name="T1" fmla="*/ 4 h 12"/>
                <a:gd name="T2" fmla="*/ 0 w 6"/>
                <a:gd name="T3" fmla="*/ 7 h 12"/>
                <a:gd name="T4" fmla="*/ 0 w 6"/>
                <a:gd name="T5" fmla="*/ 8 h 12"/>
                <a:gd name="T6" fmla="*/ 5 w 6"/>
                <a:gd name="T7" fmla="*/ 8 h 12"/>
                <a:gd name="T8" fmla="*/ 5 w 6"/>
                <a:gd name="T9" fmla="*/ 8 h 12"/>
                <a:gd name="T10" fmla="*/ 2 w 6"/>
                <a:gd name="T11" fmla="*/ 12 h 12"/>
                <a:gd name="T12" fmla="*/ 6 w 6"/>
                <a:gd name="T13" fmla="*/ 7 h 12"/>
                <a:gd name="T14" fmla="*/ 5 w 6"/>
                <a:gd name="T15" fmla="*/ 6 h 12"/>
                <a:gd name="T16" fmla="*/ 1 w 6"/>
                <a:gd name="T17" fmla="*/ 7 h 12"/>
                <a:gd name="T18" fmla="*/ 4 w 6"/>
                <a:gd name="T19" fmla="*/ 3 h 12"/>
                <a:gd name="T20" fmla="*/ 4 w 6"/>
                <a:gd name="T21" fmla="*/ 3 h 12"/>
                <a:gd name="T22" fmla="*/ 2 w 6"/>
                <a:gd name="T23" fmla="*/ 3 h 12"/>
                <a:gd name="T24" fmla="*/ 3 w 6"/>
                <a:gd name="T25" fmla="*/ 3 h 12"/>
                <a:gd name="T26" fmla="*/ 0 w 6"/>
                <a:gd name="T27" fmla="*/ 0 h 12"/>
                <a:gd name="T28" fmla="*/ 0 w 6"/>
                <a:gd name="T29" fmla="*/ 1 h 12"/>
                <a:gd name="T30" fmla="*/ 1 w 6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" h="12">
                  <a:moveTo>
                    <a:pt x="1" y="4"/>
                  </a:moveTo>
                  <a:cubicBezTo>
                    <a:pt x="1" y="5"/>
                    <a:pt x="0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3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3" y="9"/>
                    <a:pt x="2" y="10"/>
                    <a:pt x="2" y="12"/>
                  </a:cubicBezTo>
                  <a:cubicBezTo>
                    <a:pt x="3" y="12"/>
                    <a:pt x="6" y="9"/>
                    <a:pt x="6" y="7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3" y="6"/>
                    <a:pt x="4" y="7"/>
                    <a:pt x="1" y="7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8" name="îsľiḓê"/>
            <p:cNvSpPr/>
            <p:nvPr/>
          </p:nvSpPr>
          <p:spPr bwMode="auto">
            <a:xfrm>
              <a:off x="10252266" y="495312"/>
              <a:ext cx="11480" cy="13530"/>
            </a:xfrm>
            <a:custGeom>
              <a:avLst/>
              <a:gdLst>
                <a:gd name="T0" fmla="*/ 2 w 7"/>
                <a:gd name="T1" fmla="*/ 4 h 8"/>
                <a:gd name="T2" fmla="*/ 0 w 7"/>
                <a:gd name="T3" fmla="*/ 7 h 8"/>
                <a:gd name="T4" fmla="*/ 3 w 7"/>
                <a:gd name="T5" fmla="*/ 8 h 8"/>
                <a:gd name="T6" fmla="*/ 3 w 7"/>
                <a:gd name="T7" fmla="*/ 8 h 8"/>
                <a:gd name="T8" fmla="*/ 7 w 7"/>
                <a:gd name="T9" fmla="*/ 4 h 8"/>
                <a:gd name="T10" fmla="*/ 2 w 7"/>
                <a:gd name="T11" fmla="*/ 0 h 8"/>
                <a:gd name="T12" fmla="*/ 2 w 7"/>
                <a:gd name="T13" fmla="*/ 0 h 8"/>
                <a:gd name="T14" fmla="*/ 2 w 7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8">
                  <a:moveTo>
                    <a:pt x="2" y="4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8"/>
                    <a:pt x="6" y="5"/>
                    <a:pt x="7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9" name="isḷïḍê"/>
            <p:cNvSpPr/>
            <p:nvPr/>
          </p:nvSpPr>
          <p:spPr bwMode="auto">
            <a:xfrm>
              <a:off x="10041939" y="554351"/>
              <a:ext cx="8610" cy="13530"/>
            </a:xfrm>
            <a:custGeom>
              <a:avLst/>
              <a:gdLst>
                <a:gd name="T0" fmla="*/ 0 w 5"/>
                <a:gd name="T1" fmla="*/ 2 h 8"/>
                <a:gd name="T2" fmla="*/ 0 w 5"/>
                <a:gd name="T3" fmla="*/ 3 h 8"/>
                <a:gd name="T4" fmla="*/ 3 w 5"/>
                <a:gd name="T5" fmla="*/ 8 h 8"/>
                <a:gd name="T6" fmla="*/ 4 w 5"/>
                <a:gd name="T7" fmla="*/ 8 h 8"/>
                <a:gd name="T8" fmla="*/ 5 w 5"/>
                <a:gd name="T9" fmla="*/ 2 h 8"/>
                <a:gd name="T10" fmla="*/ 4 w 5"/>
                <a:gd name="T11" fmla="*/ 1 h 8"/>
                <a:gd name="T12" fmla="*/ 2 w 5"/>
                <a:gd name="T13" fmla="*/ 4 h 8"/>
                <a:gd name="T14" fmla="*/ 1 w 5"/>
                <a:gd name="T15" fmla="*/ 3 h 8"/>
                <a:gd name="T16" fmla="*/ 3 w 5"/>
                <a:gd name="T17" fmla="*/ 0 h 8"/>
                <a:gd name="T18" fmla="*/ 1 w 5"/>
                <a:gd name="T19" fmla="*/ 0 h 8"/>
                <a:gd name="T20" fmla="*/ 0 w 5"/>
                <a:gd name="T2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2" y="5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6"/>
                    <a:pt x="5" y="4"/>
                    <a:pt x="5" y="2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0" name="îṥḻíde"/>
            <p:cNvSpPr/>
            <p:nvPr/>
          </p:nvSpPr>
          <p:spPr bwMode="auto">
            <a:xfrm>
              <a:off x="10164937" y="749099"/>
              <a:ext cx="3280" cy="1722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1" name="ïṣḷîḍê"/>
            <p:cNvSpPr/>
            <p:nvPr/>
          </p:nvSpPr>
          <p:spPr bwMode="auto">
            <a:xfrm>
              <a:off x="10252266" y="517042"/>
              <a:ext cx="15170" cy="6970"/>
            </a:xfrm>
            <a:custGeom>
              <a:avLst/>
              <a:gdLst>
                <a:gd name="T0" fmla="*/ 0 w 9"/>
                <a:gd name="T1" fmla="*/ 2 h 4"/>
                <a:gd name="T2" fmla="*/ 2 w 9"/>
                <a:gd name="T3" fmla="*/ 4 h 4"/>
                <a:gd name="T4" fmla="*/ 3 w 9"/>
                <a:gd name="T5" fmla="*/ 4 h 4"/>
                <a:gd name="T6" fmla="*/ 8 w 9"/>
                <a:gd name="T7" fmla="*/ 3 h 4"/>
                <a:gd name="T8" fmla="*/ 9 w 9"/>
                <a:gd name="T9" fmla="*/ 0 h 4"/>
                <a:gd name="T10" fmla="*/ 8 w 9"/>
                <a:gd name="T11" fmla="*/ 0 h 4"/>
                <a:gd name="T12" fmla="*/ 0 w 9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4">
                  <a:moveTo>
                    <a:pt x="0" y="2"/>
                  </a:move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5" y="4"/>
                    <a:pt x="5" y="3"/>
                    <a:pt x="8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2" name="işļïḓê"/>
            <p:cNvSpPr/>
            <p:nvPr/>
          </p:nvSpPr>
          <p:spPr bwMode="auto">
            <a:xfrm>
              <a:off x="10082528" y="876197"/>
              <a:ext cx="8200" cy="11890"/>
            </a:xfrm>
            <a:custGeom>
              <a:avLst/>
              <a:gdLst>
                <a:gd name="T0" fmla="*/ 0 w 5"/>
                <a:gd name="T1" fmla="*/ 5 h 7"/>
                <a:gd name="T2" fmla="*/ 3 w 5"/>
                <a:gd name="T3" fmla="*/ 7 h 7"/>
                <a:gd name="T4" fmla="*/ 5 w 5"/>
                <a:gd name="T5" fmla="*/ 0 h 7"/>
                <a:gd name="T6" fmla="*/ 0 w 5"/>
                <a:gd name="T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0" y="5"/>
                  </a:moveTo>
                  <a:cubicBezTo>
                    <a:pt x="0" y="6"/>
                    <a:pt x="2" y="7"/>
                    <a:pt x="3" y="7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0" y="5"/>
                    <a:pt x="0" y="5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3" name="iṥľiḋè"/>
            <p:cNvSpPr/>
            <p:nvPr/>
          </p:nvSpPr>
          <p:spPr bwMode="auto">
            <a:xfrm>
              <a:off x="10221927" y="749099"/>
              <a:ext cx="3280" cy="1722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4" name="ïśļiḓe"/>
            <p:cNvSpPr/>
            <p:nvPr/>
          </p:nvSpPr>
          <p:spPr bwMode="auto">
            <a:xfrm>
              <a:off x="10105898" y="739259"/>
              <a:ext cx="1353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5" name="ïṥľíḋé"/>
            <p:cNvSpPr/>
            <p:nvPr/>
          </p:nvSpPr>
          <p:spPr bwMode="auto">
            <a:xfrm>
              <a:off x="10270716" y="739259"/>
              <a:ext cx="1353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6" name="ï$lîḋe"/>
            <p:cNvSpPr/>
            <p:nvPr/>
          </p:nvSpPr>
          <p:spPr bwMode="auto">
            <a:xfrm>
              <a:off x="10289166" y="739259"/>
              <a:ext cx="1189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7" name="ïšļîďé"/>
            <p:cNvSpPr/>
            <p:nvPr/>
          </p:nvSpPr>
          <p:spPr bwMode="auto">
            <a:xfrm>
              <a:off x="10087448" y="739259"/>
              <a:ext cx="1353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8" name="i$lïḓê"/>
            <p:cNvSpPr/>
            <p:nvPr/>
          </p:nvSpPr>
          <p:spPr bwMode="auto">
            <a:xfrm>
              <a:off x="10371575" y="679809"/>
              <a:ext cx="8200" cy="8610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4 h 5"/>
                <a:gd name="T6" fmla="*/ 2 w 5"/>
                <a:gd name="T7" fmla="*/ 0 h 5"/>
                <a:gd name="T8" fmla="*/ 3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4"/>
                  </a:cubicBezTo>
                  <a:cubicBezTo>
                    <a:pt x="5" y="2"/>
                    <a:pt x="4" y="1"/>
                    <a:pt x="2" y="0"/>
                  </a:cubicBezTo>
                  <a:cubicBezTo>
                    <a:pt x="2" y="3"/>
                    <a:pt x="0" y="5"/>
                    <a:pt x="3" y="5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9" name="íṣlíḋé"/>
            <p:cNvSpPr/>
            <p:nvPr/>
          </p:nvSpPr>
          <p:spPr bwMode="auto">
            <a:xfrm>
              <a:off x="10183387" y="783128"/>
              <a:ext cx="4920" cy="6970"/>
            </a:xfrm>
            <a:custGeom>
              <a:avLst/>
              <a:gdLst>
                <a:gd name="T0" fmla="*/ 0 w 3"/>
                <a:gd name="T1" fmla="*/ 3 h 4"/>
                <a:gd name="T2" fmla="*/ 2 w 3"/>
                <a:gd name="T3" fmla="*/ 4 h 4"/>
                <a:gd name="T4" fmla="*/ 3 w 3"/>
                <a:gd name="T5" fmla="*/ 2 h 4"/>
                <a:gd name="T6" fmla="*/ 2 w 3"/>
                <a:gd name="T7" fmla="*/ 0 h 4"/>
                <a:gd name="T8" fmla="*/ 0 w 3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3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0" name="íŝḻîďê"/>
            <p:cNvSpPr/>
            <p:nvPr/>
          </p:nvSpPr>
          <p:spPr bwMode="auto">
            <a:xfrm>
              <a:off x="10003400" y="700309"/>
              <a:ext cx="9840" cy="3280"/>
            </a:xfrm>
            <a:custGeom>
              <a:avLst/>
              <a:gdLst>
                <a:gd name="T0" fmla="*/ 0 w 6"/>
                <a:gd name="T1" fmla="*/ 2 h 2"/>
                <a:gd name="T2" fmla="*/ 1 w 6"/>
                <a:gd name="T3" fmla="*/ 2 h 2"/>
                <a:gd name="T4" fmla="*/ 3 w 6"/>
                <a:gd name="T5" fmla="*/ 2 h 2"/>
                <a:gd name="T6" fmla="*/ 5 w 6"/>
                <a:gd name="T7" fmla="*/ 2 h 2"/>
                <a:gd name="T8" fmla="*/ 6 w 6"/>
                <a:gd name="T9" fmla="*/ 1 h 2"/>
                <a:gd name="T10" fmla="*/ 3 w 6"/>
                <a:gd name="T11" fmla="*/ 1 h 2"/>
                <a:gd name="T12" fmla="*/ 2 w 6"/>
                <a:gd name="T13" fmla="*/ 0 h 2"/>
                <a:gd name="T14" fmla="*/ 0 w 6"/>
                <a:gd name="T1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6" y="0"/>
                    <a:pt x="4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1" name="íšḷïdé"/>
            <p:cNvSpPr/>
            <p:nvPr/>
          </p:nvSpPr>
          <p:spPr bwMode="auto">
            <a:xfrm>
              <a:off x="10023489" y="628970"/>
              <a:ext cx="8610" cy="4920"/>
            </a:xfrm>
            <a:custGeom>
              <a:avLst/>
              <a:gdLst>
                <a:gd name="T0" fmla="*/ 0 w 5"/>
                <a:gd name="T1" fmla="*/ 1 h 3"/>
                <a:gd name="T2" fmla="*/ 1 w 5"/>
                <a:gd name="T3" fmla="*/ 2 h 3"/>
                <a:gd name="T4" fmla="*/ 2 w 5"/>
                <a:gd name="T5" fmla="*/ 2 h 3"/>
                <a:gd name="T6" fmla="*/ 2 w 5"/>
                <a:gd name="T7" fmla="*/ 2 h 3"/>
                <a:gd name="T8" fmla="*/ 5 w 5"/>
                <a:gd name="T9" fmla="*/ 3 h 3"/>
                <a:gd name="T10" fmla="*/ 4 w 5"/>
                <a:gd name="T11" fmla="*/ 1 h 3"/>
                <a:gd name="T12" fmla="*/ 3 w 5"/>
                <a:gd name="T13" fmla="*/ 1 h 3"/>
                <a:gd name="T14" fmla="*/ 2 w 5"/>
                <a:gd name="T15" fmla="*/ 1 h 3"/>
                <a:gd name="T16" fmla="*/ 1 w 5"/>
                <a:gd name="T17" fmla="*/ 0 h 3"/>
                <a:gd name="T18" fmla="*/ 0 w 5"/>
                <a:gd name="T1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" y="2"/>
                    <a:pt x="2" y="3"/>
                    <a:pt x="5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2" name="îṩlídè"/>
            <p:cNvSpPr/>
            <p:nvPr/>
          </p:nvSpPr>
          <p:spPr bwMode="auto">
            <a:xfrm>
              <a:off x="10383464" y="674889"/>
              <a:ext cx="9840" cy="8200"/>
            </a:xfrm>
            <a:custGeom>
              <a:avLst/>
              <a:gdLst>
                <a:gd name="T0" fmla="*/ 24 w 24"/>
                <a:gd name="T1" fmla="*/ 20 h 20"/>
                <a:gd name="T2" fmla="*/ 24 w 24"/>
                <a:gd name="T3" fmla="*/ 20 h 20"/>
                <a:gd name="T4" fmla="*/ 24 w 24"/>
                <a:gd name="T5" fmla="*/ 12 h 20"/>
                <a:gd name="T6" fmla="*/ 4 w 24"/>
                <a:gd name="T7" fmla="*/ 0 h 20"/>
                <a:gd name="T8" fmla="*/ 0 w 24"/>
                <a:gd name="T9" fmla="*/ 0 h 20"/>
                <a:gd name="T10" fmla="*/ 24 w 24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0">
                  <a:moveTo>
                    <a:pt x="24" y="20"/>
                  </a:moveTo>
                  <a:lnTo>
                    <a:pt x="24" y="20"/>
                  </a:lnTo>
                  <a:lnTo>
                    <a:pt x="24" y="12"/>
                  </a:lnTo>
                  <a:lnTo>
                    <a:pt x="4" y="0"/>
                  </a:lnTo>
                  <a:lnTo>
                    <a:pt x="0" y="0"/>
                  </a:lnTo>
                  <a:lnTo>
                    <a:pt x="24" y="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3" name="ïṡlïďè"/>
            <p:cNvSpPr/>
            <p:nvPr/>
          </p:nvSpPr>
          <p:spPr bwMode="auto">
            <a:xfrm>
              <a:off x="10028409" y="567881"/>
              <a:ext cx="8610" cy="6970"/>
            </a:xfrm>
            <a:custGeom>
              <a:avLst/>
              <a:gdLst>
                <a:gd name="T0" fmla="*/ 2 w 5"/>
                <a:gd name="T1" fmla="*/ 3 h 4"/>
                <a:gd name="T2" fmla="*/ 4 w 5"/>
                <a:gd name="T3" fmla="*/ 3 h 4"/>
                <a:gd name="T4" fmla="*/ 4 w 5"/>
                <a:gd name="T5" fmla="*/ 4 h 4"/>
                <a:gd name="T6" fmla="*/ 5 w 5"/>
                <a:gd name="T7" fmla="*/ 4 h 4"/>
                <a:gd name="T8" fmla="*/ 5 w 5"/>
                <a:gd name="T9" fmla="*/ 3 h 4"/>
                <a:gd name="T10" fmla="*/ 3 w 5"/>
                <a:gd name="T11" fmla="*/ 0 h 4"/>
                <a:gd name="T12" fmla="*/ 2 w 5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2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0" y="0"/>
                    <a:pt x="2" y="2"/>
                    <a:pt x="2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4" name="ïšḷîḓé"/>
            <p:cNvSpPr/>
            <p:nvPr/>
          </p:nvSpPr>
          <p:spPr bwMode="auto">
            <a:xfrm>
              <a:off x="10390024" y="683089"/>
              <a:ext cx="6560" cy="10250"/>
            </a:xfrm>
            <a:custGeom>
              <a:avLst/>
              <a:gdLst>
                <a:gd name="T0" fmla="*/ 0 w 4"/>
                <a:gd name="T1" fmla="*/ 1 h 6"/>
                <a:gd name="T2" fmla="*/ 0 w 4"/>
                <a:gd name="T3" fmla="*/ 1 h 6"/>
                <a:gd name="T4" fmla="*/ 1 w 4"/>
                <a:gd name="T5" fmla="*/ 2 h 6"/>
                <a:gd name="T6" fmla="*/ 1 w 4"/>
                <a:gd name="T7" fmla="*/ 2 h 6"/>
                <a:gd name="T8" fmla="*/ 1 w 4"/>
                <a:gd name="T9" fmla="*/ 3 h 6"/>
                <a:gd name="T10" fmla="*/ 4 w 4"/>
                <a:gd name="T11" fmla="*/ 6 h 6"/>
                <a:gd name="T12" fmla="*/ 4 w 4"/>
                <a:gd name="T13" fmla="*/ 6 h 6"/>
                <a:gd name="T14" fmla="*/ 1 w 4"/>
                <a:gd name="T15" fmla="*/ 0 h 6"/>
                <a:gd name="T16" fmla="*/ 0 w 4"/>
                <a:gd name="T1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5" name="íṥḻîḋé"/>
            <p:cNvSpPr/>
            <p:nvPr/>
          </p:nvSpPr>
          <p:spPr bwMode="auto">
            <a:xfrm>
              <a:off x="10243656" y="525651"/>
              <a:ext cx="5330" cy="6560"/>
            </a:xfrm>
            <a:custGeom>
              <a:avLst/>
              <a:gdLst>
                <a:gd name="T0" fmla="*/ 0 w 3"/>
                <a:gd name="T1" fmla="*/ 2 h 4"/>
                <a:gd name="T2" fmla="*/ 2 w 3"/>
                <a:gd name="T3" fmla="*/ 4 h 4"/>
                <a:gd name="T4" fmla="*/ 3 w 3"/>
                <a:gd name="T5" fmla="*/ 0 h 4"/>
                <a:gd name="T6" fmla="*/ 0 w 3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3"/>
                    <a:pt x="3" y="2"/>
                    <a:pt x="3" y="0"/>
                  </a:cubicBezTo>
                  <a:cubicBezTo>
                    <a:pt x="2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6" name="iśḻîḋe"/>
            <p:cNvSpPr/>
            <p:nvPr/>
          </p:nvSpPr>
          <p:spPr bwMode="auto">
            <a:xfrm>
              <a:off x="10218647" y="786408"/>
              <a:ext cx="4920" cy="6970"/>
            </a:xfrm>
            <a:custGeom>
              <a:avLst/>
              <a:gdLst>
                <a:gd name="T0" fmla="*/ 0 w 12"/>
                <a:gd name="T1" fmla="*/ 17 h 17"/>
                <a:gd name="T2" fmla="*/ 12 w 12"/>
                <a:gd name="T3" fmla="*/ 17 h 17"/>
                <a:gd name="T4" fmla="*/ 12 w 12"/>
                <a:gd name="T5" fmla="*/ 0 h 17"/>
                <a:gd name="T6" fmla="*/ 0 w 12"/>
                <a:gd name="T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7">
                  <a:moveTo>
                    <a:pt x="0" y="17"/>
                  </a:moveTo>
                  <a:lnTo>
                    <a:pt x="12" y="17"/>
                  </a:lnTo>
                  <a:lnTo>
                    <a:pt x="12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7" name="ïś1îḍè"/>
            <p:cNvSpPr/>
            <p:nvPr/>
          </p:nvSpPr>
          <p:spPr bwMode="auto">
            <a:xfrm>
              <a:off x="10400274" y="688419"/>
              <a:ext cx="6560" cy="3280"/>
            </a:xfrm>
            <a:custGeom>
              <a:avLst/>
              <a:gdLst>
                <a:gd name="T0" fmla="*/ 4 w 4"/>
                <a:gd name="T1" fmla="*/ 2 h 2"/>
                <a:gd name="T2" fmla="*/ 2 w 4"/>
                <a:gd name="T3" fmla="*/ 0 h 2"/>
                <a:gd name="T4" fmla="*/ 0 w 4"/>
                <a:gd name="T5" fmla="*/ 0 h 2"/>
                <a:gd name="T6" fmla="*/ 4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2" y="2"/>
                    <a:pt x="4" y="2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8" name="î$ļïḑê"/>
            <p:cNvSpPr/>
            <p:nvPr/>
          </p:nvSpPr>
          <p:spPr bwMode="auto">
            <a:xfrm>
              <a:off x="10112458" y="542461"/>
              <a:ext cx="3690" cy="5330"/>
            </a:xfrm>
            <a:custGeom>
              <a:avLst/>
              <a:gdLst>
                <a:gd name="T0" fmla="*/ 0 w 2"/>
                <a:gd name="T1" fmla="*/ 2 h 3"/>
                <a:gd name="T2" fmla="*/ 2 w 2"/>
                <a:gd name="T3" fmla="*/ 3 h 3"/>
                <a:gd name="T4" fmla="*/ 2 w 2"/>
                <a:gd name="T5" fmla="*/ 1 h 3"/>
                <a:gd name="T6" fmla="*/ 0 w 2"/>
                <a:gd name="T7" fmla="*/ 0 h 3"/>
                <a:gd name="T8" fmla="*/ 0 w 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0"/>
                    <a:pt x="2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9" name="íṥḷíḓe"/>
            <p:cNvSpPr/>
            <p:nvPr/>
          </p:nvSpPr>
          <p:spPr bwMode="auto">
            <a:xfrm>
              <a:off x="10021849" y="579771"/>
              <a:ext cx="4920" cy="3280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2 h 2"/>
                <a:gd name="T4" fmla="*/ 3 w 3"/>
                <a:gd name="T5" fmla="*/ 2 h 2"/>
                <a:gd name="T6" fmla="*/ 2 w 3"/>
                <a:gd name="T7" fmla="*/ 0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0" name="iŝ1iḑè"/>
            <p:cNvSpPr/>
            <p:nvPr/>
          </p:nvSpPr>
          <p:spPr bwMode="auto">
            <a:xfrm>
              <a:off x="10006679" y="610520"/>
              <a:ext cx="4920" cy="3280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3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1" y="2"/>
                    <a:pt x="3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1" name="ïSlîdê"/>
            <p:cNvSpPr/>
            <p:nvPr/>
          </p:nvSpPr>
          <p:spPr bwMode="auto">
            <a:xfrm>
              <a:off x="10008319" y="605190"/>
              <a:ext cx="4920" cy="3280"/>
            </a:xfrm>
            <a:custGeom>
              <a:avLst/>
              <a:gdLst>
                <a:gd name="T0" fmla="*/ 2 w 3"/>
                <a:gd name="T1" fmla="*/ 2 h 2"/>
                <a:gd name="T2" fmla="*/ 3 w 3"/>
                <a:gd name="T3" fmla="*/ 2 h 2"/>
                <a:gd name="T4" fmla="*/ 1 w 3"/>
                <a:gd name="T5" fmla="*/ 0 h 2"/>
                <a:gd name="T6" fmla="*/ 0 w 3"/>
                <a:gd name="T7" fmla="*/ 0 h 2"/>
                <a:gd name="T8" fmla="*/ 2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2" name="íS1iďé"/>
            <p:cNvSpPr/>
            <p:nvPr/>
          </p:nvSpPr>
          <p:spPr bwMode="auto">
            <a:xfrm>
              <a:off x="9979620" y="686779"/>
              <a:ext cx="5330" cy="3280"/>
            </a:xfrm>
            <a:custGeom>
              <a:avLst/>
              <a:gdLst>
                <a:gd name="T0" fmla="*/ 0 w 3"/>
                <a:gd name="T1" fmla="*/ 1 h 2"/>
                <a:gd name="T2" fmla="*/ 1 w 3"/>
                <a:gd name="T3" fmla="*/ 2 h 2"/>
                <a:gd name="T4" fmla="*/ 3 w 3"/>
                <a:gd name="T5" fmla="*/ 2 h 2"/>
                <a:gd name="T6" fmla="*/ 1 w 3"/>
                <a:gd name="T7" fmla="*/ 0 h 2"/>
                <a:gd name="T8" fmla="*/ 0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3" name="í$ļîdé"/>
            <p:cNvSpPr/>
            <p:nvPr/>
          </p:nvSpPr>
          <p:spPr bwMode="auto">
            <a:xfrm>
              <a:off x="9979620" y="681449"/>
              <a:ext cx="5330" cy="3280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2 h 2"/>
                <a:gd name="T4" fmla="*/ 3 w 3"/>
                <a:gd name="T5" fmla="*/ 1 h 2"/>
                <a:gd name="T6" fmla="*/ 1 w 3"/>
                <a:gd name="T7" fmla="*/ 0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4" name="iṩḻïdé"/>
            <p:cNvSpPr/>
            <p:nvPr/>
          </p:nvSpPr>
          <p:spPr bwMode="auto">
            <a:xfrm>
              <a:off x="10153047" y="501872"/>
              <a:ext cx="1640" cy="6970"/>
            </a:xfrm>
            <a:custGeom>
              <a:avLst/>
              <a:gdLst>
                <a:gd name="T0" fmla="*/ 0 w 1"/>
                <a:gd name="T1" fmla="*/ 2 h 4"/>
                <a:gd name="T2" fmla="*/ 1 w 1"/>
                <a:gd name="T3" fmla="*/ 4 h 4"/>
                <a:gd name="T4" fmla="*/ 1 w 1"/>
                <a:gd name="T5" fmla="*/ 2 h 4"/>
                <a:gd name="T6" fmla="*/ 0 w 1"/>
                <a:gd name="T7" fmla="*/ 0 h 4"/>
                <a:gd name="T8" fmla="*/ 0 w 1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4">
                  <a:moveTo>
                    <a:pt x="0" y="2"/>
                  </a:moveTo>
                  <a:cubicBezTo>
                    <a:pt x="0" y="3"/>
                    <a:pt x="0" y="3"/>
                    <a:pt x="1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5" name="ïṣľïḑé"/>
            <p:cNvSpPr/>
            <p:nvPr/>
          </p:nvSpPr>
          <p:spPr bwMode="auto">
            <a:xfrm>
              <a:off x="10114098" y="510482"/>
              <a:ext cx="2050" cy="4920"/>
            </a:xfrm>
            <a:custGeom>
              <a:avLst/>
              <a:gdLst>
                <a:gd name="T0" fmla="*/ 0 w 1"/>
                <a:gd name="T1" fmla="*/ 1 h 3"/>
                <a:gd name="T2" fmla="*/ 1 w 1"/>
                <a:gd name="T3" fmla="*/ 3 h 3"/>
                <a:gd name="T4" fmla="*/ 0 w 1"/>
                <a:gd name="T5" fmla="*/ 0 h 3"/>
                <a:gd name="T6" fmla="*/ 0 w 1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1"/>
                  </a:moveTo>
                  <a:cubicBezTo>
                    <a:pt x="0" y="3"/>
                    <a:pt x="0" y="2"/>
                    <a:pt x="1" y="3"/>
                  </a:cubicBezTo>
                  <a:cubicBezTo>
                    <a:pt x="1" y="0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6" name="ïšḷîďè"/>
            <p:cNvSpPr/>
            <p:nvPr/>
          </p:nvSpPr>
          <p:spPr bwMode="auto">
            <a:xfrm>
              <a:off x="9977980" y="717119"/>
              <a:ext cx="5330" cy="3280"/>
            </a:xfrm>
            <a:custGeom>
              <a:avLst/>
              <a:gdLst>
                <a:gd name="T0" fmla="*/ 0 w 3"/>
                <a:gd name="T1" fmla="*/ 1 h 2"/>
                <a:gd name="T2" fmla="*/ 1 w 3"/>
                <a:gd name="T3" fmla="*/ 2 h 2"/>
                <a:gd name="T4" fmla="*/ 3 w 3"/>
                <a:gd name="T5" fmla="*/ 1 h 2"/>
                <a:gd name="T6" fmla="*/ 1 w 3"/>
                <a:gd name="T7" fmla="*/ 0 h 2"/>
                <a:gd name="T8" fmla="*/ 0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2" y="2"/>
                    <a:pt x="1" y="2"/>
                    <a:pt x="3" y="1"/>
                  </a:cubicBezTo>
                  <a:cubicBezTo>
                    <a:pt x="2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7" name="ïš1îḍé"/>
            <p:cNvSpPr/>
            <p:nvPr/>
          </p:nvSpPr>
          <p:spPr bwMode="auto">
            <a:xfrm>
              <a:off x="9977980" y="712199"/>
              <a:ext cx="3280" cy="3280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1 h 2"/>
                <a:gd name="T6" fmla="*/ 1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8" name="ï$ļiḋé"/>
            <p:cNvSpPr/>
            <p:nvPr/>
          </p:nvSpPr>
          <p:spPr bwMode="auto">
            <a:xfrm>
              <a:off x="10146078" y="505152"/>
              <a:ext cx="3690" cy="3690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2 h 2"/>
                <a:gd name="T4" fmla="*/ 2 w 2"/>
                <a:gd name="T5" fmla="*/ 1 h 2"/>
                <a:gd name="T6" fmla="*/ 1 w 2"/>
                <a:gd name="T7" fmla="*/ 0 h 2"/>
                <a:gd name="T8" fmla="*/ 0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9" name="íṥḷíde"/>
            <p:cNvSpPr/>
            <p:nvPr/>
          </p:nvSpPr>
          <p:spPr bwMode="auto">
            <a:xfrm>
              <a:off x="10148128" y="498592"/>
              <a:ext cx="3280" cy="4920"/>
            </a:xfrm>
            <a:custGeom>
              <a:avLst/>
              <a:gdLst>
                <a:gd name="T0" fmla="*/ 0 w 2"/>
                <a:gd name="T1" fmla="*/ 1 h 3"/>
                <a:gd name="T2" fmla="*/ 1 w 2"/>
                <a:gd name="T3" fmla="*/ 3 h 3"/>
                <a:gd name="T4" fmla="*/ 2 w 2"/>
                <a:gd name="T5" fmla="*/ 2 h 3"/>
                <a:gd name="T6" fmla="*/ 0 w 2"/>
                <a:gd name="T7" fmla="*/ 0 h 3"/>
                <a:gd name="T8" fmla="*/ 0 w 2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2"/>
                    <a:pt x="1" y="3"/>
                    <a:pt x="1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1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" name="îšḻîďè"/>
            <p:cNvSpPr/>
            <p:nvPr/>
          </p:nvSpPr>
          <p:spPr bwMode="auto">
            <a:xfrm>
              <a:off x="10393304" y="676529"/>
              <a:ext cx="5330" cy="492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3"/>
                    <a:pt x="1" y="3"/>
                    <a:pt x="3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1" name="íṩľîḋe"/>
            <p:cNvSpPr/>
            <p:nvPr/>
          </p:nvSpPr>
          <p:spPr bwMode="auto">
            <a:xfrm>
              <a:off x="10063669" y="540821"/>
              <a:ext cx="2050" cy="3280"/>
            </a:xfrm>
            <a:custGeom>
              <a:avLst/>
              <a:gdLst>
                <a:gd name="T0" fmla="*/ 1 w 1"/>
                <a:gd name="T1" fmla="*/ 2 h 2"/>
                <a:gd name="T2" fmla="*/ 1 w 1"/>
                <a:gd name="T3" fmla="*/ 0 h 2"/>
                <a:gd name="T4" fmla="*/ 0 w 1"/>
                <a:gd name="T5" fmla="*/ 0 h 2"/>
                <a:gd name="T6" fmla="*/ 1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2" name="ïṣľiḑe"/>
            <p:cNvSpPr/>
            <p:nvPr/>
          </p:nvSpPr>
          <p:spPr bwMode="auto">
            <a:xfrm>
              <a:off x="10062029" y="535901"/>
              <a:ext cx="3690" cy="3280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0"/>
                    <a:pt x="2" y="0"/>
                    <a:pt x="0" y="0"/>
                  </a:cubicBezTo>
                  <a:cubicBezTo>
                    <a:pt x="0" y="2"/>
                    <a:pt x="0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3" name="îṩḻíḋê"/>
            <p:cNvSpPr/>
            <p:nvPr/>
          </p:nvSpPr>
          <p:spPr bwMode="auto">
            <a:xfrm>
              <a:off x="10003400" y="605190"/>
              <a:ext cx="3280" cy="3280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0"/>
                    <a:pt x="2" y="0"/>
                    <a:pt x="0" y="0"/>
                  </a:cubicBezTo>
                  <a:cubicBezTo>
                    <a:pt x="0" y="2"/>
                    <a:pt x="0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4" name="išľïḑe"/>
            <p:cNvSpPr/>
            <p:nvPr/>
          </p:nvSpPr>
          <p:spPr bwMode="auto">
            <a:xfrm>
              <a:off x="10394944" y="681449"/>
              <a:ext cx="5330" cy="5330"/>
            </a:xfrm>
            <a:custGeom>
              <a:avLst/>
              <a:gdLst>
                <a:gd name="T0" fmla="*/ 3 w 3"/>
                <a:gd name="T1" fmla="*/ 3 h 3"/>
                <a:gd name="T2" fmla="*/ 3 w 3"/>
                <a:gd name="T3" fmla="*/ 2 h 3"/>
                <a:gd name="T4" fmla="*/ 1 w 3"/>
                <a:gd name="T5" fmla="*/ 2 h 3"/>
                <a:gd name="T6" fmla="*/ 1 w 3"/>
                <a:gd name="T7" fmla="*/ 0 h 3"/>
                <a:gd name="T8" fmla="*/ 0 w 3"/>
                <a:gd name="T9" fmla="*/ 0 h 3"/>
                <a:gd name="T10" fmla="*/ 3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3"/>
                    <a:pt x="3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5" name="ïṩḻîḋe"/>
            <p:cNvSpPr/>
            <p:nvPr/>
          </p:nvSpPr>
          <p:spPr bwMode="auto">
            <a:xfrm>
              <a:off x="10305976" y="561321"/>
              <a:ext cx="4920" cy="3280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2 w 3"/>
                <a:gd name="T5" fmla="*/ 0 h 2"/>
                <a:gd name="T6" fmla="*/ 0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2" y="2"/>
                    <a:pt x="2" y="2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6" name="íṡ1îḋe"/>
            <p:cNvSpPr/>
            <p:nvPr/>
          </p:nvSpPr>
          <p:spPr bwMode="auto">
            <a:xfrm>
              <a:off x="10018569" y="613800"/>
              <a:ext cx="3280" cy="3280"/>
            </a:xfrm>
            <a:custGeom>
              <a:avLst/>
              <a:gdLst>
                <a:gd name="T0" fmla="*/ 0 w 2"/>
                <a:gd name="T1" fmla="*/ 1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7" name="isḻîdé"/>
            <p:cNvSpPr/>
            <p:nvPr/>
          </p:nvSpPr>
          <p:spPr bwMode="auto">
            <a:xfrm>
              <a:off x="10041939" y="579771"/>
              <a:ext cx="3280" cy="1640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0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2" y="1"/>
                    <a:pt x="2" y="1"/>
                    <a:pt x="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8" name="iśḻîďé"/>
            <p:cNvSpPr/>
            <p:nvPr/>
          </p:nvSpPr>
          <p:spPr bwMode="auto">
            <a:xfrm>
              <a:off x="10563862" y="830687"/>
              <a:ext cx="67649" cy="85279"/>
            </a:xfrm>
            <a:custGeom>
              <a:avLst/>
              <a:gdLst>
                <a:gd name="T0" fmla="*/ 64 w 70"/>
                <a:gd name="T1" fmla="*/ 78 h 86"/>
                <a:gd name="T2" fmla="*/ 61 w 70"/>
                <a:gd name="T3" fmla="*/ 74 h 86"/>
                <a:gd name="T4" fmla="*/ 56 w 70"/>
                <a:gd name="T5" fmla="*/ 66 h 86"/>
                <a:gd name="T6" fmla="*/ 41 w 70"/>
                <a:gd name="T7" fmla="*/ 40 h 86"/>
                <a:gd name="T8" fmla="*/ 55 w 70"/>
                <a:gd name="T9" fmla="*/ 18 h 86"/>
                <a:gd name="T10" fmla="*/ 61 w 70"/>
                <a:gd name="T11" fmla="*/ 10 h 86"/>
                <a:gd name="T12" fmla="*/ 65 w 70"/>
                <a:gd name="T13" fmla="*/ 5 h 86"/>
                <a:gd name="T14" fmla="*/ 69 w 70"/>
                <a:gd name="T15" fmla="*/ 3 h 86"/>
                <a:gd name="T16" fmla="*/ 69 w 70"/>
                <a:gd name="T17" fmla="*/ 0 h 86"/>
                <a:gd name="T18" fmla="*/ 46 w 70"/>
                <a:gd name="T19" fmla="*/ 0 h 86"/>
                <a:gd name="T20" fmla="*/ 46 w 70"/>
                <a:gd name="T21" fmla="*/ 3 h 86"/>
                <a:gd name="T22" fmla="*/ 49 w 70"/>
                <a:gd name="T23" fmla="*/ 5 h 86"/>
                <a:gd name="T24" fmla="*/ 50 w 70"/>
                <a:gd name="T25" fmla="*/ 8 h 86"/>
                <a:gd name="T26" fmla="*/ 50 w 70"/>
                <a:gd name="T27" fmla="*/ 11 h 86"/>
                <a:gd name="T28" fmla="*/ 49 w 70"/>
                <a:gd name="T29" fmla="*/ 14 h 86"/>
                <a:gd name="T30" fmla="*/ 46 w 70"/>
                <a:gd name="T31" fmla="*/ 19 h 86"/>
                <a:gd name="T32" fmla="*/ 37 w 70"/>
                <a:gd name="T33" fmla="*/ 34 h 86"/>
                <a:gd name="T34" fmla="*/ 28 w 70"/>
                <a:gd name="T35" fmla="*/ 19 h 86"/>
                <a:gd name="T36" fmla="*/ 24 w 70"/>
                <a:gd name="T37" fmla="*/ 12 h 86"/>
                <a:gd name="T38" fmla="*/ 23 w 70"/>
                <a:gd name="T39" fmla="*/ 8 h 86"/>
                <a:gd name="T40" fmla="*/ 24 w 70"/>
                <a:gd name="T41" fmla="*/ 5 h 86"/>
                <a:gd name="T42" fmla="*/ 29 w 70"/>
                <a:gd name="T43" fmla="*/ 3 h 86"/>
                <a:gd name="T44" fmla="*/ 29 w 70"/>
                <a:gd name="T45" fmla="*/ 0 h 86"/>
                <a:gd name="T46" fmla="*/ 2 w 70"/>
                <a:gd name="T47" fmla="*/ 0 h 86"/>
                <a:gd name="T48" fmla="*/ 2 w 70"/>
                <a:gd name="T49" fmla="*/ 3 h 86"/>
                <a:gd name="T50" fmla="*/ 4 w 70"/>
                <a:gd name="T51" fmla="*/ 4 h 86"/>
                <a:gd name="T52" fmla="*/ 6 w 70"/>
                <a:gd name="T53" fmla="*/ 6 h 86"/>
                <a:gd name="T54" fmla="*/ 8 w 70"/>
                <a:gd name="T55" fmla="*/ 9 h 86"/>
                <a:gd name="T56" fmla="*/ 12 w 70"/>
                <a:gd name="T57" fmla="*/ 14 h 86"/>
                <a:gd name="T58" fmla="*/ 30 w 70"/>
                <a:gd name="T59" fmla="*/ 43 h 86"/>
                <a:gd name="T60" fmla="*/ 15 w 70"/>
                <a:gd name="T61" fmla="*/ 66 h 86"/>
                <a:gd name="T62" fmla="*/ 10 w 70"/>
                <a:gd name="T63" fmla="*/ 75 h 86"/>
                <a:gd name="T64" fmla="*/ 7 w 70"/>
                <a:gd name="T65" fmla="*/ 78 h 86"/>
                <a:gd name="T66" fmla="*/ 4 w 70"/>
                <a:gd name="T67" fmla="*/ 81 h 86"/>
                <a:gd name="T68" fmla="*/ 0 w 70"/>
                <a:gd name="T69" fmla="*/ 82 h 86"/>
                <a:gd name="T70" fmla="*/ 0 w 70"/>
                <a:gd name="T71" fmla="*/ 86 h 86"/>
                <a:gd name="T72" fmla="*/ 24 w 70"/>
                <a:gd name="T73" fmla="*/ 86 h 86"/>
                <a:gd name="T74" fmla="*/ 24 w 70"/>
                <a:gd name="T75" fmla="*/ 82 h 86"/>
                <a:gd name="T76" fmla="*/ 20 w 70"/>
                <a:gd name="T77" fmla="*/ 81 h 86"/>
                <a:gd name="T78" fmla="*/ 19 w 70"/>
                <a:gd name="T79" fmla="*/ 77 h 86"/>
                <a:gd name="T80" fmla="*/ 22 w 70"/>
                <a:gd name="T81" fmla="*/ 69 h 86"/>
                <a:gd name="T82" fmla="*/ 34 w 70"/>
                <a:gd name="T83" fmla="*/ 50 h 86"/>
                <a:gd name="T84" fmla="*/ 45 w 70"/>
                <a:gd name="T85" fmla="*/ 68 h 86"/>
                <a:gd name="T86" fmla="*/ 48 w 70"/>
                <a:gd name="T87" fmla="*/ 74 h 86"/>
                <a:gd name="T88" fmla="*/ 49 w 70"/>
                <a:gd name="T89" fmla="*/ 78 h 86"/>
                <a:gd name="T90" fmla="*/ 47 w 70"/>
                <a:gd name="T91" fmla="*/ 81 h 86"/>
                <a:gd name="T92" fmla="*/ 43 w 70"/>
                <a:gd name="T93" fmla="*/ 82 h 86"/>
                <a:gd name="T94" fmla="*/ 43 w 70"/>
                <a:gd name="T95" fmla="*/ 86 h 86"/>
                <a:gd name="T96" fmla="*/ 70 w 70"/>
                <a:gd name="T97" fmla="*/ 86 h 86"/>
                <a:gd name="T98" fmla="*/ 70 w 70"/>
                <a:gd name="T99" fmla="*/ 82 h 86"/>
                <a:gd name="T100" fmla="*/ 67 w 70"/>
                <a:gd name="T101" fmla="*/ 81 h 86"/>
                <a:gd name="T102" fmla="*/ 64 w 70"/>
                <a:gd name="T103" fmla="*/ 7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0" h="86">
                  <a:moveTo>
                    <a:pt x="64" y="78"/>
                  </a:moveTo>
                  <a:cubicBezTo>
                    <a:pt x="63" y="77"/>
                    <a:pt x="62" y="76"/>
                    <a:pt x="61" y="74"/>
                  </a:cubicBezTo>
                  <a:cubicBezTo>
                    <a:pt x="60" y="73"/>
                    <a:pt x="59" y="70"/>
                    <a:pt x="56" y="66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7" y="14"/>
                    <a:pt x="59" y="11"/>
                    <a:pt x="61" y="10"/>
                  </a:cubicBezTo>
                  <a:cubicBezTo>
                    <a:pt x="62" y="8"/>
                    <a:pt x="63" y="6"/>
                    <a:pt x="65" y="5"/>
                  </a:cubicBezTo>
                  <a:cubicBezTo>
                    <a:pt x="66" y="4"/>
                    <a:pt x="67" y="4"/>
                    <a:pt x="69" y="3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7" y="4"/>
                    <a:pt x="49" y="4"/>
                    <a:pt x="49" y="5"/>
                  </a:cubicBezTo>
                  <a:cubicBezTo>
                    <a:pt x="50" y="6"/>
                    <a:pt x="50" y="7"/>
                    <a:pt x="50" y="8"/>
                  </a:cubicBezTo>
                  <a:cubicBezTo>
                    <a:pt x="50" y="9"/>
                    <a:pt x="50" y="10"/>
                    <a:pt x="50" y="11"/>
                  </a:cubicBezTo>
                  <a:cubicBezTo>
                    <a:pt x="50" y="12"/>
                    <a:pt x="49" y="13"/>
                    <a:pt x="49" y="14"/>
                  </a:cubicBezTo>
                  <a:cubicBezTo>
                    <a:pt x="48" y="16"/>
                    <a:pt x="47" y="17"/>
                    <a:pt x="46" y="19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6" y="16"/>
                    <a:pt x="25" y="14"/>
                    <a:pt x="24" y="12"/>
                  </a:cubicBezTo>
                  <a:cubicBezTo>
                    <a:pt x="23" y="11"/>
                    <a:pt x="23" y="9"/>
                    <a:pt x="23" y="8"/>
                  </a:cubicBezTo>
                  <a:cubicBezTo>
                    <a:pt x="23" y="7"/>
                    <a:pt x="23" y="6"/>
                    <a:pt x="24" y="5"/>
                  </a:cubicBezTo>
                  <a:cubicBezTo>
                    <a:pt x="25" y="4"/>
                    <a:pt x="27" y="3"/>
                    <a:pt x="29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4"/>
                    <a:pt x="4" y="4"/>
                  </a:cubicBezTo>
                  <a:cubicBezTo>
                    <a:pt x="5" y="4"/>
                    <a:pt x="5" y="5"/>
                    <a:pt x="6" y="6"/>
                  </a:cubicBezTo>
                  <a:cubicBezTo>
                    <a:pt x="7" y="6"/>
                    <a:pt x="7" y="7"/>
                    <a:pt x="8" y="9"/>
                  </a:cubicBezTo>
                  <a:cubicBezTo>
                    <a:pt x="9" y="10"/>
                    <a:pt x="10" y="12"/>
                    <a:pt x="12" y="14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3" y="70"/>
                    <a:pt x="11" y="73"/>
                    <a:pt x="10" y="75"/>
                  </a:cubicBezTo>
                  <a:cubicBezTo>
                    <a:pt x="9" y="76"/>
                    <a:pt x="7" y="77"/>
                    <a:pt x="7" y="78"/>
                  </a:cubicBezTo>
                  <a:cubicBezTo>
                    <a:pt x="6" y="79"/>
                    <a:pt x="5" y="80"/>
                    <a:pt x="4" y="81"/>
                  </a:cubicBezTo>
                  <a:cubicBezTo>
                    <a:pt x="3" y="81"/>
                    <a:pt x="1" y="82"/>
                    <a:pt x="0" y="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2" y="82"/>
                    <a:pt x="21" y="82"/>
                    <a:pt x="20" y="81"/>
                  </a:cubicBezTo>
                  <a:cubicBezTo>
                    <a:pt x="19" y="80"/>
                    <a:pt x="19" y="79"/>
                    <a:pt x="19" y="77"/>
                  </a:cubicBezTo>
                  <a:cubicBezTo>
                    <a:pt x="19" y="75"/>
                    <a:pt x="20" y="72"/>
                    <a:pt x="22" y="69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6" y="71"/>
                    <a:pt x="47" y="72"/>
                    <a:pt x="48" y="74"/>
                  </a:cubicBezTo>
                  <a:cubicBezTo>
                    <a:pt x="48" y="75"/>
                    <a:pt x="49" y="76"/>
                    <a:pt x="49" y="78"/>
                  </a:cubicBezTo>
                  <a:cubicBezTo>
                    <a:pt x="49" y="79"/>
                    <a:pt x="48" y="80"/>
                    <a:pt x="47" y="81"/>
                  </a:cubicBezTo>
                  <a:cubicBezTo>
                    <a:pt x="46" y="82"/>
                    <a:pt x="45" y="82"/>
                    <a:pt x="43" y="82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69" y="82"/>
                    <a:pt x="68" y="81"/>
                    <a:pt x="67" y="81"/>
                  </a:cubicBezTo>
                  <a:cubicBezTo>
                    <a:pt x="66" y="80"/>
                    <a:pt x="65" y="79"/>
                    <a:pt x="64" y="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9" name="íSļiḑe"/>
            <p:cNvSpPr/>
            <p:nvPr/>
          </p:nvSpPr>
          <p:spPr bwMode="auto">
            <a:xfrm>
              <a:off x="10638481" y="855697"/>
              <a:ext cx="24190" cy="60269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5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7 w 25"/>
                <a:gd name="T15" fmla="*/ 7 h 61"/>
                <a:gd name="T16" fmla="*/ 8 w 25"/>
                <a:gd name="T17" fmla="*/ 11 h 61"/>
                <a:gd name="T18" fmla="*/ 8 w 25"/>
                <a:gd name="T19" fmla="*/ 18 h 61"/>
                <a:gd name="T20" fmla="*/ 8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9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4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0" name="ïṩḻíḓê"/>
            <p:cNvSpPr/>
            <p:nvPr/>
          </p:nvSpPr>
          <p:spPr bwMode="auto">
            <a:xfrm>
              <a:off x="10645451" y="831917"/>
              <a:ext cx="1148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1" name="iṩľíḓe"/>
            <p:cNvSpPr/>
            <p:nvPr/>
          </p:nvSpPr>
          <p:spPr bwMode="auto">
            <a:xfrm>
              <a:off x="10673331" y="855697"/>
              <a:ext cx="60269" cy="60269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4 w 62"/>
                <a:gd name="T5" fmla="*/ 45 h 61"/>
                <a:gd name="T6" fmla="*/ 54 w 62"/>
                <a:gd name="T7" fmla="*/ 21 h 61"/>
                <a:gd name="T8" fmla="*/ 54 w 62"/>
                <a:gd name="T9" fmla="*/ 13 h 61"/>
                <a:gd name="T10" fmla="*/ 52 w 62"/>
                <a:gd name="T11" fmla="*/ 7 h 61"/>
                <a:gd name="T12" fmla="*/ 48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6 w 62"/>
                <a:gd name="T21" fmla="*/ 4 h 61"/>
                <a:gd name="T22" fmla="*/ 18 w 62"/>
                <a:gd name="T23" fmla="*/ 11 h 61"/>
                <a:gd name="T24" fmla="*/ 17 w 62"/>
                <a:gd name="T25" fmla="*/ 10 h 61"/>
                <a:gd name="T26" fmla="*/ 18 w 62"/>
                <a:gd name="T27" fmla="*/ 0 h 61"/>
                <a:gd name="T28" fmla="*/ 14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4 w 62"/>
                <a:gd name="T35" fmla="*/ 5 h 61"/>
                <a:gd name="T36" fmla="*/ 6 w 62"/>
                <a:gd name="T37" fmla="*/ 7 h 61"/>
                <a:gd name="T38" fmla="*/ 7 w 62"/>
                <a:gd name="T39" fmla="*/ 11 h 61"/>
                <a:gd name="T40" fmla="*/ 7 w 62"/>
                <a:gd name="T41" fmla="*/ 18 h 61"/>
                <a:gd name="T42" fmla="*/ 7 w 62"/>
                <a:gd name="T43" fmla="*/ 45 h 61"/>
                <a:gd name="T44" fmla="*/ 7 w 62"/>
                <a:gd name="T45" fmla="*/ 52 h 61"/>
                <a:gd name="T46" fmla="*/ 6 w 62"/>
                <a:gd name="T47" fmla="*/ 55 h 61"/>
                <a:gd name="T48" fmla="*/ 4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5 w 62"/>
                <a:gd name="T55" fmla="*/ 61 h 61"/>
                <a:gd name="T56" fmla="*/ 25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8 w 62"/>
                <a:gd name="T63" fmla="*/ 45 h 61"/>
                <a:gd name="T64" fmla="*/ 18 w 62"/>
                <a:gd name="T65" fmla="*/ 22 h 61"/>
                <a:gd name="T66" fmla="*/ 19 w 62"/>
                <a:gd name="T67" fmla="*/ 16 h 61"/>
                <a:gd name="T68" fmla="*/ 23 w 62"/>
                <a:gd name="T69" fmla="*/ 12 h 61"/>
                <a:gd name="T70" fmla="*/ 28 w 62"/>
                <a:gd name="T71" fmla="*/ 8 h 61"/>
                <a:gd name="T72" fmla="*/ 33 w 62"/>
                <a:gd name="T73" fmla="*/ 7 h 61"/>
                <a:gd name="T74" fmla="*/ 36 w 62"/>
                <a:gd name="T75" fmla="*/ 8 h 61"/>
                <a:gd name="T76" fmla="*/ 39 w 62"/>
                <a:gd name="T77" fmla="*/ 9 h 61"/>
                <a:gd name="T78" fmla="*/ 41 w 62"/>
                <a:gd name="T79" fmla="*/ 11 h 61"/>
                <a:gd name="T80" fmla="*/ 43 w 62"/>
                <a:gd name="T81" fmla="*/ 15 h 61"/>
                <a:gd name="T82" fmla="*/ 43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3 w 62"/>
                <a:gd name="T89" fmla="*/ 51 h 61"/>
                <a:gd name="T90" fmla="*/ 42 w 62"/>
                <a:gd name="T91" fmla="*/ 55 h 61"/>
                <a:gd name="T92" fmla="*/ 40 w 62"/>
                <a:gd name="T93" fmla="*/ 56 h 61"/>
                <a:gd name="T94" fmla="*/ 37 w 62"/>
                <a:gd name="T95" fmla="*/ 57 h 61"/>
                <a:gd name="T96" fmla="*/ 37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7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5" y="53"/>
                    <a:pt x="55" y="52"/>
                    <a:pt x="55" y="51"/>
                  </a:cubicBezTo>
                  <a:cubicBezTo>
                    <a:pt x="55" y="50"/>
                    <a:pt x="54" y="48"/>
                    <a:pt x="54" y="45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18"/>
                    <a:pt x="54" y="15"/>
                    <a:pt x="54" y="13"/>
                  </a:cubicBezTo>
                  <a:cubicBezTo>
                    <a:pt x="53" y="10"/>
                    <a:pt x="53" y="9"/>
                    <a:pt x="52" y="7"/>
                  </a:cubicBezTo>
                  <a:cubicBezTo>
                    <a:pt x="51" y="5"/>
                    <a:pt x="50" y="4"/>
                    <a:pt x="48" y="3"/>
                  </a:cubicBezTo>
                  <a:cubicBezTo>
                    <a:pt x="47" y="2"/>
                    <a:pt x="46" y="1"/>
                    <a:pt x="44" y="0"/>
                  </a:cubicBezTo>
                  <a:cubicBezTo>
                    <a:pt x="42" y="0"/>
                    <a:pt x="40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6" y="4"/>
                  </a:cubicBezTo>
                  <a:cubicBezTo>
                    <a:pt x="24" y="5"/>
                    <a:pt x="21" y="7"/>
                    <a:pt x="18" y="11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7" y="15"/>
                    <a:pt x="7" y="18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8"/>
                    <a:pt x="7" y="50"/>
                    <a:pt x="7" y="52"/>
                  </a:cubicBezTo>
                  <a:cubicBezTo>
                    <a:pt x="7" y="53"/>
                    <a:pt x="6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3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1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ubicBezTo>
                    <a:pt x="18" y="51"/>
                    <a:pt x="18" y="48"/>
                    <a:pt x="18" y="45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0"/>
                    <a:pt x="18" y="18"/>
                    <a:pt x="19" y="16"/>
                  </a:cubicBezTo>
                  <a:cubicBezTo>
                    <a:pt x="20" y="15"/>
                    <a:pt x="21" y="13"/>
                    <a:pt x="23" y="12"/>
                  </a:cubicBezTo>
                  <a:cubicBezTo>
                    <a:pt x="25" y="10"/>
                    <a:pt x="26" y="9"/>
                    <a:pt x="28" y="8"/>
                  </a:cubicBezTo>
                  <a:cubicBezTo>
                    <a:pt x="29" y="8"/>
                    <a:pt x="31" y="7"/>
                    <a:pt x="33" y="7"/>
                  </a:cubicBezTo>
                  <a:cubicBezTo>
                    <a:pt x="34" y="7"/>
                    <a:pt x="35" y="7"/>
                    <a:pt x="36" y="8"/>
                  </a:cubicBezTo>
                  <a:cubicBezTo>
                    <a:pt x="37" y="8"/>
                    <a:pt x="38" y="9"/>
                    <a:pt x="39" y="9"/>
                  </a:cubicBezTo>
                  <a:cubicBezTo>
                    <a:pt x="40" y="10"/>
                    <a:pt x="41" y="11"/>
                    <a:pt x="41" y="11"/>
                  </a:cubicBezTo>
                  <a:cubicBezTo>
                    <a:pt x="42" y="12"/>
                    <a:pt x="42" y="13"/>
                    <a:pt x="43" y="15"/>
                  </a:cubicBezTo>
                  <a:cubicBezTo>
                    <a:pt x="43" y="16"/>
                    <a:pt x="43" y="18"/>
                    <a:pt x="43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3" y="51"/>
                  </a:cubicBezTo>
                  <a:cubicBezTo>
                    <a:pt x="43" y="53"/>
                    <a:pt x="43" y="54"/>
                    <a:pt x="42" y="55"/>
                  </a:cubicBezTo>
                  <a:cubicBezTo>
                    <a:pt x="42" y="55"/>
                    <a:pt x="41" y="56"/>
                    <a:pt x="40" y="56"/>
                  </a:cubicBezTo>
                  <a:cubicBezTo>
                    <a:pt x="40" y="57"/>
                    <a:pt x="38" y="57"/>
                    <a:pt x="37" y="57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8" y="56"/>
                    <a:pt x="57" y="56"/>
                  </a:cubicBezTo>
                  <a:cubicBezTo>
                    <a:pt x="57" y="55"/>
                    <a:pt x="56" y="55"/>
                    <a:pt x="56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2" name="iş1ïḋe"/>
            <p:cNvSpPr/>
            <p:nvPr/>
          </p:nvSpPr>
          <p:spPr bwMode="auto">
            <a:xfrm>
              <a:off x="10737700" y="855697"/>
              <a:ext cx="22140" cy="87329"/>
            </a:xfrm>
            <a:custGeom>
              <a:avLst/>
              <a:gdLst>
                <a:gd name="T0" fmla="*/ 5 w 23"/>
                <a:gd name="T1" fmla="*/ 1 h 88"/>
                <a:gd name="T2" fmla="*/ 5 w 23"/>
                <a:gd name="T3" fmla="*/ 4 h 88"/>
                <a:gd name="T4" fmla="*/ 9 w 23"/>
                <a:gd name="T5" fmla="*/ 5 h 88"/>
                <a:gd name="T6" fmla="*/ 11 w 23"/>
                <a:gd name="T7" fmla="*/ 7 h 88"/>
                <a:gd name="T8" fmla="*/ 12 w 23"/>
                <a:gd name="T9" fmla="*/ 11 h 88"/>
                <a:gd name="T10" fmla="*/ 12 w 23"/>
                <a:gd name="T11" fmla="*/ 18 h 88"/>
                <a:gd name="T12" fmla="*/ 12 w 23"/>
                <a:gd name="T13" fmla="*/ 64 h 88"/>
                <a:gd name="T14" fmla="*/ 12 w 23"/>
                <a:gd name="T15" fmla="*/ 72 h 88"/>
                <a:gd name="T16" fmla="*/ 10 w 23"/>
                <a:gd name="T17" fmla="*/ 77 h 88"/>
                <a:gd name="T18" fmla="*/ 6 w 23"/>
                <a:gd name="T19" fmla="*/ 80 h 88"/>
                <a:gd name="T20" fmla="*/ 0 w 23"/>
                <a:gd name="T21" fmla="*/ 83 h 88"/>
                <a:gd name="T22" fmla="*/ 2 w 23"/>
                <a:gd name="T23" fmla="*/ 88 h 88"/>
                <a:gd name="T24" fmla="*/ 15 w 23"/>
                <a:gd name="T25" fmla="*/ 82 h 88"/>
                <a:gd name="T26" fmla="*/ 21 w 23"/>
                <a:gd name="T27" fmla="*/ 73 h 88"/>
                <a:gd name="T28" fmla="*/ 23 w 23"/>
                <a:gd name="T29" fmla="*/ 59 h 88"/>
                <a:gd name="T30" fmla="*/ 23 w 23"/>
                <a:gd name="T31" fmla="*/ 0 h 88"/>
                <a:gd name="T32" fmla="*/ 19 w 23"/>
                <a:gd name="T33" fmla="*/ 0 h 88"/>
                <a:gd name="T34" fmla="*/ 5 w 23"/>
                <a:gd name="T35" fmla="*/ 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" h="88">
                  <a:moveTo>
                    <a:pt x="5" y="1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7" y="4"/>
                    <a:pt x="8" y="5"/>
                    <a:pt x="9" y="5"/>
                  </a:cubicBezTo>
                  <a:cubicBezTo>
                    <a:pt x="10" y="6"/>
                    <a:pt x="11" y="7"/>
                    <a:pt x="11" y="7"/>
                  </a:cubicBezTo>
                  <a:cubicBezTo>
                    <a:pt x="12" y="8"/>
                    <a:pt x="12" y="9"/>
                    <a:pt x="12" y="11"/>
                  </a:cubicBezTo>
                  <a:cubicBezTo>
                    <a:pt x="12" y="12"/>
                    <a:pt x="12" y="15"/>
                    <a:pt x="12" y="1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7"/>
                    <a:pt x="12" y="70"/>
                    <a:pt x="12" y="72"/>
                  </a:cubicBezTo>
                  <a:cubicBezTo>
                    <a:pt x="11" y="74"/>
                    <a:pt x="10" y="76"/>
                    <a:pt x="10" y="77"/>
                  </a:cubicBezTo>
                  <a:cubicBezTo>
                    <a:pt x="9" y="78"/>
                    <a:pt x="8" y="79"/>
                    <a:pt x="6" y="80"/>
                  </a:cubicBezTo>
                  <a:cubicBezTo>
                    <a:pt x="5" y="81"/>
                    <a:pt x="3" y="82"/>
                    <a:pt x="0" y="83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8" y="87"/>
                    <a:pt x="12" y="85"/>
                    <a:pt x="15" y="82"/>
                  </a:cubicBezTo>
                  <a:cubicBezTo>
                    <a:pt x="18" y="80"/>
                    <a:pt x="20" y="77"/>
                    <a:pt x="21" y="73"/>
                  </a:cubicBezTo>
                  <a:cubicBezTo>
                    <a:pt x="22" y="70"/>
                    <a:pt x="23" y="65"/>
                    <a:pt x="23" y="59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3" name="ïṥḷïḓe"/>
            <p:cNvSpPr/>
            <p:nvPr/>
          </p:nvSpPr>
          <p:spPr bwMode="auto">
            <a:xfrm>
              <a:off x="10749180" y="831917"/>
              <a:ext cx="1066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4" name="iśļíḋe"/>
            <p:cNvSpPr/>
            <p:nvPr/>
          </p:nvSpPr>
          <p:spPr bwMode="auto">
            <a:xfrm>
              <a:off x="10775419" y="855697"/>
              <a:ext cx="25420" cy="60269"/>
            </a:xfrm>
            <a:custGeom>
              <a:avLst/>
              <a:gdLst>
                <a:gd name="T0" fmla="*/ 19 w 26"/>
                <a:gd name="T1" fmla="*/ 52 h 61"/>
                <a:gd name="T2" fmla="*/ 19 w 26"/>
                <a:gd name="T3" fmla="*/ 45 h 61"/>
                <a:gd name="T4" fmla="*/ 19 w 26"/>
                <a:gd name="T5" fmla="*/ 0 h 61"/>
                <a:gd name="T6" fmla="*/ 15 w 26"/>
                <a:gd name="T7" fmla="*/ 0 h 61"/>
                <a:gd name="T8" fmla="*/ 0 w 26"/>
                <a:gd name="T9" fmla="*/ 1 h 61"/>
                <a:gd name="T10" fmla="*/ 0 w 26"/>
                <a:gd name="T11" fmla="*/ 4 h 61"/>
                <a:gd name="T12" fmla="*/ 5 w 26"/>
                <a:gd name="T13" fmla="*/ 5 h 61"/>
                <a:gd name="T14" fmla="*/ 7 w 26"/>
                <a:gd name="T15" fmla="*/ 7 h 61"/>
                <a:gd name="T16" fmla="*/ 8 w 26"/>
                <a:gd name="T17" fmla="*/ 11 h 61"/>
                <a:gd name="T18" fmla="*/ 8 w 26"/>
                <a:gd name="T19" fmla="*/ 18 h 61"/>
                <a:gd name="T20" fmla="*/ 8 w 26"/>
                <a:gd name="T21" fmla="*/ 45 h 61"/>
                <a:gd name="T22" fmla="*/ 8 w 26"/>
                <a:gd name="T23" fmla="*/ 52 h 61"/>
                <a:gd name="T24" fmla="*/ 6 w 26"/>
                <a:gd name="T25" fmla="*/ 55 h 61"/>
                <a:gd name="T26" fmla="*/ 5 w 26"/>
                <a:gd name="T27" fmla="*/ 56 h 61"/>
                <a:gd name="T28" fmla="*/ 1 w 26"/>
                <a:gd name="T29" fmla="*/ 57 h 61"/>
                <a:gd name="T30" fmla="*/ 1 w 26"/>
                <a:gd name="T31" fmla="*/ 61 h 61"/>
                <a:gd name="T32" fmla="*/ 26 w 26"/>
                <a:gd name="T33" fmla="*/ 61 h 61"/>
                <a:gd name="T34" fmla="*/ 26 w 26"/>
                <a:gd name="T35" fmla="*/ 57 h 61"/>
                <a:gd name="T36" fmla="*/ 21 w 26"/>
                <a:gd name="T37" fmla="*/ 56 h 61"/>
                <a:gd name="T38" fmla="*/ 19 w 26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61">
                  <a:moveTo>
                    <a:pt x="19" y="52"/>
                  </a:moveTo>
                  <a:cubicBezTo>
                    <a:pt x="19" y="51"/>
                    <a:pt x="19" y="48"/>
                    <a:pt x="19" y="4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8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20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5" name="íṩḻiḑê"/>
            <p:cNvSpPr/>
            <p:nvPr/>
          </p:nvSpPr>
          <p:spPr bwMode="auto">
            <a:xfrm>
              <a:off x="10783209" y="831917"/>
              <a:ext cx="1066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6" name="iṧľiḍé"/>
            <p:cNvSpPr/>
            <p:nvPr/>
          </p:nvSpPr>
          <p:spPr bwMode="auto">
            <a:xfrm>
              <a:off x="10810269" y="855697"/>
              <a:ext cx="52479" cy="61499"/>
            </a:xfrm>
            <a:custGeom>
              <a:avLst/>
              <a:gdLst>
                <a:gd name="T0" fmla="*/ 48 w 54"/>
                <a:gd name="T1" fmla="*/ 54 h 62"/>
                <a:gd name="T2" fmla="*/ 47 w 54"/>
                <a:gd name="T3" fmla="*/ 52 h 62"/>
                <a:gd name="T4" fmla="*/ 47 w 54"/>
                <a:gd name="T5" fmla="*/ 48 h 62"/>
                <a:gd name="T6" fmla="*/ 47 w 54"/>
                <a:gd name="T7" fmla="*/ 42 h 62"/>
                <a:gd name="T8" fmla="*/ 47 w 54"/>
                <a:gd name="T9" fmla="*/ 20 h 62"/>
                <a:gd name="T10" fmla="*/ 45 w 54"/>
                <a:gd name="T11" fmla="*/ 8 h 62"/>
                <a:gd name="T12" fmla="*/ 39 w 54"/>
                <a:gd name="T13" fmla="*/ 2 h 62"/>
                <a:gd name="T14" fmla="*/ 29 w 54"/>
                <a:gd name="T15" fmla="*/ 0 h 62"/>
                <a:gd name="T16" fmla="*/ 21 w 54"/>
                <a:gd name="T17" fmla="*/ 0 h 62"/>
                <a:gd name="T18" fmla="*/ 13 w 54"/>
                <a:gd name="T19" fmla="*/ 3 h 62"/>
                <a:gd name="T20" fmla="*/ 3 w 54"/>
                <a:gd name="T21" fmla="*/ 7 h 62"/>
                <a:gd name="T22" fmla="*/ 3 w 54"/>
                <a:gd name="T23" fmla="*/ 16 h 62"/>
                <a:gd name="T24" fmla="*/ 11 w 54"/>
                <a:gd name="T25" fmla="*/ 16 h 62"/>
                <a:gd name="T26" fmla="*/ 16 w 54"/>
                <a:gd name="T27" fmla="*/ 8 h 62"/>
                <a:gd name="T28" fmla="*/ 24 w 54"/>
                <a:gd name="T29" fmla="*/ 5 h 62"/>
                <a:gd name="T30" fmla="*/ 31 w 54"/>
                <a:gd name="T31" fmla="*/ 7 h 62"/>
                <a:gd name="T32" fmla="*/ 35 w 54"/>
                <a:gd name="T33" fmla="*/ 13 h 62"/>
                <a:gd name="T34" fmla="*/ 36 w 54"/>
                <a:gd name="T35" fmla="*/ 23 h 62"/>
                <a:gd name="T36" fmla="*/ 36 w 54"/>
                <a:gd name="T37" fmla="*/ 27 h 62"/>
                <a:gd name="T38" fmla="*/ 9 w 54"/>
                <a:gd name="T39" fmla="*/ 33 h 62"/>
                <a:gd name="T40" fmla="*/ 0 w 54"/>
                <a:gd name="T41" fmla="*/ 47 h 62"/>
                <a:gd name="T42" fmla="*/ 2 w 54"/>
                <a:gd name="T43" fmla="*/ 54 h 62"/>
                <a:gd name="T44" fmla="*/ 7 w 54"/>
                <a:gd name="T45" fmla="*/ 60 h 62"/>
                <a:gd name="T46" fmla="*/ 16 w 54"/>
                <a:gd name="T47" fmla="*/ 62 h 62"/>
                <a:gd name="T48" fmla="*/ 26 w 54"/>
                <a:gd name="T49" fmla="*/ 59 h 62"/>
                <a:gd name="T50" fmla="*/ 36 w 54"/>
                <a:gd name="T51" fmla="*/ 51 h 62"/>
                <a:gd name="T52" fmla="*/ 37 w 54"/>
                <a:gd name="T53" fmla="*/ 52 h 62"/>
                <a:gd name="T54" fmla="*/ 37 w 54"/>
                <a:gd name="T55" fmla="*/ 61 h 62"/>
                <a:gd name="T56" fmla="*/ 54 w 54"/>
                <a:gd name="T57" fmla="*/ 61 h 62"/>
                <a:gd name="T58" fmla="*/ 54 w 54"/>
                <a:gd name="T59" fmla="*/ 57 h 62"/>
                <a:gd name="T60" fmla="*/ 50 w 54"/>
                <a:gd name="T61" fmla="*/ 56 h 62"/>
                <a:gd name="T62" fmla="*/ 48 w 54"/>
                <a:gd name="T63" fmla="*/ 54 h 62"/>
                <a:gd name="T64" fmla="*/ 36 w 54"/>
                <a:gd name="T65" fmla="*/ 41 h 62"/>
                <a:gd name="T66" fmla="*/ 34 w 54"/>
                <a:gd name="T67" fmla="*/ 47 h 62"/>
                <a:gd name="T68" fmla="*/ 29 w 54"/>
                <a:gd name="T69" fmla="*/ 52 h 62"/>
                <a:gd name="T70" fmla="*/ 21 w 54"/>
                <a:gd name="T71" fmla="*/ 54 h 62"/>
                <a:gd name="T72" fmla="*/ 16 w 54"/>
                <a:gd name="T73" fmla="*/ 54 h 62"/>
                <a:gd name="T74" fmla="*/ 12 w 54"/>
                <a:gd name="T75" fmla="*/ 51 h 62"/>
                <a:gd name="T76" fmla="*/ 11 w 54"/>
                <a:gd name="T77" fmla="*/ 45 h 62"/>
                <a:gd name="T78" fmla="*/ 17 w 54"/>
                <a:gd name="T79" fmla="*/ 35 h 62"/>
                <a:gd name="T80" fmla="*/ 36 w 54"/>
                <a:gd name="T81" fmla="*/ 32 h 62"/>
                <a:gd name="T82" fmla="*/ 36 w 54"/>
                <a:gd name="T83" fmla="*/ 4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4" h="62">
                  <a:moveTo>
                    <a:pt x="48" y="54"/>
                  </a:moveTo>
                  <a:cubicBezTo>
                    <a:pt x="48" y="54"/>
                    <a:pt x="47" y="53"/>
                    <a:pt x="47" y="52"/>
                  </a:cubicBezTo>
                  <a:cubicBezTo>
                    <a:pt x="47" y="51"/>
                    <a:pt x="47" y="50"/>
                    <a:pt x="47" y="48"/>
                  </a:cubicBezTo>
                  <a:cubicBezTo>
                    <a:pt x="47" y="47"/>
                    <a:pt x="47" y="45"/>
                    <a:pt x="47" y="42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4"/>
                    <a:pt x="46" y="10"/>
                    <a:pt x="45" y="8"/>
                  </a:cubicBezTo>
                  <a:cubicBezTo>
                    <a:pt x="43" y="5"/>
                    <a:pt x="42" y="3"/>
                    <a:pt x="39" y="2"/>
                  </a:cubicBezTo>
                  <a:cubicBezTo>
                    <a:pt x="37" y="0"/>
                    <a:pt x="33" y="0"/>
                    <a:pt x="29" y="0"/>
                  </a:cubicBezTo>
                  <a:cubicBezTo>
                    <a:pt x="26" y="0"/>
                    <a:pt x="24" y="0"/>
                    <a:pt x="21" y="0"/>
                  </a:cubicBezTo>
                  <a:cubicBezTo>
                    <a:pt x="18" y="1"/>
                    <a:pt x="16" y="2"/>
                    <a:pt x="13" y="3"/>
                  </a:cubicBezTo>
                  <a:cubicBezTo>
                    <a:pt x="10" y="4"/>
                    <a:pt x="7" y="5"/>
                    <a:pt x="3" y="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2"/>
                    <a:pt x="14" y="10"/>
                    <a:pt x="16" y="8"/>
                  </a:cubicBezTo>
                  <a:cubicBezTo>
                    <a:pt x="18" y="6"/>
                    <a:pt x="20" y="5"/>
                    <a:pt x="24" y="5"/>
                  </a:cubicBezTo>
                  <a:cubicBezTo>
                    <a:pt x="27" y="5"/>
                    <a:pt x="29" y="6"/>
                    <a:pt x="31" y="7"/>
                  </a:cubicBezTo>
                  <a:cubicBezTo>
                    <a:pt x="33" y="8"/>
                    <a:pt x="34" y="10"/>
                    <a:pt x="35" y="13"/>
                  </a:cubicBezTo>
                  <a:cubicBezTo>
                    <a:pt x="36" y="15"/>
                    <a:pt x="36" y="18"/>
                    <a:pt x="36" y="23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24" y="27"/>
                    <a:pt x="15" y="29"/>
                    <a:pt x="9" y="33"/>
                  </a:cubicBezTo>
                  <a:cubicBezTo>
                    <a:pt x="3" y="36"/>
                    <a:pt x="0" y="41"/>
                    <a:pt x="0" y="47"/>
                  </a:cubicBezTo>
                  <a:cubicBezTo>
                    <a:pt x="0" y="50"/>
                    <a:pt x="0" y="52"/>
                    <a:pt x="2" y="54"/>
                  </a:cubicBezTo>
                  <a:cubicBezTo>
                    <a:pt x="3" y="57"/>
                    <a:pt x="5" y="58"/>
                    <a:pt x="7" y="60"/>
                  </a:cubicBezTo>
                  <a:cubicBezTo>
                    <a:pt x="10" y="61"/>
                    <a:pt x="12" y="62"/>
                    <a:pt x="16" y="62"/>
                  </a:cubicBezTo>
                  <a:cubicBezTo>
                    <a:pt x="19" y="62"/>
                    <a:pt x="23" y="61"/>
                    <a:pt x="26" y="59"/>
                  </a:cubicBezTo>
                  <a:cubicBezTo>
                    <a:pt x="29" y="58"/>
                    <a:pt x="32" y="55"/>
                    <a:pt x="36" y="51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4" y="57"/>
                    <a:pt x="54" y="57"/>
                    <a:pt x="54" y="57"/>
                  </a:cubicBezTo>
                  <a:cubicBezTo>
                    <a:pt x="52" y="57"/>
                    <a:pt x="51" y="56"/>
                    <a:pt x="50" y="56"/>
                  </a:cubicBezTo>
                  <a:cubicBezTo>
                    <a:pt x="49" y="56"/>
                    <a:pt x="48" y="55"/>
                    <a:pt x="48" y="54"/>
                  </a:cubicBezTo>
                  <a:close/>
                  <a:moveTo>
                    <a:pt x="36" y="41"/>
                  </a:moveTo>
                  <a:cubicBezTo>
                    <a:pt x="36" y="43"/>
                    <a:pt x="35" y="45"/>
                    <a:pt x="34" y="47"/>
                  </a:cubicBezTo>
                  <a:cubicBezTo>
                    <a:pt x="33" y="49"/>
                    <a:pt x="31" y="51"/>
                    <a:pt x="29" y="52"/>
                  </a:cubicBezTo>
                  <a:cubicBezTo>
                    <a:pt x="26" y="54"/>
                    <a:pt x="24" y="54"/>
                    <a:pt x="21" y="54"/>
                  </a:cubicBezTo>
                  <a:cubicBezTo>
                    <a:pt x="19" y="54"/>
                    <a:pt x="17" y="54"/>
                    <a:pt x="16" y="54"/>
                  </a:cubicBezTo>
                  <a:cubicBezTo>
                    <a:pt x="14" y="53"/>
                    <a:pt x="13" y="52"/>
                    <a:pt x="12" y="51"/>
                  </a:cubicBezTo>
                  <a:cubicBezTo>
                    <a:pt x="11" y="49"/>
                    <a:pt x="11" y="48"/>
                    <a:pt x="11" y="45"/>
                  </a:cubicBezTo>
                  <a:cubicBezTo>
                    <a:pt x="11" y="41"/>
                    <a:pt x="13" y="38"/>
                    <a:pt x="17" y="35"/>
                  </a:cubicBezTo>
                  <a:cubicBezTo>
                    <a:pt x="21" y="33"/>
                    <a:pt x="27" y="32"/>
                    <a:pt x="36" y="32"/>
                  </a:cubicBezTo>
                  <a:lnTo>
                    <a:pt x="36" y="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7" name="işļïḑe"/>
            <p:cNvSpPr/>
            <p:nvPr/>
          </p:nvSpPr>
          <p:spPr bwMode="auto">
            <a:xfrm>
              <a:off x="10870538" y="855697"/>
              <a:ext cx="60269" cy="60269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5 w 62"/>
                <a:gd name="T5" fmla="*/ 45 h 61"/>
                <a:gd name="T6" fmla="*/ 55 w 62"/>
                <a:gd name="T7" fmla="*/ 21 h 61"/>
                <a:gd name="T8" fmla="*/ 54 w 62"/>
                <a:gd name="T9" fmla="*/ 13 h 61"/>
                <a:gd name="T10" fmla="*/ 53 w 62"/>
                <a:gd name="T11" fmla="*/ 7 h 61"/>
                <a:gd name="T12" fmla="*/ 49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7 w 62"/>
                <a:gd name="T21" fmla="*/ 4 h 61"/>
                <a:gd name="T22" fmla="*/ 19 w 62"/>
                <a:gd name="T23" fmla="*/ 11 h 61"/>
                <a:gd name="T24" fmla="*/ 18 w 62"/>
                <a:gd name="T25" fmla="*/ 10 h 61"/>
                <a:gd name="T26" fmla="*/ 19 w 62"/>
                <a:gd name="T27" fmla="*/ 0 h 61"/>
                <a:gd name="T28" fmla="*/ 15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5 w 62"/>
                <a:gd name="T35" fmla="*/ 5 h 61"/>
                <a:gd name="T36" fmla="*/ 7 w 62"/>
                <a:gd name="T37" fmla="*/ 7 h 61"/>
                <a:gd name="T38" fmla="*/ 8 w 62"/>
                <a:gd name="T39" fmla="*/ 11 h 61"/>
                <a:gd name="T40" fmla="*/ 8 w 62"/>
                <a:gd name="T41" fmla="*/ 18 h 61"/>
                <a:gd name="T42" fmla="*/ 8 w 62"/>
                <a:gd name="T43" fmla="*/ 45 h 61"/>
                <a:gd name="T44" fmla="*/ 8 w 62"/>
                <a:gd name="T45" fmla="*/ 52 h 61"/>
                <a:gd name="T46" fmla="*/ 6 w 62"/>
                <a:gd name="T47" fmla="*/ 55 h 61"/>
                <a:gd name="T48" fmla="*/ 5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6 w 62"/>
                <a:gd name="T55" fmla="*/ 61 h 61"/>
                <a:gd name="T56" fmla="*/ 26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9 w 62"/>
                <a:gd name="T63" fmla="*/ 45 h 61"/>
                <a:gd name="T64" fmla="*/ 19 w 62"/>
                <a:gd name="T65" fmla="*/ 22 h 61"/>
                <a:gd name="T66" fmla="*/ 20 w 62"/>
                <a:gd name="T67" fmla="*/ 16 h 61"/>
                <a:gd name="T68" fmla="*/ 24 w 62"/>
                <a:gd name="T69" fmla="*/ 12 h 61"/>
                <a:gd name="T70" fmla="*/ 29 w 62"/>
                <a:gd name="T71" fmla="*/ 8 h 61"/>
                <a:gd name="T72" fmla="*/ 33 w 62"/>
                <a:gd name="T73" fmla="*/ 7 h 61"/>
                <a:gd name="T74" fmla="*/ 37 w 62"/>
                <a:gd name="T75" fmla="*/ 8 h 61"/>
                <a:gd name="T76" fmla="*/ 40 w 62"/>
                <a:gd name="T77" fmla="*/ 9 h 61"/>
                <a:gd name="T78" fmla="*/ 42 w 62"/>
                <a:gd name="T79" fmla="*/ 11 h 61"/>
                <a:gd name="T80" fmla="*/ 43 w 62"/>
                <a:gd name="T81" fmla="*/ 15 h 61"/>
                <a:gd name="T82" fmla="*/ 44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4 w 62"/>
                <a:gd name="T89" fmla="*/ 51 h 61"/>
                <a:gd name="T90" fmla="*/ 43 w 62"/>
                <a:gd name="T91" fmla="*/ 55 h 61"/>
                <a:gd name="T92" fmla="*/ 41 w 62"/>
                <a:gd name="T93" fmla="*/ 56 h 61"/>
                <a:gd name="T94" fmla="*/ 38 w 62"/>
                <a:gd name="T95" fmla="*/ 57 h 61"/>
                <a:gd name="T96" fmla="*/ 38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8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6" y="53"/>
                    <a:pt x="56" y="52"/>
                    <a:pt x="55" y="51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18"/>
                    <a:pt x="55" y="15"/>
                    <a:pt x="54" y="13"/>
                  </a:cubicBezTo>
                  <a:cubicBezTo>
                    <a:pt x="54" y="10"/>
                    <a:pt x="53" y="9"/>
                    <a:pt x="53" y="7"/>
                  </a:cubicBezTo>
                  <a:cubicBezTo>
                    <a:pt x="52" y="5"/>
                    <a:pt x="51" y="4"/>
                    <a:pt x="49" y="3"/>
                  </a:cubicBezTo>
                  <a:cubicBezTo>
                    <a:pt x="48" y="2"/>
                    <a:pt x="46" y="1"/>
                    <a:pt x="44" y="0"/>
                  </a:cubicBezTo>
                  <a:cubicBezTo>
                    <a:pt x="43" y="0"/>
                    <a:pt x="41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7" y="4"/>
                  </a:cubicBezTo>
                  <a:cubicBezTo>
                    <a:pt x="25" y="5"/>
                    <a:pt x="22" y="7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8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8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20" y="54"/>
                    <a:pt x="19" y="52"/>
                  </a:cubicBezTo>
                  <a:cubicBezTo>
                    <a:pt x="19" y="51"/>
                    <a:pt x="19" y="48"/>
                    <a:pt x="19" y="45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0"/>
                    <a:pt x="19" y="18"/>
                    <a:pt x="20" y="16"/>
                  </a:cubicBezTo>
                  <a:cubicBezTo>
                    <a:pt x="21" y="15"/>
                    <a:pt x="22" y="13"/>
                    <a:pt x="24" y="12"/>
                  </a:cubicBezTo>
                  <a:cubicBezTo>
                    <a:pt x="26" y="10"/>
                    <a:pt x="27" y="9"/>
                    <a:pt x="29" y="8"/>
                  </a:cubicBezTo>
                  <a:cubicBezTo>
                    <a:pt x="30" y="8"/>
                    <a:pt x="32" y="7"/>
                    <a:pt x="33" y="7"/>
                  </a:cubicBezTo>
                  <a:cubicBezTo>
                    <a:pt x="35" y="7"/>
                    <a:pt x="36" y="7"/>
                    <a:pt x="37" y="8"/>
                  </a:cubicBezTo>
                  <a:cubicBezTo>
                    <a:pt x="38" y="8"/>
                    <a:pt x="39" y="9"/>
                    <a:pt x="40" y="9"/>
                  </a:cubicBezTo>
                  <a:cubicBezTo>
                    <a:pt x="41" y="10"/>
                    <a:pt x="41" y="11"/>
                    <a:pt x="42" y="11"/>
                  </a:cubicBezTo>
                  <a:cubicBezTo>
                    <a:pt x="42" y="12"/>
                    <a:pt x="43" y="13"/>
                    <a:pt x="43" y="15"/>
                  </a:cubicBezTo>
                  <a:cubicBezTo>
                    <a:pt x="44" y="16"/>
                    <a:pt x="44" y="18"/>
                    <a:pt x="44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4" y="51"/>
                  </a:cubicBezTo>
                  <a:cubicBezTo>
                    <a:pt x="44" y="53"/>
                    <a:pt x="43" y="54"/>
                    <a:pt x="43" y="55"/>
                  </a:cubicBezTo>
                  <a:cubicBezTo>
                    <a:pt x="42" y="55"/>
                    <a:pt x="42" y="56"/>
                    <a:pt x="41" y="56"/>
                  </a:cubicBezTo>
                  <a:cubicBezTo>
                    <a:pt x="40" y="57"/>
                    <a:pt x="39" y="57"/>
                    <a:pt x="38" y="57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9" y="56"/>
                    <a:pt x="58" y="56"/>
                  </a:cubicBezTo>
                  <a:cubicBezTo>
                    <a:pt x="57" y="55"/>
                    <a:pt x="57" y="55"/>
                    <a:pt x="56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8" name="íṡḷîdê"/>
            <p:cNvSpPr/>
            <p:nvPr/>
          </p:nvSpPr>
          <p:spPr bwMode="auto">
            <a:xfrm>
              <a:off x="10939417" y="855697"/>
              <a:ext cx="56579" cy="87329"/>
            </a:xfrm>
            <a:custGeom>
              <a:avLst/>
              <a:gdLst>
                <a:gd name="T0" fmla="*/ 17 w 58"/>
                <a:gd name="T1" fmla="*/ 1 h 88"/>
                <a:gd name="T2" fmla="*/ 5 w 58"/>
                <a:gd name="T3" fmla="*/ 11 h 88"/>
                <a:gd name="T4" fmla="*/ 6 w 58"/>
                <a:gd name="T5" fmla="*/ 31 h 88"/>
                <a:gd name="T6" fmla="*/ 5 w 58"/>
                <a:gd name="T7" fmla="*/ 45 h 88"/>
                <a:gd name="T8" fmla="*/ 5 w 58"/>
                <a:gd name="T9" fmla="*/ 57 h 88"/>
                <a:gd name="T10" fmla="*/ 2 w 58"/>
                <a:gd name="T11" fmla="*/ 66 h 88"/>
                <a:gd name="T12" fmla="*/ 2 w 58"/>
                <a:gd name="T13" fmla="*/ 81 h 88"/>
                <a:gd name="T14" fmla="*/ 16 w 58"/>
                <a:gd name="T15" fmla="*/ 88 h 88"/>
                <a:gd name="T16" fmla="*/ 43 w 58"/>
                <a:gd name="T17" fmla="*/ 86 h 88"/>
                <a:gd name="T18" fmla="*/ 56 w 58"/>
                <a:gd name="T19" fmla="*/ 68 h 88"/>
                <a:gd name="T20" fmla="*/ 48 w 58"/>
                <a:gd name="T21" fmla="*/ 55 h 88"/>
                <a:gd name="T22" fmla="*/ 22 w 58"/>
                <a:gd name="T23" fmla="*/ 53 h 88"/>
                <a:gd name="T24" fmla="*/ 13 w 58"/>
                <a:gd name="T25" fmla="*/ 50 h 88"/>
                <a:gd name="T26" fmla="*/ 17 w 58"/>
                <a:gd name="T27" fmla="*/ 40 h 88"/>
                <a:gd name="T28" fmla="*/ 44 w 58"/>
                <a:gd name="T29" fmla="*/ 36 h 88"/>
                <a:gd name="T30" fmla="*/ 49 w 58"/>
                <a:gd name="T31" fmla="*/ 13 h 88"/>
                <a:gd name="T32" fmla="*/ 46 w 58"/>
                <a:gd name="T33" fmla="*/ 7 h 88"/>
                <a:gd name="T34" fmla="*/ 58 w 58"/>
                <a:gd name="T35" fmla="*/ 1 h 88"/>
                <a:gd name="T36" fmla="*/ 27 w 58"/>
                <a:gd name="T37" fmla="*/ 0 h 88"/>
                <a:gd name="T38" fmla="*/ 25 w 58"/>
                <a:gd name="T39" fmla="*/ 62 h 88"/>
                <a:gd name="T40" fmla="*/ 40 w 58"/>
                <a:gd name="T41" fmla="*/ 63 h 88"/>
                <a:gd name="T42" fmla="*/ 45 w 58"/>
                <a:gd name="T43" fmla="*/ 68 h 88"/>
                <a:gd name="T44" fmla="*/ 44 w 58"/>
                <a:gd name="T45" fmla="*/ 78 h 88"/>
                <a:gd name="T46" fmla="*/ 28 w 58"/>
                <a:gd name="T47" fmla="*/ 84 h 88"/>
                <a:gd name="T48" fmla="*/ 10 w 58"/>
                <a:gd name="T49" fmla="*/ 73 h 88"/>
                <a:gd name="T50" fmla="*/ 16 w 58"/>
                <a:gd name="T51" fmla="*/ 62 h 88"/>
                <a:gd name="T52" fmla="*/ 38 w 58"/>
                <a:gd name="T53" fmla="*/ 27 h 88"/>
                <a:gd name="T54" fmla="*/ 32 w 58"/>
                <a:gd name="T55" fmla="*/ 35 h 88"/>
                <a:gd name="T56" fmla="*/ 18 w 58"/>
                <a:gd name="T57" fmla="*/ 32 h 88"/>
                <a:gd name="T58" fmla="*/ 18 w 58"/>
                <a:gd name="T59" fmla="*/ 8 h 88"/>
                <a:gd name="T60" fmla="*/ 33 w 58"/>
                <a:gd name="T61" fmla="*/ 6 h 88"/>
                <a:gd name="T62" fmla="*/ 39 w 58"/>
                <a:gd name="T63" fmla="*/ 2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8" h="88">
                  <a:moveTo>
                    <a:pt x="27" y="0"/>
                  </a:moveTo>
                  <a:cubicBezTo>
                    <a:pt x="23" y="0"/>
                    <a:pt x="20" y="0"/>
                    <a:pt x="17" y="1"/>
                  </a:cubicBezTo>
                  <a:cubicBezTo>
                    <a:pt x="15" y="2"/>
                    <a:pt x="12" y="3"/>
                    <a:pt x="10" y="5"/>
                  </a:cubicBezTo>
                  <a:cubicBezTo>
                    <a:pt x="8" y="7"/>
                    <a:pt x="6" y="9"/>
                    <a:pt x="5" y="11"/>
                  </a:cubicBezTo>
                  <a:cubicBezTo>
                    <a:pt x="4" y="14"/>
                    <a:pt x="3" y="17"/>
                    <a:pt x="3" y="21"/>
                  </a:cubicBezTo>
                  <a:cubicBezTo>
                    <a:pt x="3" y="25"/>
                    <a:pt x="4" y="28"/>
                    <a:pt x="6" y="31"/>
                  </a:cubicBezTo>
                  <a:cubicBezTo>
                    <a:pt x="7" y="34"/>
                    <a:pt x="9" y="36"/>
                    <a:pt x="12" y="38"/>
                  </a:cubicBezTo>
                  <a:cubicBezTo>
                    <a:pt x="9" y="41"/>
                    <a:pt x="7" y="43"/>
                    <a:pt x="5" y="45"/>
                  </a:cubicBezTo>
                  <a:cubicBezTo>
                    <a:pt x="4" y="47"/>
                    <a:pt x="3" y="49"/>
                    <a:pt x="3" y="51"/>
                  </a:cubicBezTo>
                  <a:cubicBezTo>
                    <a:pt x="3" y="54"/>
                    <a:pt x="4" y="55"/>
                    <a:pt x="5" y="57"/>
                  </a:cubicBezTo>
                  <a:cubicBezTo>
                    <a:pt x="6" y="58"/>
                    <a:pt x="8" y="60"/>
                    <a:pt x="10" y="60"/>
                  </a:cubicBezTo>
                  <a:cubicBezTo>
                    <a:pt x="7" y="62"/>
                    <a:pt x="4" y="64"/>
                    <a:pt x="2" y="66"/>
                  </a:cubicBezTo>
                  <a:cubicBezTo>
                    <a:pt x="1" y="68"/>
                    <a:pt x="0" y="71"/>
                    <a:pt x="0" y="73"/>
                  </a:cubicBezTo>
                  <a:cubicBezTo>
                    <a:pt x="0" y="76"/>
                    <a:pt x="0" y="79"/>
                    <a:pt x="2" y="81"/>
                  </a:cubicBezTo>
                  <a:cubicBezTo>
                    <a:pt x="3" y="82"/>
                    <a:pt x="5" y="84"/>
                    <a:pt x="7" y="85"/>
                  </a:cubicBezTo>
                  <a:cubicBezTo>
                    <a:pt x="10" y="86"/>
                    <a:pt x="13" y="87"/>
                    <a:pt x="16" y="88"/>
                  </a:cubicBezTo>
                  <a:cubicBezTo>
                    <a:pt x="20" y="88"/>
                    <a:pt x="24" y="88"/>
                    <a:pt x="28" y="88"/>
                  </a:cubicBezTo>
                  <a:cubicBezTo>
                    <a:pt x="34" y="88"/>
                    <a:pt x="39" y="88"/>
                    <a:pt x="43" y="86"/>
                  </a:cubicBezTo>
                  <a:cubicBezTo>
                    <a:pt x="47" y="84"/>
                    <a:pt x="50" y="82"/>
                    <a:pt x="53" y="79"/>
                  </a:cubicBezTo>
                  <a:cubicBezTo>
                    <a:pt x="55" y="76"/>
                    <a:pt x="56" y="72"/>
                    <a:pt x="56" y="68"/>
                  </a:cubicBezTo>
                  <a:cubicBezTo>
                    <a:pt x="56" y="65"/>
                    <a:pt x="55" y="62"/>
                    <a:pt x="54" y="60"/>
                  </a:cubicBezTo>
                  <a:cubicBezTo>
                    <a:pt x="53" y="58"/>
                    <a:pt x="51" y="56"/>
                    <a:pt x="48" y="55"/>
                  </a:cubicBezTo>
                  <a:cubicBezTo>
                    <a:pt x="45" y="53"/>
                    <a:pt x="42" y="53"/>
                    <a:pt x="37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0" y="53"/>
                    <a:pt x="17" y="52"/>
                    <a:pt x="16" y="52"/>
                  </a:cubicBezTo>
                  <a:cubicBezTo>
                    <a:pt x="15" y="52"/>
                    <a:pt x="14" y="51"/>
                    <a:pt x="13" y="50"/>
                  </a:cubicBezTo>
                  <a:cubicBezTo>
                    <a:pt x="12" y="50"/>
                    <a:pt x="12" y="48"/>
                    <a:pt x="12" y="47"/>
                  </a:cubicBezTo>
                  <a:cubicBezTo>
                    <a:pt x="12" y="45"/>
                    <a:pt x="14" y="42"/>
                    <a:pt x="17" y="40"/>
                  </a:cubicBezTo>
                  <a:cubicBezTo>
                    <a:pt x="19" y="41"/>
                    <a:pt x="22" y="41"/>
                    <a:pt x="26" y="41"/>
                  </a:cubicBezTo>
                  <a:cubicBezTo>
                    <a:pt x="34" y="41"/>
                    <a:pt x="39" y="39"/>
                    <a:pt x="44" y="36"/>
                  </a:cubicBezTo>
                  <a:cubicBezTo>
                    <a:pt x="48" y="32"/>
                    <a:pt x="50" y="27"/>
                    <a:pt x="50" y="20"/>
                  </a:cubicBezTo>
                  <a:cubicBezTo>
                    <a:pt x="50" y="17"/>
                    <a:pt x="50" y="15"/>
                    <a:pt x="49" y="13"/>
                  </a:cubicBezTo>
                  <a:cubicBezTo>
                    <a:pt x="48" y="10"/>
                    <a:pt x="47" y="9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3" y="0"/>
                    <a:pt x="30" y="0"/>
                    <a:pt x="27" y="0"/>
                  </a:cubicBezTo>
                  <a:close/>
                  <a:moveTo>
                    <a:pt x="16" y="62"/>
                  </a:moveTo>
                  <a:cubicBezTo>
                    <a:pt x="19" y="62"/>
                    <a:pt x="22" y="62"/>
                    <a:pt x="25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7" y="62"/>
                    <a:pt x="39" y="62"/>
                    <a:pt x="40" y="63"/>
                  </a:cubicBezTo>
                  <a:cubicBezTo>
                    <a:pt x="42" y="63"/>
                    <a:pt x="43" y="64"/>
                    <a:pt x="44" y="65"/>
                  </a:cubicBezTo>
                  <a:cubicBezTo>
                    <a:pt x="44" y="66"/>
                    <a:pt x="45" y="67"/>
                    <a:pt x="45" y="68"/>
                  </a:cubicBezTo>
                  <a:cubicBezTo>
                    <a:pt x="46" y="69"/>
                    <a:pt x="46" y="70"/>
                    <a:pt x="46" y="71"/>
                  </a:cubicBezTo>
                  <a:cubicBezTo>
                    <a:pt x="46" y="74"/>
                    <a:pt x="45" y="76"/>
                    <a:pt x="44" y="78"/>
                  </a:cubicBezTo>
                  <a:cubicBezTo>
                    <a:pt x="42" y="80"/>
                    <a:pt x="40" y="81"/>
                    <a:pt x="37" y="82"/>
                  </a:cubicBezTo>
                  <a:cubicBezTo>
                    <a:pt x="35" y="83"/>
                    <a:pt x="32" y="84"/>
                    <a:pt x="28" y="84"/>
                  </a:cubicBezTo>
                  <a:cubicBezTo>
                    <a:pt x="22" y="84"/>
                    <a:pt x="17" y="83"/>
                    <a:pt x="14" y="81"/>
                  </a:cubicBezTo>
                  <a:cubicBezTo>
                    <a:pt x="11" y="79"/>
                    <a:pt x="10" y="76"/>
                    <a:pt x="10" y="73"/>
                  </a:cubicBezTo>
                  <a:cubicBezTo>
                    <a:pt x="10" y="70"/>
                    <a:pt x="10" y="68"/>
                    <a:pt x="11" y="67"/>
                  </a:cubicBezTo>
                  <a:cubicBezTo>
                    <a:pt x="12" y="65"/>
                    <a:pt x="14" y="63"/>
                    <a:pt x="16" y="62"/>
                  </a:cubicBezTo>
                  <a:close/>
                  <a:moveTo>
                    <a:pt x="39" y="21"/>
                  </a:moveTo>
                  <a:cubicBezTo>
                    <a:pt x="39" y="23"/>
                    <a:pt x="38" y="25"/>
                    <a:pt x="38" y="27"/>
                  </a:cubicBezTo>
                  <a:cubicBezTo>
                    <a:pt x="38" y="28"/>
                    <a:pt x="37" y="30"/>
                    <a:pt x="36" y="31"/>
                  </a:cubicBezTo>
                  <a:cubicBezTo>
                    <a:pt x="35" y="33"/>
                    <a:pt x="34" y="34"/>
                    <a:pt x="32" y="35"/>
                  </a:cubicBezTo>
                  <a:cubicBezTo>
                    <a:pt x="31" y="36"/>
                    <a:pt x="29" y="36"/>
                    <a:pt x="27" y="36"/>
                  </a:cubicBezTo>
                  <a:cubicBezTo>
                    <a:pt x="23" y="36"/>
                    <a:pt x="20" y="35"/>
                    <a:pt x="18" y="32"/>
                  </a:cubicBezTo>
                  <a:cubicBezTo>
                    <a:pt x="16" y="29"/>
                    <a:pt x="14" y="25"/>
                    <a:pt x="14" y="20"/>
                  </a:cubicBezTo>
                  <a:cubicBezTo>
                    <a:pt x="14" y="15"/>
                    <a:pt x="16" y="11"/>
                    <a:pt x="18" y="8"/>
                  </a:cubicBezTo>
                  <a:cubicBezTo>
                    <a:pt x="20" y="6"/>
                    <a:pt x="23" y="4"/>
                    <a:pt x="27" y="4"/>
                  </a:cubicBezTo>
                  <a:cubicBezTo>
                    <a:pt x="29" y="4"/>
                    <a:pt x="31" y="5"/>
                    <a:pt x="33" y="6"/>
                  </a:cubicBezTo>
                  <a:cubicBezTo>
                    <a:pt x="35" y="7"/>
                    <a:pt x="36" y="9"/>
                    <a:pt x="37" y="12"/>
                  </a:cubicBezTo>
                  <a:cubicBezTo>
                    <a:pt x="38" y="14"/>
                    <a:pt x="39" y="17"/>
                    <a:pt x="39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9" name="iSḷîḋè"/>
            <p:cNvSpPr/>
            <p:nvPr/>
          </p:nvSpPr>
          <p:spPr bwMode="auto">
            <a:xfrm>
              <a:off x="11062686" y="830687"/>
              <a:ext cx="69699" cy="86509"/>
            </a:xfrm>
            <a:custGeom>
              <a:avLst/>
              <a:gdLst>
                <a:gd name="T0" fmla="*/ 47 w 72"/>
                <a:gd name="T1" fmla="*/ 3 h 87"/>
                <a:gd name="T2" fmla="*/ 52 w 72"/>
                <a:gd name="T3" fmla="*/ 5 h 87"/>
                <a:gd name="T4" fmla="*/ 54 w 72"/>
                <a:gd name="T5" fmla="*/ 8 h 87"/>
                <a:gd name="T6" fmla="*/ 54 w 72"/>
                <a:gd name="T7" fmla="*/ 16 h 87"/>
                <a:gd name="T8" fmla="*/ 54 w 72"/>
                <a:gd name="T9" fmla="*/ 55 h 87"/>
                <a:gd name="T10" fmla="*/ 53 w 72"/>
                <a:gd name="T11" fmla="*/ 67 h 87"/>
                <a:gd name="T12" fmla="*/ 50 w 72"/>
                <a:gd name="T13" fmla="*/ 75 h 87"/>
                <a:gd name="T14" fmla="*/ 45 w 72"/>
                <a:gd name="T15" fmla="*/ 79 h 87"/>
                <a:gd name="T16" fmla="*/ 37 w 72"/>
                <a:gd name="T17" fmla="*/ 81 h 87"/>
                <a:gd name="T18" fmla="*/ 29 w 72"/>
                <a:gd name="T19" fmla="*/ 80 h 87"/>
                <a:gd name="T20" fmla="*/ 24 w 72"/>
                <a:gd name="T21" fmla="*/ 77 h 87"/>
                <a:gd name="T22" fmla="*/ 20 w 72"/>
                <a:gd name="T23" fmla="*/ 70 h 87"/>
                <a:gd name="T24" fmla="*/ 19 w 72"/>
                <a:gd name="T25" fmla="*/ 60 h 87"/>
                <a:gd name="T26" fmla="*/ 19 w 72"/>
                <a:gd name="T27" fmla="*/ 16 h 87"/>
                <a:gd name="T28" fmla="*/ 19 w 72"/>
                <a:gd name="T29" fmla="*/ 8 h 87"/>
                <a:gd name="T30" fmla="*/ 21 w 72"/>
                <a:gd name="T31" fmla="*/ 5 h 87"/>
                <a:gd name="T32" fmla="*/ 26 w 72"/>
                <a:gd name="T33" fmla="*/ 3 h 87"/>
                <a:gd name="T34" fmla="*/ 26 w 72"/>
                <a:gd name="T35" fmla="*/ 0 h 87"/>
                <a:gd name="T36" fmla="*/ 0 w 72"/>
                <a:gd name="T37" fmla="*/ 0 h 87"/>
                <a:gd name="T38" fmla="*/ 0 w 72"/>
                <a:gd name="T39" fmla="*/ 3 h 87"/>
                <a:gd name="T40" fmla="*/ 4 w 72"/>
                <a:gd name="T41" fmla="*/ 5 h 87"/>
                <a:gd name="T42" fmla="*/ 6 w 72"/>
                <a:gd name="T43" fmla="*/ 6 h 87"/>
                <a:gd name="T44" fmla="*/ 6 w 72"/>
                <a:gd name="T45" fmla="*/ 9 h 87"/>
                <a:gd name="T46" fmla="*/ 7 w 72"/>
                <a:gd name="T47" fmla="*/ 16 h 87"/>
                <a:gd name="T48" fmla="*/ 7 w 72"/>
                <a:gd name="T49" fmla="*/ 57 h 87"/>
                <a:gd name="T50" fmla="*/ 8 w 72"/>
                <a:gd name="T51" fmla="*/ 70 h 87"/>
                <a:gd name="T52" fmla="*/ 13 w 72"/>
                <a:gd name="T53" fmla="*/ 79 h 87"/>
                <a:gd name="T54" fmla="*/ 22 w 72"/>
                <a:gd name="T55" fmla="*/ 85 h 87"/>
                <a:gd name="T56" fmla="*/ 35 w 72"/>
                <a:gd name="T57" fmla="*/ 87 h 87"/>
                <a:gd name="T58" fmla="*/ 46 w 72"/>
                <a:gd name="T59" fmla="*/ 85 h 87"/>
                <a:gd name="T60" fmla="*/ 54 w 72"/>
                <a:gd name="T61" fmla="*/ 82 h 87"/>
                <a:gd name="T62" fmla="*/ 60 w 72"/>
                <a:gd name="T63" fmla="*/ 76 h 87"/>
                <a:gd name="T64" fmla="*/ 63 w 72"/>
                <a:gd name="T65" fmla="*/ 68 h 87"/>
                <a:gd name="T66" fmla="*/ 64 w 72"/>
                <a:gd name="T67" fmla="*/ 56 h 87"/>
                <a:gd name="T68" fmla="*/ 64 w 72"/>
                <a:gd name="T69" fmla="*/ 16 h 87"/>
                <a:gd name="T70" fmla="*/ 65 w 72"/>
                <a:gd name="T71" fmla="*/ 8 h 87"/>
                <a:gd name="T72" fmla="*/ 67 w 72"/>
                <a:gd name="T73" fmla="*/ 5 h 87"/>
                <a:gd name="T74" fmla="*/ 72 w 72"/>
                <a:gd name="T75" fmla="*/ 3 h 87"/>
                <a:gd name="T76" fmla="*/ 72 w 72"/>
                <a:gd name="T77" fmla="*/ 0 h 87"/>
                <a:gd name="T78" fmla="*/ 47 w 72"/>
                <a:gd name="T79" fmla="*/ 0 h 87"/>
                <a:gd name="T80" fmla="*/ 47 w 72"/>
                <a:gd name="T81" fmla="*/ 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2" h="87">
                  <a:moveTo>
                    <a:pt x="47" y="3"/>
                  </a:moveTo>
                  <a:cubicBezTo>
                    <a:pt x="49" y="4"/>
                    <a:pt x="51" y="5"/>
                    <a:pt x="52" y="5"/>
                  </a:cubicBezTo>
                  <a:cubicBezTo>
                    <a:pt x="53" y="6"/>
                    <a:pt x="53" y="7"/>
                    <a:pt x="54" y="8"/>
                  </a:cubicBezTo>
                  <a:cubicBezTo>
                    <a:pt x="54" y="10"/>
                    <a:pt x="54" y="12"/>
                    <a:pt x="54" y="16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60"/>
                    <a:pt x="54" y="64"/>
                    <a:pt x="53" y="67"/>
                  </a:cubicBezTo>
                  <a:cubicBezTo>
                    <a:pt x="53" y="70"/>
                    <a:pt x="52" y="73"/>
                    <a:pt x="50" y="75"/>
                  </a:cubicBezTo>
                  <a:cubicBezTo>
                    <a:pt x="49" y="77"/>
                    <a:pt x="47" y="78"/>
                    <a:pt x="45" y="79"/>
                  </a:cubicBezTo>
                  <a:cubicBezTo>
                    <a:pt x="42" y="81"/>
                    <a:pt x="40" y="81"/>
                    <a:pt x="37" y="81"/>
                  </a:cubicBezTo>
                  <a:cubicBezTo>
                    <a:pt x="34" y="81"/>
                    <a:pt x="31" y="81"/>
                    <a:pt x="29" y="80"/>
                  </a:cubicBezTo>
                  <a:cubicBezTo>
                    <a:pt x="27" y="79"/>
                    <a:pt x="25" y="78"/>
                    <a:pt x="24" y="77"/>
                  </a:cubicBezTo>
                  <a:cubicBezTo>
                    <a:pt x="22" y="75"/>
                    <a:pt x="21" y="73"/>
                    <a:pt x="20" y="70"/>
                  </a:cubicBezTo>
                  <a:cubicBezTo>
                    <a:pt x="19" y="68"/>
                    <a:pt x="19" y="64"/>
                    <a:pt x="19" y="6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2"/>
                    <a:pt x="19" y="10"/>
                    <a:pt x="19" y="8"/>
                  </a:cubicBezTo>
                  <a:cubicBezTo>
                    <a:pt x="20" y="7"/>
                    <a:pt x="20" y="6"/>
                    <a:pt x="21" y="5"/>
                  </a:cubicBezTo>
                  <a:cubicBezTo>
                    <a:pt x="22" y="4"/>
                    <a:pt x="24" y="4"/>
                    <a:pt x="26" y="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4"/>
                    <a:pt x="3" y="4"/>
                    <a:pt x="4" y="5"/>
                  </a:cubicBezTo>
                  <a:cubicBezTo>
                    <a:pt x="5" y="5"/>
                    <a:pt x="5" y="6"/>
                    <a:pt x="6" y="6"/>
                  </a:cubicBezTo>
                  <a:cubicBezTo>
                    <a:pt x="6" y="7"/>
                    <a:pt x="6" y="8"/>
                    <a:pt x="6" y="9"/>
                  </a:cubicBezTo>
                  <a:cubicBezTo>
                    <a:pt x="7" y="10"/>
                    <a:pt x="7" y="12"/>
                    <a:pt x="7" y="16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62"/>
                    <a:pt x="7" y="67"/>
                    <a:pt x="8" y="70"/>
                  </a:cubicBezTo>
                  <a:cubicBezTo>
                    <a:pt x="9" y="74"/>
                    <a:pt x="11" y="77"/>
                    <a:pt x="13" y="79"/>
                  </a:cubicBezTo>
                  <a:cubicBezTo>
                    <a:pt x="16" y="82"/>
                    <a:pt x="19" y="84"/>
                    <a:pt x="22" y="85"/>
                  </a:cubicBezTo>
                  <a:cubicBezTo>
                    <a:pt x="26" y="86"/>
                    <a:pt x="30" y="87"/>
                    <a:pt x="35" y="87"/>
                  </a:cubicBezTo>
                  <a:cubicBezTo>
                    <a:pt x="40" y="87"/>
                    <a:pt x="43" y="86"/>
                    <a:pt x="46" y="85"/>
                  </a:cubicBezTo>
                  <a:cubicBezTo>
                    <a:pt x="49" y="84"/>
                    <a:pt x="52" y="83"/>
                    <a:pt x="54" y="82"/>
                  </a:cubicBezTo>
                  <a:cubicBezTo>
                    <a:pt x="56" y="80"/>
                    <a:pt x="58" y="78"/>
                    <a:pt x="60" y="76"/>
                  </a:cubicBezTo>
                  <a:cubicBezTo>
                    <a:pt x="61" y="74"/>
                    <a:pt x="62" y="71"/>
                    <a:pt x="63" y="68"/>
                  </a:cubicBezTo>
                  <a:cubicBezTo>
                    <a:pt x="64" y="64"/>
                    <a:pt x="64" y="61"/>
                    <a:pt x="64" y="5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2"/>
                    <a:pt x="65" y="10"/>
                    <a:pt x="65" y="8"/>
                  </a:cubicBezTo>
                  <a:cubicBezTo>
                    <a:pt x="65" y="7"/>
                    <a:pt x="66" y="6"/>
                    <a:pt x="67" y="5"/>
                  </a:cubicBezTo>
                  <a:cubicBezTo>
                    <a:pt x="68" y="4"/>
                    <a:pt x="69" y="4"/>
                    <a:pt x="72" y="3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0" name="íšlíďè"/>
            <p:cNvSpPr/>
            <p:nvPr/>
          </p:nvSpPr>
          <p:spPr bwMode="auto">
            <a:xfrm>
              <a:off x="11142225" y="855697"/>
              <a:ext cx="60269" cy="60269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5 w 62"/>
                <a:gd name="T5" fmla="*/ 45 h 61"/>
                <a:gd name="T6" fmla="*/ 55 w 62"/>
                <a:gd name="T7" fmla="*/ 21 h 61"/>
                <a:gd name="T8" fmla="*/ 54 w 62"/>
                <a:gd name="T9" fmla="*/ 13 h 61"/>
                <a:gd name="T10" fmla="*/ 52 w 62"/>
                <a:gd name="T11" fmla="*/ 7 h 61"/>
                <a:gd name="T12" fmla="*/ 49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6 w 62"/>
                <a:gd name="T21" fmla="*/ 4 h 61"/>
                <a:gd name="T22" fmla="*/ 19 w 62"/>
                <a:gd name="T23" fmla="*/ 11 h 61"/>
                <a:gd name="T24" fmla="*/ 18 w 62"/>
                <a:gd name="T25" fmla="*/ 10 h 61"/>
                <a:gd name="T26" fmla="*/ 19 w 62"/>
                <a:gd name="T27" fmla="*/ 0 h 61"/>
                <a:gd name="T28" fmla="*/ 15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5 w 62"/>
                <a:gd name="T35" fmla="*/ 5 h 61"/>
                <a:gd name="T36" fmla="*/ 7 w 62"/>
                <a:gd name="T37" fmla="*/ 7 h 61"/>
                <a:gd name="T38" fmla="*/ 8 w 62"/>
                <a:gd name="T39" fmla="*/ 11 h 61"/>
                <a:gd name="T40" fmla="*/ 8 w 62"/>
                <a:gd name="T41" fmla="*/ 18 h 61"/>
                <a:gd name="T42" fmla="*/ 8 w 62"/>
                <a:gd name="T43" fmla="*/ 45 h 61"/>
                <a:gd name="T44" fmla="*/ 7 w 62"/>
                <a:gd name="T45" fmla="*/ 52 h 61"/>
                <a:gd name="T46" fmla="*/ 6 w 62"/>
                <a:gd name="T47" fmla="*/ 55 h 61"/>
                <a:gd name="T48" fmla="*/ 5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6 w 62"/>
                <a:gd name="T55" fmla="*/ 61 h 61"/>
                <a:gd name="T56" fmla="*/ 26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9 w 62"/>
                <a:gd name="T63" fmla="*/ 45 h 61"/>
                <a:gd name="T64" fmla="*/ 19 w 62"/>
                <a:gd name="T65" fmla="*/ 22 h 61"/>
                <a:gd name="T66" fmla="*/ 20 w 62"/>
                <a:gd name="T67" fmla="*/ 16 h 61"/>
                <a:gd name="T68" fmla="*/ 24 w 62"/>
                <a:gd name="T69" fmla="*/ 12 h 61"/>
                <a:gd name="T70" fmla="*/ 28 w 62"/>
                <a:gd name="T71" fmla="*/ 8 h 61"/>
                <a:gd name="T72" fmla="*/ 33 w 62"/>
                <a:gd name="T73" fmla="*/ 7 h 61"/>
                <a:gd name="T74" fmla="*/ 37 w 62"/>
                <a:gd name="T75" fmla="*/ 8 h 61"/>
                <a:gd name="T76" fmla="*/ 40 w 62"/>
                <a:gd name="T77" fmla="*/ 9 h 61"/>
                <a:gd name="T78" fmla="*/ 42 w 62"/>
                <a:gd name="T79" fmla="*/ 11 h 61"/>
                <a:gd name="T80" fmla="*/ 43 w 62"/>
                <a:gd name="T81" fmla="*/ 15 h 61"/>
                <a:gd name="T82" fmla="*/ 44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4 w 62"/>
                <a:gd name="T89" fmla="*/ 51 h 61"/>
                <a:gd name="T90" fmla="*/ 43 w 62"/>
                <a:gd name="T91" fmla="*/ 55 h 61"/>
                <a:gd name="T92" fmla="*/ 41 w 62"/>
                <a:gd name="T93" fmla="*/ 56 h 61"/>
                <a:gd name="T94" fmla="*/ 37 w 62"/>
                <a:gd name="T95" fmla="*/ 57 h 61"/>
                <a:gd name="T96" fmla="*/ 37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8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6" y="53"/>
                    <a:pt x="55" y="52"/>
                    <a:pt x="55" y="51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18"/>
                    <a:pt x="55" y="15"/>
                    <a:pt x="54" y="13"/>
                  </a:cubicBezTo>
                  <a:cubicBezTo>
                    <a:pt x="54" y="10"/>
                    <a:pt x="53" y="9"/>
                    <a:pt x="52" y="7"/>
                  </a:cubicBezTo>
                  <a:cubicBezTo>
                    <a:pt x="52" y="5"/>
                    <a:pt x="50" y="4"/>
                    <a:pt x="49" y="3"/>
                  </a:cubicBezTo>
                  <a:cubicBezTo>
                    <a:pt x="48" y="2"/>
                    <a:pt x="46" y="1"/>
                    <a:pt x="44" y="0"/>
                  </a:cubicBezTo>
                  <a:cubicBezTo>
                    <a:pt x="43" y="0"/>
                    <a:pt x="41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6" y="4"/>
                  </a:cubicBezTo>
                  <a:cubicBezTo>
                    <a:pt x="24" y="5"/>
                    <a:pt x="22" y="7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ubicBezTo>
                    <a:pt x="19" y="51"/>
                    <a:pt x="19" y="48"/>
                    <a:pt x="19" y="45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0"/>
                    <a:pt x="19" y="18"/>
                    <a:pt x="20" y="16"/>
                  </a:cubicBezTo>
                  <a:cubicBezTo>
                    <a:pt x="21" y="15"/>
                    <a:pt x="22" y="13"/>
                    <a:pt x="24" y="12"/>
                  </a:cubicBezTo>
                  <a:cubicBezTo>
                    <a:pt x="25" y="10"/>
                    <a:pt x="27" y="9"/>
                    <a:pt x="28" y="8"/>
                  </a:cubicBezTo>
                  <a:cubicBezTo>
                    <a:pt x="30" y="8"/>
                    <a:pt x="31" y="7"/>
                    <a:pt x="33" y="7"/>
                  </a:cubicBezTo>
                  <a:cubicBezTo>
                    <a:pt x="35" y="7"/>
                    <a:pt x="36" y="7"/>
                    <a:pt x="37" y="8"/>
                  </a:cubicBezTo>
                  <a:cubicBezTo>
                    <a:pt x="38" y="8"/>
                    <a:pt x="39" y="9"/>
                    <a:pt x="40" y="9"/>
                  </a:cubicBezTo>
                  <a:cubicBezTo>
                    <a:pt x="40" y="10"/>
                    <a:pt x="41" y="11"/>
                    <a:pt x="42" y="11"/>
                  </a:cubicBezTo>
                  <a:cubicBezTo>
                    <a:pt x="42" y="12"/>
                    <a:pt x="43" y="13"/>
                    <a:pt x="43" y="15"/>
                  </a:cubicBezTo>
                  <a:cubicBezTo>
                    <a:pt x="44" y="16"/>
                    <a:pt x="44" y="18"/>
                    <a:pt x="44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4" y="51"/>
                  </a:cubicBezTo>
                  <a:cubicBezTo>
                    <a:pt x="44" y="53"/>
                    <a:pt x="43" y="54"/>
                    <a:pt x="43" y="55"/>
                  </a:cubicBezTo>
                  <a:cubicBezTo>
                    <a:pt x="42" y="55"/>
                    <a:pt x="42" y="56"/>
                    <a:pt x="41" y="56"/>
                  </a:cubicBezTo>
                  <a:cubicBezTo>
                    <a:pt x="40" y="57"/>
                    <a:pt x="39" y="57"/>
                    <a:pt x="37" y="57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9" y="56"/>
                    <a:pt x="58" y="56"/>
                  </a:cubicBezTo>
                  <a:cubicBezTo>
                    <a:pt x="57" y="55"/>
                    <a:pt x="57" y="55"/>
                    <a:pt x="56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1" name="íSlíḓé"/>
            <p:cNvSpPr/>
            <p:nvPr/>
          </p:nvSpPr>
          <p:spPr bwMode="auto">
            <a:xfrm>
              <a:off x="11212334" y="855697"/>
              <a:ext cx="24190" cy="60269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4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6 w 25"/>
                <a:gd name="T15" fmla="*/ 7 h 61"/>
                <a:gd name="T16" fmla="*/ 7 w 25"/>
                <a:gd name="T17" fmla="*/ 11 h 61"/>
                <a:gd name="T18" fmla="*/ 7 w 25"/>
                <a:gd name="T19" fmla="*/ 18 h 61"/>
                <a:gd name="T20" fmla="*/ 7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8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7" y="15"/>
                    <a:pt x="7" y="18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8"/>
                    <a:pt x="7" y="50"/>
                    <a:pt x="7" y="52"/>
                  </a:cubicBezTo>
                  <a:cubicBezTo>
                    <a:pt x="7" y="53"/>
                    <a:pt x="6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3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2" name="îš1íďé"/>
            <p:cNvSpPr/>
            <p:nvPr/>
          </p:nvSpPr>
          <p:spPr bwMode="auto">
            <a:xfrm>
              <a:off x="11218894" y="831917"/>
              <a:ext cx="1189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3" name="îṡḷíďê"/>
            <p:cNvSpPr/>
            <p:nvPr/>
          </p:nvSpPr>
          <p:spPr bwMode="auto">
            <a:xfrm>
              <a:off x="11240214" y="856517"/>
              <a:ext cx="61499" cy="59449"/>
            </a:xfrm>
            <a:custGeom>
              <a:avLst/>
              <a:gdLst>
                <a:gd name="T0" fmla="*/ 40 w 63"/>
                <a:gd name="T1" fmla="*/ 3 h 60"/>
                <a:gd name="T2" fmla="*/ 45 w 63"/>
                <a:gd name="T3" fmla="*/ 5 h 60"/>
                <a:gd name="T4" fmla="*/ 47 w 63"/>
                <a:gd name="T5" fmla="*/ 9 h 60"/>
                <a:gd name="T6" fmla="*/ 46 w 63"/>
                <a:gd name="T7" fmla="*/ 13 h 60"/>
                <a:gd name="T8" fmla="*/ 44 w 63"/>
                <a:gd name="T9" fmla="*/ 18 h 60"/>
                <a:gd name="T10" fmla="*/ 32 w 63"/>
                <a:gd name="T11" fmla="*/ 48 h 60"/>
                <a:gd name="T12" fmla="*/ 21 w 63"/>
                <a:gd name="T13" fmla="*/ 16 h 60"/>
                <a:gd name="T14" fmla="*/ 19 w 63"/>
                <a:gd name="T15" fmla="*/ 12 h 60"/>
                <a:gd name="T16" fmla="*/ 19 w 63"/>
                <a:gd name="T17" fmla="*/ 8 h 60"/>
                <a:gd name="T18" fmla="*/ 20 w 63"/>
                <a:gd name="T19" fmla="*/ 6 h 60"/>
                <a:gd name="T20" fmla="*/ 21 w 63"/>
                <a:gd name="T21" fmla="*/ 4 h 60"/>
                <a:gd name="T22" fmla="*/ 25 w 63"/>
                <a:gd name="T23" fmla="*/ 3 h 60"/>
                <a:gd name="T24" fmla="*/ 25 w 63"/>
                <a:gd name="T25" fmla="*/ 0 h 60"/>
                <a:gd name="T26" fmla="*/ 0 w 63"/>
                <a:gd name="T27" fmla="*/ 0 h 60"/>
                <a:gd name="T28" fmla="*/ 0 w 63"/>
                <a:gd name="T29" fmla="*/ 3 h 60"/>
                <a:gd name="T30" fmla="*/ 3 w 63"/>
                <a:gd name="T31" fmla="*/ 4 h 60"/>
                <a:gd name="T32" fmla="*/ 6 w 63"/>
                <a:gd name="T33" fmla="*/ 7 h 60"/>
                <a:gd name="T34" fmla="*/ 9 w 63"/>
                <a:gd name="T35" fmla="*/ 13 h 60"/>
                <a:gd name="T36" fmla="*/ 25 w 63"/>
                <a:gd name="T37" fmla="*/ 60 h 60"/>
                <a:gd name="T38" fmla="*/ 33 w 63"/>
                <a:gd name="T39" fmla="*/ 60 h 60"/>
                <a:gd name="T40" fmla="*/ 54 w 63"/>
                <a:gd name="T41" fmla="*/ 14 h 60"/>
                <a:gd name="T42" fmla="*/ 57 w 63"/>
                <a:gd name="T43" fmla="*/ 8 h 60"/>
                <a:gd name="T44" fmla="*/ 60 w 63"/>
                <a:gd name="T45" fmla="*/ 4 h 60"/>
                <a:gd name="T46" fmla="*/ 63 w 63"/>
                <a:gd name="T47" fmla="*/ 3 h 60"/>
                <a:gd name="T48" fmla="*/ 63 w 63"/>
                <a:gd name="T49" fmla="*/ 0 h 60"/>
                <a:gd name="T50" fmla="*/ 40 w 63"/>
                <a:gd name="T51" fmla="*/ 0 h 60"/>
                <a:gd name="T52" fmla="*/ 40 w 63"/>
                <a:gd name="T53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3" h="60">
                  <a:moveTo>
                    <a:pt x="40" y="3"/>
                  </a:moveTo>
                  <a:cubicBezTo>
                    <a:pt x="43" y="3"/>
                    <a:pt x="44" y="4"/>
                    <a:pt x="45" y="5"/>
                  </a:cubicBezTo>
                  <a:cubicBezTo>
                    <a:pt x="46" y="6"/>
                    <a:pt x="47" y="7"/>
                    <a:pt x="47" y="9"/>
                  </a:cubicBezTo>
                  <a:cubicBezTo>
                    <a:pt x="47" y="10"/>
                    <a:pt x="46" y="11"/>
                    <a:pt x="46" y="13"/>
                  </a:cubicBezTo>
                  <a:cubicBezTo>
                    <a:pt x="46" y="14"/>
                    <a:pt x="45" y="16"/>
                    <a:pt x="44" y="1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5"/>
                    <a:pt x="20" y="13"/>
                    <a:pt x="19" y="12"/>
                  </a:cubicBezTo>
                  <a:cubicBezTo>
                    <a:pt x="19" y="11"/>
                    <a:pt x="19" y="10"/>
                    <a:pt x="19" y="8"/>
                  </a:cubicBezTo>
                  <a:cubicBezTo>
                    <a:pt x="19" y="7"/>
                    <a:pt x="19" y="6"/>
                    <a:pt x="20" y="6"/>
                  </a:cubicBezTo>
                  <a:cubicBezTo>
                    <a:pt x="20" y="5"/>
                    <a:pt x="21" y="4"/>
                    <a:pt x="21" y="4"/>
                  </a:cubicBezTo>
                  <a:cubicBezTo>
                    <a:pt x="22" y="4"/>
                    <a:pt x="24" y="3"/>
                    <a:pt x="25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3" y="4"/>
                    <a:pt x="3" y="4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6" y="8"/>
                    <a:pt x="7" y="10"/>
                    <a:pt x="9" y="13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1"/>
                    <a:pt x="56" y="9"/>
                    <a:pt x="57" y="8"/>
                  </a:cubicBezTo>
                  <a:cubicBezTo>
                    <a:pt x="58" y="6"/>
                    <a:pt x="59" y="5"/>
                    <a:pt x="60" y="4"/>
                  </a:cubicBezTo>
                  <a:cubicBezTo>
                    <a:pt x="61" y="4"/>
                    <a:pt x="62" y="3"/>
                    <a:pt x="63" y="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4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4" name="íŝľïďé"/>
            <p:cNvSpPr/>
            <p:nvPr/>
          </p:nvSpPr>
          <p:spPr bwMode="auto">
            <a:xfrm>
              <a:off x="11306223" y="855697"/>
              <a:ext cx="48789" cy="61499"/>
            </a:xfrm>
            <a:custGeom>
              <a:avLst/>
              <a:gdLst>
                <a:gd name="T0" fmla="*/ 50 w 50"/>
                <a:gd name="T1" fmla="*/ 30 h 62"/>
                <a:gd name="T2" fmla="*/ 49 w 50"/>
                <a:gd name="T3" fmla="*/ 16 h 62"/>
                <a:gd name="T4" fmla="*/ 45 w 50"/>
                <a:gd name="T5" fmla="*/ 7 h 62"/>
                <a:gd name="T6" fmla="*/ 38 w 50"/>
                <a:gd name="T7" fmla="*/ 2 h 62"/>
                <a:gd name="T8" fmla="*/ 27 w 50"/>
                <a:gd name="T9" fmla="*/ 0 h 62"/>
                <a:gd name="T10" fmla="*/ 13 w 50"/>
                <a:gd name="T11" fmla="*/ 4 h 62"/>
                <a:gd name="T12" fmla="*/ 3 w 50"/>
                <a:gd name="T13" fmla="*/ 15 h 62"/>
                <a:gd name="T14" fmla="*/ 0 w 50"/>
                <a:gd name="T15" fmla="*/ 31 h 62"/>
                <a:gd name="T16" fmla="*/ 6 w 50"/>
                <a:gd name="T17" fmla="*/ 54 h 62"/>
                <a:gd name="T18" fmla="*/ 26 w 50"/>
                <a:gd name="T19" fmla="*/ 62 h 62"/>
                <a:gd name="T20" fmla="*/ 35 w 50"/>
                <a:gd name="T21" fmla="*/ 60 h 62"/>
                <a:gd name="T22" fmla="*/ 42 w 50"/>
                <a:gd name="T23" fmla="*/ 56 h 62"/>
                <a:gd name="T24" fmla="*/ 49 w 50"/>
                <a:gd name="T25" fmla="*/ 50 h 62"/>
                <a:gd name="T26" fmla="*/ 45 w 50"/>
                <a:gd name="T27" fmla="*/ 46 h 62"/>
                <a:gd name="T28" fmla="*/ 37 w 50"/>
                <a:gd name="T29" fmla="*/ 52 h 62"/>
                <a:gd name="T30" fmla="*/ 28 w 50"/>
                <a:gd name="T31" fmla="*/ 54 h 62"/>
                <a:gd name="T32" fmla="*/ 18 w 50"/>
                <a:gd name="T33" fmla="*/ 51 h 62"/>
                <a:gd name="T34" fmla="*/ 13 w 50"/>
                <a:gd name="T35" fmla="*/ 43 h 62"/>
                <a:gd name="T36" fmla="*/ 11 w 50"/>
                <a:gd name="T37" fmla="*/ 31 h 62"/>
                <a:gd name="T38" fmla="*/ 11 w 50"/>
                <a:gd name="T39" fmla="*/ 30 h 62"/>
                <a:gd name="T40" fmla="*/ 50 w 50"/>
                <a:gd name="T41" fmla="*/ 30 h 62"/>
                <a:gd name="T42" fmla="*/ 16 w 50"/>
                <a:gd name="T43" fmla="*/ 10 h 62"/>
                <a:gd name="T44" fmla="*/ 26 w 50"/>
                <a:gd name="T45" fmla="*/ 5 h 62"/>
                <a:gd name="T46" fmla="*/ 33 w 50"/>
                <a:gd name="T47" fmla="*/ 7 h 62"/>
                <a:gd name="T48" fmla="*/ 37 w 50"/>
                <a:gd name="T49" fmla="*/ 13 h 62"/>
                <a:gd name="T50" fmla="*/ 39 w 50"/>
                <a:gd name="T51" fmla="*/ 24 h 62"/>
                <a:gd name="T52" fmla="*/ 11 w 50"/>
                <a:gd name="T53" fmla="*/ 24 h 62"/>
                <a:gd name="T54" fmla="*/ 16 w 50"/>
                <a:gd name="T5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0" h="62">
                  <a:moveTo>
                    <a:pt x="50" y="30"/>
                  </a:moveTo>
                  <a:cubicBezTo>
                    <a:pt x="50" y="24"/>
                    <a:pt x="50" y="19"/>
                    <a:pt x="49" y="16"/>
                  </a:cubicBezTo>
                  <a:cubicBezTo>
                    <a:pt x="48" y="12"/>
                    <a:pt x="46" y="9"/>
                    <a:pt x="45" y="7"/>
                  </a:cubicBezTo>
                  <a:cubicBezTo>
                    <a:pt x="43" y="5"/>
                    <a:pt x="41" y="3"/>
                    <a:pt x="38" y="2"/>
                  </a:cubicBezTo>
                  <a:cubicBezTo>
                    <a:pt x="35" y="0"/>
                    <a:pt x="31" y="0"/>
                    <a:pt x="27" y="0"/>
                  </a:cubicBezTo>
                  <a:cubicBezTo>
                    <a:pt x="21" y="0"/>
                    <a:pt x="17" y="1"/>
                    <a:pt x="13" y="4"/>
                  </a:cubicBezTo>
                  <a:cubicBezTo>
                    <a:pt x="8" y="6"/>
                    <a:pt x="5" y="10"/>
                    <a:pt x="3" y="15"/>
                  </a:cubicBezTo>
                  <a:cubicBezTo>
                    <a:pt x="1" y="19"/>
                    <a:pt x="0" y="25"/>
                    <a:pt x="0" y="31"/>
                  </a:cubicBezTo>
                  <a:cubicBezTo>
                    <a:pt x="0" y="41"/>
                    <a:pt x="2" y="49"/>
                    <a:pt x="6" y="54"/>
                  </a:cubicBezTo>
                  <a:cubicBezTo>
                    <a:pt x="11" y="59"/>
                    <a:pt x="17" y="62"/>
                    <a:pt x="26" y="62"/>
                  </a:cubicBezTo>
                  <a:cubicBezTo>
                    <a:pt x="29" y="62"/>
                    <a:pt x="32" y="61"/>
                    <a:pt x="35" y="60"/>
                  </a:cubicBezTo>
                  <a:cubicBezTo>
                    <a:pt x="37" y="59"/>
                    <a:pt x="40" y="58"/>
                    <a:pt x="42" y="56"/>
                  </a:cubicBezTo>
                  <a:cubicBezTo>
                    <a:pt x="44" y="55"/>
                    <a:pt x="47" y="53"/>
                    <a:pt x="49" y="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3" y="49"/>
                    <a:pt x="40" y="51"/>
                    <a:pt x="37" y="52"/>
                  </a:cubicBezTo>
                  <a:cubicBezTo>
                    <a:pt x="35" y="53"/>
                    <a:pt x="31" y="54"/>
                    <a:pt x="28" y="54"/>
                  </a:cubicBezTo>
                  <a:cubicBezTo>
                    <a:pt x="24" y="54"/>
                    <a:pt x="21" y="53"/>
                    <a:pt x="18" y="51"/>
                  </a:cubicBezTo>
                  <a:cubicBezTo>
                    <a:pt x="16" y="49"/>
                    <a:pt x="14" y="47"/>
                    <a:pt x="13" y="43"/>
                  </a:cubicBezTo>
                  <a:cubicBezTo>
                    <a:pt x="12" y="40"/>
                    <a:pt x="11" y="36"/>
                    <a:pt x="11" y="31"/>
                  </a:cubicBezTo>
                  <a:cubicBezTo>
                    <a:pt x="11" y="30"/>
                    <a:pt x="11" y="30"/>
                    <a:pt x="11" y="30"/>
                  </a:cubicBezTo>
                  <a:lnTo>
                    <a:pt x="50" y="30"/>
                  </a:lnTo>
                  <a:close/>
                  <a:moveTo>
                    <a:pt x="16" y="10"/>
                  </a:moveTo>
                  <a:cubicBezTo>
                    <a:pt x="18" y="6"/>
                    <a:pt x="22" y="5"/>
                    <a:pt x="26" y="5"/>
                  </a:cubicBezTo>
                  <a:cubicBezTo>
                    <a:pt x="29" y="5"/>
                    <a:pt x="31" y="5"/>
                    <a:pt x="33" y="7"/>
                  </a:cubicBezTo>
                  <a:cubicBezTo>
                    <a:pt x="35" y="8"/>
                    <a:pt x="36" y="11"/>
                    <a:pt x="37" y="13"/>
                  </a:cubicBezTo>
                  <a:cubicBezTo>
                    <a:pt x="38" y="16"/>
                    <a:pt x="38" y="20"/>
                    <a:pt x="39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18"/>
                    <a:pt x="13" y="13"/>
                    <a:pt x="16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5" name="iṩļïďé"/>
            <p:cNvSpPr/>
            <p:nvPr/>
          </p:nvSpPr>
          <p:spPr bwMode="auto">
            <a:xfrm>
              <a:off x="11365672" y="855697"/>
              <a:ext cx="44690" cy="60269"/>
            </a:xfrm>
            <a:custGeom>
              <a:avLst/>
              <a:gdLst>
                <a:gd name="T0" fmla="*/ 31 w 46"/>
                <a:gd name="T1" fmla="*/ 1 h 61"/>
                <a:gd name="T2" fmla="*/ 25 w 46"/>
                <a:gd name="T3" fmla="*/ 5 h 61"/>
                <a:gd name="T4" fmla="*/ 19 w 46"/>
                <a:gd name="T5" fmla="*/ 11 h 61"/>
                <a:gd name="T6" fmla="*/ 18 w 46"/>
                <a:gd name="T7" fmla="*/ 11 h 61"/>
                <a:gd name="T8" fmla="*/ 18 w 46"/>
                <a:gd name="T9" fmla="*/ 0 h 61"/>
                <a:gd name="T10" fmla="*/ 15 w 46"/>
                <a:gd name="T11" fmla="*/ 0 h 61"/>
                <a:gd name="T12" fmla="*/ 0 w 46"/>
                <a:gd name="T13" fmla="*/ 1 h 61"/>
                <a:gd name="T14" fmla="*/ 0 w 46"/>
                <a:gd name="T15" fmla="*/ 4 h 61"/>
                <a:gd name="T16" fmla="*/ 4 w 46"/>
                <a:gd name="T17" fmla="*/ 5 h 61"/>
                <a:gd name="T18" fmla="*/ 7 w 46"/>
                <a:gd name="T19" fmla="*/ 7 h 61"/>
                <a:gd name="T20" fmla="*/ 7 w 46"/>
                <a:gd name="T21" fmla="*/ 11 h 61"/>
                <a:gd name="T22" fmla="*/ 8 w 46"/>
                <a:gd name="T23" fmla="*/ 18 h 61"/>
                <a:gd name="T24" fmla="*/ 8 w 46"/>
                <a:gd name="T25" fmla="*/ 45 h 61"/>
                <a:gd name="T26" fmla="*/ 7 w 46"/>
                <a:gd name="T27" fmla="*/ 52 h 61"/>
                <a:gd name="T28" fmla="*/ 6 w 46"/>
                <a:gd name="T29" fmla="*/ 55 h 61"/>
                <a:gd name="T30" fmla="*/ 4 w 46"/>
                <a:gd name="T31" fmla="*/ 56 h 61"/>
                <a:gd name="T32" fmla="*/ 1 w 46"/>
                <a:gd name="T33" fmla="*/ 57 h 61"/>
                <a:gd name="T34" fmla="*/ 1 w 46"/>
                <a:gd name="T35" fmla="*/ 61 h 61"/>
                <a:gd name="T36" fmla="*/ 26 w 46"/>
                <a:gd name="T37" fmla="*/ 61 h 61"/>
                <a:gd name="T38" fmla="*/ 26 w 46"/>
                <a:gd name="T39" fmla="*/ 57 h 61"/>
                <a:gd name="T40" fmla="*/ 21 w 46"/>
                <a:gd name="T41" fmla="*/ 56 h 61"/>
                <a:gd name="T42" fmla="*/ 19 w 46"/>
                <a:gd name="T43" fmla="*/ 53 h 61"/>
                <a:gd name="T44" fmla="*/ 18 w 46"/>
                <a:gd name="T45" fmla="*/ 45 h 61"/>
                <a:gd name="T46" fmla="*/ 18 w 46"/>
                <a:gd name="T47" fmla="*/ 23 h 61"/>
                <a:gd name="T48" fmla="*/ 19 w 46"/>
                <a:gd name="T49" fmla="*/ 18 h 61"/>
                <a:gd name="T50" fmla="*/ 22 w 46"/>
                <a:gd name="T51" fmla="*/ 13 h 61"/>
                <a:gd name="T52" fmla="*/ 26 w 46"/>
                <a:gd name="T53" fmla="*/ 9 h 61"/>
                <a:gd name="T54" fmla="*/ 31 w 46"/>
                <a:gd name="T55" fmla="*/ 8 h 61"/>
                <a:gd name="T56" fmla="*/ 35 w 46"/>
                <a:gd name="T57" fmla="*/ 9 h 61"/>
                <a:gd name="T58" fmla="*/ 38 w 46"/>
                <a:gd name="T59" fmla="*/ 14 h 61"/>
                <a:gd name="T60" fmla="*/ 46 w 46"/>
                <a:gd name="T61" fmla="*/ 14 h 61"/>
                <a:gd name="T62" fmla="*/ 46 w 46"/>
                <a:gd name="T63" fmla="*/ 0 h 61"/>
                <a:gd name="T64" fmla="*/ 39 w 46"/>
                <a:gd name="T65" fmla="*/ 0 h 61"/>
                <a:gd name="T66" fmla="*/ 31 w 46"/>
                <a:gd name="T67" fmla="*/ 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6" h="61">
                  <a:moveTo>
                    <a:pt x="31" y="1"/>
                  </a:moveTo>
                  <a:cubicBezTo>
                    <a:pt x="29" y="2"/>
                    <a:pt x="27" y="3"/>
                    <a:pt x="25" y="5"/>
                  </a:cubicBezTo>
                  <a:cubicBezTo>
                    <a:pt x="23" y="6"/>
                    <a:pt x="21" y="8"/>
                    <a:pt x="1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7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4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7"/>
                    <a:pt x="21" y="56"/>
                  </a:cubicBezTo>
                  <a:cubicBezTo>
                    <a:pt x="20" y="55"/>
                    <a:pt x="19" y="54"/>
                    <a:pt x="19" y="53"/>
                  </a:cubicBezTo>
                  <a:cubicBezTo>
                    <a:pt x="18" y="51"/>
                    <a:pt x="18" y="49"/>
                    <a:pt x="18" y="45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1"/>
                    <a:pt x="19" y="19"/>
                    <a:pt x="19" y="18"/>
                  </a:cubicBezTo>
                  <a:cubicBezTo>
                    <a:pt x="20" y="16"/>
                    <a:pt x="21" y="15"/>
                    <a:pt x="22" y="13"/>
                  </a:cubicBezTo>
                  <a:cubicBezTo>
                    <a:pt x="23" y="11"/>
                    <a:pt x="25" y="10"/>
                    <a:pt x="26" y="9"/>
                  </a:cubicBezTo>
                  <a:cubicBezTo>
                    <a:pt x="28" y="8"/>
                    <a:pt x="29" y="8"/>
                    <a:pt x="31" y="8"/>
                  </a:cubicBezTo>
                  <a:cubicBezTo>
                    <a:pt x="33" y="8"/>
                    <a:pt x="34" y="8"/>
                    <a:pt x="35" y="9"/>
                  </a:cubicBezTo>
                  <a:cubicBezTo>
                    <a:pt x="36" y="11"/>
                    <a:pt x="37" y="12"/>
                    <a:pt x="38" y="14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4" y="0"/>
                    <a:pt x="41" y="0"/>
                    <a:pt x="39" y="0"/>
                  </a:cubicBezTo>
                  <a:cubicBezTo>
                    <a:pt x="36" y="0"/>
                    <a:pt x="34" y="0"/>
                    <a:pt x="3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6" name="íŝ1iḍè"/>
            <p:cNvSpPr/>
            <p:nvPr/>
          </p:nvSpPr>
          <p:spPr bwMode="auto">
            <a:xfrm>
              <a:off x="11416922" y="855697"/>
              <a:ext cx="41819" cy="61499"/>
            </a:xfrm>
            <a:custGeom>
              <a:avLst/>
              <a:gdLst>
                <a:gd name="T0" fmla="*/ 36 w 43"/>
                <a:gd name="T1" fmla="*/ 31 h 62"/>
                <a:gd name="T2" fmla="*/ 26 w 43"/>
                <a:gd name="T3" fmla="*/ 26 h 62"/>
                <a:gd name="T4" fmla="*/ 17 w 43"/>
                <a:gd name="T5" fmla="*/ 22 h 62"/>
                <a:gd name="T6" fmla="*/ 13 w 43"/>
                <a:gd name="T7" fmla="*/ 18 h 62"/>
                <a:gd name="T8" fmla="*/ 12 w 43"/>
                <a:gd name="T9" fmla="*/ 13 h 62"/>
                <a:gd name="T10" fmla="*/ 15 w 43"/>
                <a:gd name="T11" fmla="*/ 7 h 62"/>
                <a:gd name="T12" fmla="*/ 23 w 43"/>
                <a:gd name="T13" fmla="*/ 5 h 62"/>
                <a:gd name="T14" fmla="*/ 29 w 43"/>
                <a:gd name="T15" fmla="*/ 5 h 62"/>
                <a:gd name="T16" fmla="*/ 33 w 43"/>
                <a:gd name="T17" fmla="*/ 8 h 62"/>
                <a:gd name="T18" fmla="*/ 37 w 43"/>
                <a:gd name="T19" fmla="*/ 14 h 62"/>
                <a:gd name="T20" fmla="*/ 43 w 43"/>
                <a:gd name="T21" fmla="*/ 14 h 62"/>
                <a:gd name="T22" fmla="*/ 43 w 43"/>
                <a:gd name="T23" fmla="*/ 2 h 62"/>
                <a:gd name="T24" fmla="*/ 33 w 43"/>
                <a:gd name="T25" fmla="*/ 0 h 62"/>
                <a:gd name="T26" fmla="*/ 25 w 43"/>
                <a:gd name="T27" fmla="*/ 0 h 62"/>
                <a:gd name="T28" fmla="*/ 13 w 43"/>
                <a:gd name="T29" fmla="*/ 2 h 62"/>
                <a:gd name="T30" fmla="*/ 5 w 43"/>
                <a:gd name="T31" fmla="*/ 7 h 62"/>
                <a:gd name="T32" fmla="*/ 2 w 43"/>
                <a:gd name="T33" fmla="*/ 16 h 62"/>
                <a:gd name="T34" fmla="*/ 4 w 43"/>
                <a:gd name="T35" fmla="*/ 24 h 62"/>
                <a:gd name="T36" fmla="*/ 9 w 43"/>
                <a:gd name="T37" fmla="*/ 29 h 62"/>
                <a:gd name="T38" fmla="*/ 18 w 43"/>
                <a:gd name="T39" fmla="*/ 34 h 62"/>
                <a:gd name="T40" fmla="*/ 28 w 43"/>
                <a:gd name="T41" fmla="*/ 38 h 62"/>
                <a:gd name="T42" fmla="*/ 31 w 43"/>
                <a:gd name="T43" fmla="*/ 42 h 62"/>
                <a:gd name="T44" fmla="*/ 33 w 43"/>
                <a:gd name="T45" fmla="*/ 47 h 62"/>
                <a:gd name="T46" fmla="*/ 32 w 43"/>
                <a:gd name="T47" fmla="*/ 52 h 62"/>
                <a:gd name="T48" fmla="*/ 29 w 43"/>
                <a:gd name="T49" fmla="*/ 55 h 62"/>
                <a:gd name="T50" fmla="*/ 25 w 43"/>
                <a:gd name="T51" fmla="*/ 56 h 62"/>
                <a:gd name="T52" fmla="*/ 21 w 43"/>
                <a:gd name="T53" fmla="*/ 57 h 62"/>
                <a:gd name="T54" fmla="*/ 12 w 43"/>
                <a:gd name="T55" fmla="*/ 54 h 62"/>
                <a:gd name="T56" fmla="*/ 7 w 43"/>
                <a:gd name="T57" fmla="*/ 46 h 62"/>
                <a:gd name="T58" fmla="*/ 0 w 43"/>
                <a:gd name="T59" fmla="*/ 46 h 62"/>
                <a:gd name="T60" fmla="*/ 0 w 43"/>
                <a:gd name="T61" fmla="*/ 59 h 62"/>
                <a:gd name="T62" fmla="*/ 10 w 43"/>
                <a:gd name="T63" fmla="*/ 61 h 62"/>
                <a:gd name="T64" fmla="*/ 20 w 43"/>
                <a:gd name="T65" fmla="*/ 62 h 62"/>
                <a:gd name="T66" fmla="*/ 29 w 43"/>
                <a:gd name="T67" fmla="*/ 61 h 62"/>
                <a:gd name="T68" fmla="*/ 37 w 43"/>
                <a:gd name="T69" fmla="*/ 58 h 62"/>
                <a:gd name="T70" fmla="*/ 42 w 43"/>
                <a:gd name="T71" fmla="*/ 52 h 62"/>
                <a:gd name="T72" fmla="*/ 43 w 43"/>
                <a:gd name="T73" fmla="*/ 44 h 62"/>
                <a:gd name="T74" fmla="*/ 41 w 43"/>
                <a:gd name="T75" fmla="*/ 36 h 62"/>
                <a:gd name="T76" fmla="*/ 36 w 43"/>
                <a:gd name="T77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3" h="62">
                  <a:moveTo>
                    <a:pt x="36" y="31"/>
                  </a:moveTo>
                  <a:cubicBezTo>
                    <a:pt x="34" y="29"/>
                    <a:pt x="30" y="28"/>
                    <a:pt x="26" y="26"/>
                  </a:cubicBezTo>
                  <a:cubicBezTo>
                    <a:pt x="22" y="24"/>
                    <a:pt x="19" y="23"/>
                    <a:pt x="17" y="22"/>
                  </a:cubicBezTo>
                  <a:cubicBezTo>
                    <a:pt x="15" y="21"/>
                    <a:pt x="14" y="19"/>
                    <a:pt x="13" y="18"/>
                  </a:cubicBezTo>
                  <a:cubicBezTo>
                    <a:pt x="13" y="17"/>
                    <a:pt x="12" y="15"/>
                    <a:pt x="12" y="13"/>
                  </a:cubicBezTo>
                  <a:cubicBezTo>
                    <a:pt x="12" y="11"/>
                    <a:pt x="13" y="8"/>
                    <a:pt x="15" y="7"/>
                  </a:cubicBezTo>
                  <a:cubicBezTo>
                    <a:pt x="17" y="5"/>
                    <a:pt x="20" y="5"/>
                    <a:pt x="23" y="5"/>
                  </a:cubicBezTo>
                  <a:cubicBezTo>
                    <a:pt x="26" y="5"/>
                    <a:pt x="27" y="5"/>
                    <a:pt x="29" y="5"/>
                  </a:cubicBezTo>
                  <a:cubicBezTo>
                    <a:pt x="31" y="6"/>
                    <a:pt x="32" y="7"/>
                    <a:pt x="33" y="8"/>
                  </a:cubicBezTo>
                  <a:cubicBezTo>
                    <a:pt x="35" y="10"/>
                    <a:pt x="36" y="12"/>
                    <a:pt x="37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39" y="1"/>
                    <a:pt x="35" y="0"/>
                    <a:pt x="33" y="0"/>
                  </a:cubicBezTo>
                  <a:cubicBezTo>
                    <a:pt x="30" y="0"/>
                    <a:pt x="28" y="0"/>
                    <a:pt x="25" y="0"/>
                  </a:cubicBezTo>
                  <a:cubicBezTo>
                    <a:pt x="20" y="0"/>
                    <a:pt x="16" y="0"/>
                    <a:pt x="13" y="2"/>
                  </a:cubicBezTo>
                  <a:cubicBezTo>
                    <a:pt x="9" y="3"/>
                    <a:pt x="6" y="5"/>
                    <a:pt x="5" y="7"/>
                  </a:cubicBezTo>
                  <a:cubicBezTo>
                    <a:pt x="3" y="10"/>
                    <a:pt x="2" y="13"/>
                    <a:pt x="2" y="16"/>
                  </a:cubicBezTo>
                  <a:cubicBezTo>
                    <a:pt x="2" y="19"/>
                    <a:pt x="2" y="22"/>
                    <a:pt x="4" y="24"/>
                  </a:cubicBezTo>
                  <a:cubicBezTo>
                    <a:pt x="5" y="26"/>
                    <a:pt x="7" y="27"/>
                    <a:pt x="9" y="29"/>
                  </a:cubicBezTo>
                  <a:cubicBezTo>
                    <a:pt x="11" y="30"/>
                    <a:pt x="14" y="32"/>
                    <a:pt x="18" y="34"/>
                  </a:cubicBezTo>
                  <a:cubicBezTo>
                    <a:pt x="23" y="35"/>
                    <a:pt x="26" y="37"/>
                    <a:pt x="28" y="38"/>
                  </a:cubicBezTo>
                  <a:cubicBezTo>
                    <a:pt x="29" y="39"/>
                    <a:pt x="31" y="40"/>
                    <a:pt x="31" y="42"/>
                  </a:cubicBezTo>
                  <a:cubicBezTo>
                    <a:pt x="32" y="43"/>
                    <a:pt x="33" y="45"/>
                    <a:pt x="33" y="47"/>
                  </a:cubicBezTo>
                  <a:cubicBezTo>
                    <a:pt x="33" y="49"/>
                    <a:pt x="32" y="50"/>
                    <a:pt x="32" y="52"/>
                  </a:cubicBezTo>
                  <a:cubicBezTo>
                    <a:pt x="31" y="53"/>
                    <a:pt x="30" y="54"/>
                    <a:pt x="29" y="55"/>
                  </a:cubicBezTo>
                  <a:cubicBezTo>
                    <a:pt x="28" y="55"/>
                    <a:pt x="27" y="56"/>
                    <a:pt x="25" y="56"/>
                  </a:cubicBezTo>
                  <a:cubicBezTo>
                    <a:pt x="24" y="56"/>
                    <a:pt x="22" y="57"/>
                    <a:pt x="21" y="57"/>
                  </a:cubicBezTo>
                  <a:cubicBezTo>
                    <a:pt x="17" y="57"/>
                    <a:pt x="14" y="56"/>
                    <a:pt x="12" y="54"/>
                  </a:cubicBezTo>
                  <a:cubicBezTo>
                    <a:pt x="9" y="52"/>
                    <a:pt x="8" y="49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0"/>
                    <a:pt x="7" y="60"/>
                    <a:pt x="10" y="61"/>
                  </a:cubicBezTo>
                  <a:cubicBezTo>
                    <a:pt x="13" y="61"/>
                    <a:pt x="17" y="62"/>
                    <a:pt x="20" y="62"/>
                  </a:cubicBezTo>
                  <a:cubicBezTo>
                    <a:pt x="24" y="62"/>
                    <a:pt x="27" y="61"/>
                    <a:pt x="29" y="61"/>
                  </a:cubicBezTo>
                  <a:cubicBezTo>
                    <a:pt x="32" y="60"/>
                    <a:pt x="35" y="59"/>
                    <a:pt x="37" y="58"/>
                  </a:cubicBezTo>
                  <a:cubicBezTo>
                    <a:pt x="39" y="56"/>
                    <a:pt x="40" y="54"/>
                    <a:pt x="42" y="52"/>
                  </a:cubicBezTo>
                  <a:cubicBezTo>
                    <a:pt x="43" y="50"/>
                    <a:pt x="43" y="47"/>
                    <a:pt x="43" y="44"/>
                  </a:cubicBezTo>
                  <a:cubicBezTo>
                    <a:pt x="43" y="41"/>
                    <a:pt x="43" y="38"/>
                    <a:pt x="41" y="36"/>
                  </a:cubicBezTo>
                  <a:cubicBezTo>
                    <a:pt x="40" y="34"/>
                    <a:pt x="38" y="33"/>
                    <a:pt x="36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7" name="îsḷide"/>
            <p:cNvSpPr/>
            <p:nvPr/>
          </p:nvSpPr>
          <p:spPr bwMode="auto">
            <a:xfrm>
              <a:off x="11470631" y="855697"/>
              <a:ext cx="24190" cy="60269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5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7 w 25"/>
                <a:gd name="T15" fmla="*/ 7 h 61"/>
                <a:gd name="T16" fmla="*/ 7 w 25"/>
                <a:gd name="T17" fmla="*/ 11 h 61"/>
                <a:gd name="T18" fmla="*/ 8 w 25"/>
                <a:gd name="T19" fmla="*/ 18 h 61"/>
                <a:gd name="T20" fmla="*/ 8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9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7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4" y="56"/>
                  </a:cubicBezTo>
                  <a:cubicBezTo>
                    <a:pt x="4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8" name="ïş1iďê"/>
            <p:cNvSpPr/>
            <p:nvPr/>
          </p:nvSpPr>
          <p:spPr bwMode="auto">
            <a:xfrm>
              <a:off x="11477191" y="831917"/>
              <a:ext cx="1189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9" name="îṧḻíďe"/>
            <p:cNvSpPr/>
            <p:nvPr/>
          </p:nvSpPr>
          <p:spPr bwMode="auto">
            <a:xfrm>
              <a:off x="11502610" y="840527"/>
              <a:ext cx="40590" cy="76669"/>
            </a:xfrm>
            <a:custGeom>
              <a:avLst/>
              <a:gdLst>
                <a:gd name="T0" fmla="*/ 34 w 42"/>
                <a:gd name="T1" fmla="*/ 68 h 77"/>
                <a:gd name="T2" fmla="*/ 30 w 42"/>
                <a:gd name="T3" fmla="*/ 69 h 77"/>
                <a:gd name="T4" fmla="*/ 25 w 42"/>
                <a:gd name="T5" fmla="*/ 68 h 77"/>
                <a:gd name="T6" fmla="*/ 22 w 42"/>
                <a:gd name="T7" fmla="*/ 65 h 77"/>
                <a:gd name="T8" fmla="*/ 20 w 42"/>
                <a:gd name="T9" fmla="*/ 60 h 77"/>
                <a:gd name="T10" fmla="*/ 20 w 42"/>
                <a:gd name="T11" fmla="*/ 50 h 77"/>
                <a:gd name="T12" fmla="*/ 20 w 42"/>
                <a:gd name="T13" fmla="*/ 22 h 77"/>
                <a:gd name="T14" fmla="*/ 40 w 42"/>
                <a:gd name="T15" fmla="*/ 22 h 77"/>
                <a:gd name="T16" fmla="*/ 40 w 42"/>
                <a:gd name="T17" fmla="*/ 16 h 77"/>
                <a:gd name="T18" fmla="*/ 20 w 42"/>
                <a:gd name="T19" fmla="*/ 16 h 77"/>
                <a:gd name="T20" fmla="*/ 20 w 42"/>
                <a:gd name="T21" fmla="*/ 0 h 77"/>
                <a:gd name="T22" fmla="*/ 11 w 42"/>
                <a:gd name="T23" fmla="*/ 0 h 77"/>
                <a:gd name="T24" fmla="*/ 9 w 42"/>
                <a:gd name="T25" fmla="*/ 9 h 77"/>
                <a:gd name="T26" fmla="*/ 8 w 42"/>
                <a:gd name="T27" fmla="*/ 14 h 77"/>
                <a:gd name="T28" fmla="*/ 5 w 42"/>
                <a:gd name="T29" fmla="*/ 17 h 77"/>
                <a:gd name="T30" fmla="*/ 0 w 42"/>
                <a:gd name="T31" fmla="*/ 19 h 77"/>
                <a:gd name="T32" fmla="*/ 0 w 42"/>
                <a:gd name="T33" fmla="*/ 22 h 77"/>
                <a:gd name="T34" fmla="*/ 9 w 42"/>
                <a:gd name="T35" fmla="*/ 22 h 77"/>
                <a:gd name="T36" fmla="*/ 9 w 42"/>
                <a:gd name="T37" fmla="*/ 57 h 77"/>
                <a:gd name="T38" fmla="*/ 13 w 42"/>
                <a:gd name="T39" fmla="*/ 72 h 77"/>
                <a:gd name="T40" fmla="*/ 25 w 42"/>
                <a:gd name="T41" fmla="*/ 77 h 77"/>
                <a:gd name="T42" fmla="*/ 33 w 42"/>
                <a:gd name="T43" fmla="*/ 75 h 77"/>
                <a:gd name="T44" fmla="*/ 42 w 42"/>
                <a:gd name="T45" fmla="*/ 68 h 77"/>
                <a:gd name="T46" fmla="*/ 39 w 42"/>
                <a:gd name="T47" fmla="*/ 65 h 77"/>
                <a:gd name="T48" fmla="*/ 34 w 42"/>
                <a:gd name="T4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" h="77">
                  <a:moveTo>
                    <a:pt x="34" y="68"/>
                  </a:moveTo>
                  <a:cubicBezTo>
                    <a:pt x="33" y="69"/>
                    <a:pt x="31" y="69"/>
                    <a:pt x="30" y="69"/>
                  </a:cubicBezTo>
                  <a:cubicBezTo>
                    <a:pt x="28" y="69"/>
                    <a:pt x="26" y="69"/>
                    <a:pt x="25" y="68"/>
                  </a:cubicBezTo>
                  <a:cubicBezTo>
                    <a:pt x="24" y="67"/>
                    <a:pt x="23" y="67"/>
                    <a:pt x="22" y="65"/>
                  </a:cubicBezTo>
                  <a:cubicBezTo>
                    <a:pt x="21" y="64"/>
                    <a:pt x="21" y="62"/>
                    <a:pt x="20" y="60"/>
                  </a:cubicBezTo>
                  <a:cubicBezTo>
                    <a:pt x="20" y="57"/>
                    <a:pt x="20" y="54"/>
                    <a:pt x="20" y="50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4"/>
                    <a:pt x="10" y="7"/>
                    <a:pt x="9" y="9"/>
                  </a:cubicBezTo>
                  <a:cubicBezTo>
                    <a:pt x="9" y="11"/>
                    <a:pt x="9" y="13"/>
                    <a:pt x="8" y="14"/>
                  </a:cubicBezTo>
                  <a:cubicBezTo>
                    <a:pt x="7" y="15"/>
                    <a:pt x="6" y="16"/>
                    <a:pt x="5" y="17"/>
                  </a:cubicBezTo>
                  <a:cubicBezTo>
                    <a:pt x="3" y="18"/>
                    <a:pt x="2" y="18"/>
                    <a:pt x="0" y="19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64"/>
                    <a:pt x="10" y="69"/>
                    <a:pt x="13" y="72"/>
                  </a:cubicBezTo>
                  <a:cubicBezTo>
                    <a:pt x="16" y="75"/>
                    <a:pt x="20" y="77"/>
                    <a:pt x="25" y="77"/>
                  </a:cubicBezTo>
                  <a:cubicBezTo>
                    <a:pt x="28" y="77"/>
                    <a:pt x="30" y="76"/>
                    <a:pt x="33" y="75"/>
                  </a:cubicBezTo>
                  <a:cubicBezTo>
                    <a:pt x="36" y="73"/>
                    <a:pt x="39" y="71"/>
                    <a:pt x="42" y="68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7" y="66"/>
                    <a:pt x="36" y="67"/>
                    <a:pt x="34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20" name="ïṩlîḋe"/>
            <p:cNvSpPr/>
            <p:nvPr/>
          </p:nvSpPr>
          <p:spPr bwMode="auto">
            <a:xfrm>
              <a:off x="11543200" y="856517"/>
              <a:ext cx="61499" cy="86509"/>
            </a:xfrm>
            <a:custGeom>
              <a:avLst/>
              <a:gdLst>
                <a:gd name="T0" fmla="*/ 40 w 63"/>
                <a:gd name="T1" fmla="*/ 0 h 87"/>
                <a:gd name="T2" fmla="*/ 40 w 63"/>
                <a:gd name="T3" fmla="*/ 3 h 87"/>
                <a:gd name="T4" fmla="*/ 45 w 63"/>
                <a:gd name="T5" fmla="*/ 5 h 87"/>
                <a:gd name="T6" fmla="*/ 46 w 63"/>
                <a:gd name="T7" fmla="*/ 9 h 87"/>
                <a:gd name="T8" fmla="*/ 46 w 63"/>
                <a:gd name="T9" fmla="*/ 13 h 87"/>
                <a:gd name="T10" fmla="*/ 44 w 63"/>
                <a:gd name="T11" fmla="*/ 18 h 87"/>
                <a:gd name="T12" fmla="*/ 32 w 63"/>
                <a:gd name="T13" fmla="*/ 48 h 87"/>
                <a:gd name="T14" fmla="*/ 21 w 63"/>
                <a:gd name="T15" fmla="*/ 16 h 87"/>
                <a:gd name="T16" fmla="*/ 19 w 63"/>
                <a:gd name="T17" fmla="*/ 12 h 87"/>
                <a:gd name="T18" fmla="*/ 19 w 63"/>
                <a:gd name="T19" fmla="*/ 8 h 87"/>
                <a:gd name="T20" fmla="*/ 19 w 63"/>
                <a:gd name="T21" fmla="*/ 6 h 87"/>
                <a:gd name="T22" fmla="*/ 21 w 63"/>
                <a:gd name="T23" fmla="*/ 4 h 87"/>
                <a:gd name="T24" fmla="*/ 25 w 63"/>
                <a:gd name="T25" fmla="*/ 3 h 87"/>
                <a:gd name="T26" fmla="*/ 25 w 63"/>
                <a:gd name="T27" fmla="*/ 0 h 87"/>
                <a:gd name="T28" fmla="*/ 0 w 63"/>
                <a:gd name="T29" fmla="*/ 0 h 87"/>
                <a:gd name="T30" fmla="*/ 0 w 63"/>
                <a:gd name="T31" fmla="*/ 3 h 87"/>
                <a:gd name="T32" fmla="*/ 3 w 63"/>
                <a:gd name="T33" fmla="*/ 4 h 87"/>
                <a:gd name="T34" fmla="*/ 6 w 63"/>
                <a:gd name="T35" fmla="*/ 7 h 87"/>
                <a:gd name="T36" fmla="*/ 8 w 63"/>
                <a:gd name="T37" fmla="*/ 13 h 87"/>
                <a:gd name="T38" fmla="*/ 26 w 63"/>
                <a:gd name="T39" fmla="*/ 61 h 87"/>
                <a:gd name="T40" fmla="*/ 21 w 63"/>
                <a:gd name="T41" fmla="*/ 70 h 87"/>
                <a:gd name="T42" fmla="*/ 17 w 63"/>
                <a:gd name="T43" fmla="*/ 75 h 87"/>
                <a:gd name="T44" fmla="*/ 14 w 63"/>
                <a:gd name="T45" fmla="*/ 78 h 87"/>
                <a:gd name="T46" fmla="*/ 11 w 63"/>
                <a:gd name="T47" fmla="*/ 78 h 87"/>
                <a:gd name="T48" fmla="*/ 8 w 63"/>
                <a:gd name="T49" fmla="*/ 77 h 87"/>
                <a:gd name="T50" fmla="*/ 6 w 63"/>
                <a:gd name="T51" fmla="*/ 74 h 87"/>
                <a:gd name="T52" fmla="*/ 0 w 63"/>
                <a:gd name="T53" fmla="*/ 74 h 87"/>
                <a:gd name="T54" fmla="*/ 0 w 63"/>
                <a:gd name="T55" fmla="*/ 86 h 87"/>
                <a:gd name="T56" fmla="*/ 8 w 63"/>
                <a:gd name="T57" fmla="*/ 87 h 87"/>
                <a:gd name="T58" fmla="*/ 17 w 63"/>
                <a:gd name="T59" fmla="*/ 84 h 87"/>
                <a:gd name="T60" fmla="*/ 24 w 63"/>
                <a:gd name="T61" fmla="*/ 77 h 87"/>
                <a:gd name="T62" fmla="*/ 31 w 63"/>
                <a:gd name="T63" fmla="*/ 65 h 87"/>
                <a:gd name="T64" fmla="*/ 54 w 63"/>
                <a:gd name="T65" fmla="*/ 14 h 87"/>
                <a:gd name="T66" fmla="*/ 57 w 63"/>
                <a:gd name="T67" fmla="*/ 8 h 87"/>
                <a:gd name="T68" fmla="*/ 60 w 63"/>
                <a:gd name="T69" fmla="*/ 4 h 87"/>
                <a:gd name="T70" fmla="*/ 63 w 63"/>
                <a:gd name="T71" fmla="*/ 3 h 87"/>
                <a:gd name="T72" fmla="*/ 63 w 63"/>
                <a:gd name="T73" fmla="*/ 0 h 87"/>
                <a:gd name="T74" fmla="*/ 40 w 63"/>
                <a:gd name="T75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" h="87">
                  <a:moveTo>
                    <a:pt x="40" y="0"/>
                  </a:moveTo>
                  <a:cubicBezTo>
                    <a:pt x="40" y="3"/>
                    <a:pt x="40" y="3"/>
                    <a:pt x="40" y="3"/>
                  </a:cubicBezTo>
                  <a:cubicBezTo>
                    <a:pt x="42" y="3"/>
                    <a:pt x="44" y="4"/>
                    <a:pt x="45" y="5"/>
                  </a:cubicBezTo>
                  <a:cubicBezTo>
                    <a:pt x="46" y="6"/>
                    <a:pt x="46" y="7"/>
                    <a:pt x="46" y="9"/>
                  </a:cubicBezTo>
                  <a:cubicBezTo>
                    <a:pt x="46" y="10"/>
                    <a:pt x="46" y="12"/>
                    <a:pt x="46" y="13"/>
                  </a:cubicBezTo>
                  <a:cubicBezTo>
                    <a:pt x="45" y="14"/>
                    <a:pt x="45" y="16"/>
                    <a:pt x="44" y="1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5"/>
                    <a:pt x="20" y="13"/>
                    <a:pt x="19" y="12"/>
                  </a:cubicBezTo>
                  <a:cubicBezTo>
                    <a:pt x="19" y="11"/>
                    <a:pt x="19" y="10"/>
                    <a:pt x="19" y="8"/>
                  </a:cubicBezTo>
                  <a:cubicBezTo>
                    <a:pt x="19" y="7"/>
                    <a:pt x="19" y="6"/>
                    <a:pt x="19" y="6"/>
                  </a:cubicBezTo>
                  <a:cubicBezTo>
                    <a:pt x="20" y="5"/>
                    <a:pt x="20" y="5"/>
                    <a:pt x="21" y="4"/>
                  </a:cubicBezTo>
                  <a:cubicBezTo>
                    <a:pt x="22" y="4"/>
                    <a:pt x="23" y="3"/>
                    <a:pt x="25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3" y="4"/>
                    <a:pt x="3" y="4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6" y="8"/>
                    <a:pt x="7" y="10"/>
                    <a:pt x="8" y="13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4" y="64"/>
                    <a:pt x="23" y="67"/>
                    <a:pt x="21" y="70"/>
                  </a:cubicBezTo>
                  <a:cubicBezTo>
                    <a:pt x="20" y="72"/>
                    <a:pt x="18" y="74"/>
                    <a:pt x="17" y="75"/>
                  </a:cubicBezTo>
                  <a:cubicBezTo>
                    <a:pt x="16" y="76"/>
                    <a:pt x="15" y="77"/>
                    <a:pt x="14" y="78"/>
                  </a:cubicBezTo>
                  <a:cubicBezTo>
                    <a:pt x="13" y="78"/>
                    <a:pt x="12" y="78"/>
                    <a:pt x="11" y="78"/>
                  </a:cubicBezTo>
                  <a:cubicBezTo>
                    <a:pt x="10" y="78"/>
                    <a:pt x="8" y="78"/>
                    <a:pt x="8" y="77"/>
                  </a:cubicBezTo>
                  <a:cubicBezTo>
                    <a:pt x="7" y="77"/>
                    <a:pt x="6" y="75"/>
                    <a:pt x="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" y="87"/>
                    <a:pt x="6" y="87"/>
                    <a:pt x="8" y="87"/>
                  </a:cubicBezTo>
                  <a:cubicBezTo>
                    <a:pt x="12" y="87"/>
                    <a:pt x="15" y="86"/>
                    <a:pt x="17" y="84"/>
                  </a:cubicBezTo>
                  <a:cubicBezTo>
                    <a:pt x="20" y="83"/>
                    <a:pt x="22" y="80"/>
                    <a:pt x="24" y="77"/>
                  </a:cubicBezTo>
                  <a:cubicBezTo>
                    <a:pt x="27" y="74"/>
                    <a:pt x="29" y="70"/>
                    <a:pt x="31" y="65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1"/>
                    <a:pt x="56" y="9"/>
                    <a:pt x="57" y="8"/>
                  </a:cubicBezTo>
                  <a:cubicBezTo>
                    <a:pt x="58" y="6"/>
                    <a:pt x="59" y="5"/>
                    <a:pt x="60" y="4"/>
                  </a:cubicBezTo>
                  <a:cubicBezTo>
                    <a:pt x="60" y="4"/>
                    <a:pt x="62" y="3"/>
                    <a:pt x="63" y="3"/>
                  </a:cubicBezTo>
                  <a:cubicBezTo>
                    <a:pt x="63" y="0"/>
                    <a:pt x="63" y="0"/>
                    <a:pt x="6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</p:grpSp>
      <p:cxnSp>
        <p:nvCxnSpPr>
          <p:cNvPr id="126" name="直接连接符 125"/>
          <p:cNvCxnSpPr/>
          <p:nvPr userDrawn="1"/>
        </p:nvCxnSpPr>
        <p:spPr>
          <a:xfrm flipH="1">
            <a:off x="8718550" y="3118515"/>
            <a:ext cx="355480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ïṣḻîďe"/>
          <p:cNvSpPr/>
          <p:nvPr userDrawn="1"/>
        </p:nvSpPr>
        <p:spPr>
          <a:xfrm>
            <a:off x="8655750" y="3083019"/>
            <a:ext cx="70993" cy="709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28" name="组合 127"/>
          <p:cNvGrpSpPr/>
          <p:nvPr userDrawn="1"/>
        </p:nvGrpSpPr>
        <p:grpSpPr>
          <a:xfrm>
            <a:off x="1104049" y="3096788"/>
            <a:ext cx="242151" cy="129258"/>
            <a:chOff x="9317491" y="3629089"/>
            <a:chExt cx="242151" cy="129258"/>
          </a:xfrm>
        </p:grpSpPr>
        <p:cxnSp>
          <p:nvCxnSpPr>
            <p:cNvPr id="129" name="直接连接符 128"/>
            <p:cNvCxnSpPr/>
            <p:nvPr/>
          </p:nvCxnSpPr>
          <p:spPr>
            <a:xfrm>
              <a:off x="9317491" y="3629089"/>
              <a:ext cx="2421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9317491" y="3693718"/>
              <a:ext cx="2421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9317491" y="3758347"/>
              <a:ext cx="2421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/>
          <p:cNvGrpSpPr/>
          <p:nvPr userDrawn="1"/>
        </p:nvGrpSpPr>
        <p:grpSpPr>
          <a:xfrm>
            <a:off x="5817236" y="4533172"/>
            <a:ext cx="6291679" cy="2308481"/>
            <a:chOff x="675908" y="693106"/>
            <a:chExt cx="9053517" cy="3321826"/>
          </a:xfrm>
        </p:grpSpPr>
        <p:sp>
          <p:nvSpPr>
            <p:cNvPr id="133" name="îṥḻíḓé"/>
            <p:cNvSpPr txBox="1"/>
            <p:nvPr/>
          </p:nvSpPr>
          <p:spPr>
            <a:xfrm>
              <a:off x="675908" y="693106"/>
              <a:ext cx="2769328" cy="3321826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bg1">
                      <a:alpha val="6000"/>
                    </a:schemeClr>
                  </a:solidFill>
                  <a:latin typeface="Impact" panose="020B0806030902050204" pitchFamily="34" charset="0"/>
                </a:rPr>
                <a:t>2</a:t>
              </a:r>
              <a:endParaRPr lang="zh-CN" altLang="en-US" sz="9600" dirty="0">
                <a:solidFill>
                  <a:schemeClr val="bg1">
                    <a:alpha val="6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34" name="i$ļidê"/>
            <p:cNvSpPr txBox="1"/>
            <p:nvPr/>
          </p:nvSpPr>
          <p:spPr>
            <a:xfrm>
              <a:off x="2770637" y="693106"/>
              <a:ext cx="2769328" cy="3321826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bg1">
                      <a:alpha val="6000"/>
                    </a:schemeClr>
                  </a:solidFill>
                  <a:latin typeface="Impact" panose="020B0806030902050204" pitchFamily="34" charset="0"/>
                </a:rPr>
                <a:t>0</a:t>
              </a:r>
              <a:endParaRPr lang="zh-CN" altLang="en-US" sz="9600" dirty="0">
                <a:solidFill>
                  <a:schemeClr val="bg1">
                    <a:alpha val="6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35" name="íSľîḋe"/>
            <p:cNvSpPr txBox="1"/>
            <p:nvPr/>
          </p:nvSpPr>
          <p:spPr>
            <a:xfrm>
              <a:off x="4865366" y="693106"/>
              <a:ext cx="2769328" cy="3321826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bg1">
                      <a:alpha val="6000"/>
                    </a:schemeClr>
                  </a:solidFill>
                  <a:latin typeface="Impact" panose="020B0806030902050204" pitchFamily="34" charset="0"/>
                </a:rPr>
                <a:t>2</a:t>
              </a:r>
              <a:endParaRPr lang="zh-CN" altLang="en-US" sz="9600" dirty="0">
                <a:solidFill>
                  <a:schemeClr val="bg1">
                    <a:alpha val="6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36" name="îşḷïḋê"/>
            <p:cNvSpPr txBox="1"/>
            <p:nvPr/>
          </p:nvSpPr>
          <p:spPr>
            <a:xfrm>
              <a:off x="6960096" y="693106"/>
              <a:ext cx="2769329" cy="3321826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bg1">
                      <a:alpha val="6000"/>
                    </a:schemeClr>
                  </a:solidFill>
                  <a:latin typeface="Impact" panose="020B0806030902050204" pitchFamily="34" charset="0"/>
                </a:rPr>
                <a:t>4</a:t>
              </a:r>
              <a:endParaRPr lang="zh-CN" altLang="en-US" sz="9600" dirty="0">
                <a:solidFill>
                  <a:schemeClr val="bg1">
                    <a:alpha val="6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2095354" y="3616776"/>
            <a:ext cx="6170297" cy="55879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9801"/>
          <p:cNvSpPr>
            <a:spLocks noGrp="1"/>
          </p:cNvSpPr>
          <p:nvPr>
            <p:ph type="ctrTitle"/>
          </p:nvPr>
        </p:nvSpPr>
        <p:spPr>
          <a:xfrm>
            <a:off x="2095354" y="1521563"/>
            <a:ext cx="6170297" cy="20024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400" b="0" dirty="0">
                <a:solidFill>
                  <a:schemeClr val="bg1"/>
                </a:solidFill>
                <a:latin typeface="+mj-ea"/>
              </a:defRPr>
            </a:lvl1pPr>
          </a:lstStyle>
          <a:p>
            <a:pPr marL="0" lvl="0" indent="0" fontAlgn="b">
              <a:lnSpc>
                <a:spcPct val="120000"/>
              </a:lnSpc>
              <a:buFont typeface="Arial" panose="020B0604020202020204" pitchFamily="34" charset="0"/>
            </a:pPr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838997" y="5908386"/>
            <a:ext cx="168149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r">
              <a:buNone/>
              <a:defRPr lang="en-US" altLang="zh-CN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062920" y="5908386"/>
            <a:ext cx="168149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r">
              <a:buNone/>
              <a:defRPr lang="zh-CN" alt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9433" r="10177" b="137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işliḓé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78000"/>
                </a:schemeClr>
              </a:gs>
              <a:gs pos="93805">
                <a:schemeClr val="accent1"/>
              </a:gs>
              <a:gs pos="78000">
                <a:schemeClr val="accent1">
                  <a:alpha val="97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5088041" y="253365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5089157" y="342900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9433" r="10177" b="137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íşḻíḋè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78000"/>
                </a:schemeClr>
              </a:gs>
              <a:gs pos="93805">
                <a:schemeClr val="accent1"/>
              </a:gs>
              <a:gs pos="78000">
                <a:schemeClr val="accent1">
                  <a:alpha val="97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73100" y="1641129"/>
            <a:ext cx="10845798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3100" y="4397700"/>
            <a:ext cx="108457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673102" y="4101429"/>
            <a:ext cx="10845798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8296600" y="3118514"/>
            <a:ext cx="3895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 flipH="1">
            <a:off x="0" y="3118514"/>
            <a:ext cx="3895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0177532" y="572275"/>
            <a:ext cx="1342955" cy="378637"/>
            <a:chOff x="9840307" y="546890"/>
            <a:chExt cx="1680181" cy="473716"/>
          </a:xfrm>
        </p:grpSpPr>
        <p:grpSp>
          <p:nvGrpSpPr>
            <p:cNvPr id="12" name="ïšḻíḋè"/>
            <p:cNvGrpSpPr/>
            <p:nvPr/>
          </p:nvGrpSpPr>
          <p:grpSpPr>
            <a:xfrm>
              <a:off x="10406912" y="558676"/>
              <a:ext cx="255897" cy="302811"/>
              <a:chOff x="4859338" y="3143252"/>
              <a:chExt cx="1047750" cy="1239838"/>
            </a:xfrm>
            <a:solidFill>
              <a:schemeClr val="accent1"/>
            </a:solidFill>
          </p:grpSpPr>
          <p:sp>
            <p:nvSpPr>
              <p:cNvPr id="124" name="îṩḷide"/>
              <p:cNvSpPr/>
              <p:nvPr/>
            </p:nvSpPr>
            <p:spPr bwMode="auto">
              <a:xfrm>
                <a:off x="4859338" y="3451227"/>
                <a:ext cx="1001713" cy="931863"/>
              </a:xfrm>
              <a:custGeom>
                <a:avLst/>
                <a:gdLst>
                  <a:gd name="T0" fmla="*/ 99 w 154"/>
                  <a:gd name="T1" fmla="*/ 70 h 142"/>
                  <a:gd name="T2" fmla="*/ 96 w 154"/>
                  <a:gd name="T3" fmla="*/ 100 h 142"/>
                  <a:gd name="T4" fmla="*/ 82 w 154"/>
                  <a:gd name="T5" fmla="*/ 92 h 142"/>
                  <a:gd name="T6" fmla="*/ 94 w 154"/>
                  <a:gd name="T7" fmla="*/ 71 h 142"/>
                  <a:gd name="T8" fmla="*/ 87 w 154"/>
                  <a:gd name="T9" fmla="*/ 67 h 142"/>
                  <a:gd name="T10" fmla="*/ 87 w 154"/>
                  <a:gd name="T11" fmla="*/ 59 h 142"/>
                  <a:gd name="T12" fmla="*/ 112 w 154"/>
                  <a:gd name="T13" fmla="*/ 31 h 142"/>
                  <a:gd name="T14" fmla="*/ 101 w 154"/>
                  <a:gd name="T15" fmla="*/ 24 h 142"/>
                  <a:gd name="T16" fmla="*/ 79 w 154"/>
                  <a:gd name="T17" fmla="*/ 44 h 142"/>
                  <a:gd name="T18" fmla="*/ 79 w 154"/>
                  <a:gd name="T19" fmla="*/ 31 h 142"/>
                  <a:gd name="T20" fmla="*/ 104 w 154"/>
                  <a:gd name="T21" fmla="*/ 13 h 142"/>
                  <a:gd name="T22" fmla="*/ 107 w 154"/>
                  <a:gd name="T23" fmla="*/ 0 h 142"/>
                  <a:gd name="T24" fmla="*/ 45 w 154"/>
                  <a:gd name="T25" fmla="*/ 28 h 142"/>
                  <a:gd name="T26" fmla="*/ 42 w 154"/>
                  <a:gd name="T27" fmla="*/ 36 h 142"/>
                  <a:gd name="T28" fmla="*/ 64 w 154"/>
                  <a:gd name="T29" fmla="*/ 38 h 142"/>
                  <a:gd name="T30" fmla="*/ 72 w 154"/>
                  <a:gd name="T31" fmla="*/ 57 h 142"/>
                  <a:gd name="T32" fmla="*/ 55 w 154"/>
                  <a:gd name="T33" fmla="*/ 64 h 142"/>
                  <a:gd name="T34" fmla="*/ 70 w 154"/>
                  <a:gd name="T35" fmla="*/ 68 h 142"/>
                  <a:gd name="T36" fmla="*/ 70 w 154"/>
                  <a:gd name="T37" fmla="*/ 80 h 142"/>
                  <a:gd name="T38" fmla="*/ 24 w 154"/>
                  <a:gd name="T39" fmla="*/ 120 h 142"/>
                  <a:gd name="T40" fmla="*/ 0 w 154"/>
                  <a:gd name="T41" fmla="*/ 128 h 142"/>
                  <a:gd name="T42" fmla="*/ 21 w 154"/>
                  <a:gd name="T43" fmla="*/ 137 h 142"/>
                  <a:gd name="T44" fmla="*/ 66 w 154"/>
                  <a:gd name="T45" fmla="*/ 89 h 142"/>
                  <a:gd name="T46" fmla="*/ 64 w 154"/>
                  <a:gd name="T47" fmla="*/ 105 h 142"/>
                  <a:gd name="T48" fmla="*/ 32 w 154"/>
                  <a:gd name="T49" fmla="*/ 135 h 142"/>
                  <a:gd name="T50" fmla="*/ 44 w 154"/>
                  <a:gd name="T51" fmla="*/ 135 h 142"/>
                  <a:gd name="T52" fmla="*/ 68 w 154"/>
                  <a:gd name="T53" fmla="*/ 109 h 142"/>
                  <a:gd name="T54" fmla="*/ 61 w 154"/>
                  <a:gd name="T55" fmla="*/ 126 h 142"/>
                  <a:gd name="T56" fmla="*/ 83 w 154"/>
                  <a:gd name="T57" fmla="*/ 132 h 142"/>
                  <a:gd name="T58" fmla="*/ 84 w 154"/>
                  <a:gd name="T59" fmla="*/ 108 h 142"/>
                  <a:gd name="T60" fmla="*/ 105 w 154"/>
                  <a:gd name="T61" fmla="*/ 117 h 142"/>
                  <a:gd name="T62" fmla="*/ 117 w 154"/>
                  <a:gd name="T63" fmla="*/ 87 h 142"/>
                  <a:gd name="T64" fmla="*/ 130 w 154"/>
                  <a:gd name="T65" fmla="*/ 82 h 142"/>
                  <a:gd name="T66" fmla="*/ 128 w 154"/>
                  <a:gd name="T67" fmla="*/ 118 h 142"/>
                  <a:gd name="T68" fmla="*/ 139 w 154"/>
                  <a:gd name="T69" fmla="*/ 115 h 142"/>
                  <a:gd name="T70" fmla="*/ 134 w 154"/>
                  <a:gd name="T71" fmla="*/ 78 h 142"/>
                  <a:gd name="T72" fmla="*/ 150 w 154"/>
                  <a:gd name="T73" fmla="*/ 65 h 142"/>
                  <a:gd name="T74" fmla="*/ 154 w 154"/>
                  <a:gd name="T75" fmla="*/ 52 h 142"/>
                  <a:gd name="T76" fmla="*/ 113 w 154"/>
                  <a:gd name="T77" fmla="*/ 84 h 142"/>
                  <a:gd name="T78" fmla="*/ 99 w 154"/>
                  <a:gd name="T79" fmla="*/ 7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54" h="142">
                    <a:moveTo>
                      <a:pt x="99" y="70"/>
                    </a:moveTo>
                    <a:cubicBezTo>
                      <a:pt x="96" y="100"/>
                      <a:pt x="96" y="100"/>
                      <a:pt x="96" y="100"/>
                    </a:cubicBezTo>
                    <a:cubicBezTo>
                      <a:pt x="92" y="97"/>
                      <a:pt x="86" y="98"/>
                      <a:pt x="82" y="92"/>
                    </a:cubicBezTo>
                    <a:cubicBezTo>
                      <a:pt x="81" y="80"/>
                      <a:pt x="82" y="72"/>
                      <a:pt x="94" y="71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100" y="55"/>
                      <a:pt x="90" y="43"/>
                      <a:pt x="112" y="31"/>
                    </a:cubicBezTo>
                    <a:cubicBezTo>
                      <a:pt x="111" y="24"/>
                      <a:pt x="108" y="22"/>
                      <a:pt x="101" y="24"/>
                    </a:cubicBezTo>
                    <a:cubicBezTo>
                      <a:pt x="90" y="27"/>
                      <a:pt x="100" y="57"/>
                      <a:pt x="79" y="44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84" y="24"/>
                      <a:pt x="92" y="18"/>
                      <a:pt x="104" y="13"/>
                    </a:cubicBezTo>
                    <a:cubicBezTo>
                      <a:pt x="107" y="8"/>
                      <a:pt x="109" y="5"/>
                      <a:pt x="107" y="0"/>
                    </a:cubicBezTo>
                    <a:cubicBezTo>
                      <a:pt x="91" y="14"/>
                      <a:pt x="62" y="33"/>
                      <a:pt x="45" y="28"/>
                    </a:cubicBezTo>
                    <a:cubicBezTo>
                      <a:pt x="42" y="28"/>
                      <a:pt x="42" y="33"/>
                      <a:pt x="42" y="36"/>
                    </a:cubicBezTo>
                    <a:cubicBezTo>
                      <a:pt x="46" y="50"/>
                      <a:pt x="58" y="40"/>
                      <a:pt x="64" y="38"/>
                    </a:cubicBezTo>
                    <a:cubicBezTo>
                      <a:pt x="61" y="53"/>
                      <a:pt x="74" y="44"/>
                      <a:pt x="72" y="57"/>
                    </a:cubicBezTo>
                    <a:cubicBezTo>
                      <a:pt x="65" y="59"/>
                      <a:pt x="54" y="56"/>
                      <a:pt x="55" y="64"/>
                    </a:cubicBezTo>
                    <a:cubicBezTo>
                      <a:pt x="56" y="74"/>
                      <a:pt x="65" y="66"/>
                      <a:pt x="70" y="68"/>
                    </a:cubicBezTo>
                    <a:cubicBezTo>
                      <a:pt x="72" y="72"/>
                      <a:pt x="70" y="76"/>
                      <a:pt x="70" y="80"/>
                    </a:cubicBezTo>
                    <a:cubicBezTo>
                      <a:pt x="60" y="85"/>
                      <a:pt x="47" y="105"/>
                      <a:pt x="24" y="12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" y="136"/>
                      <a:pt x="10" y="138"/>
                      <a:pt x="21" y="137"/>
                    </a:cubicBezTo>
                    <a:cubicBezTo>
                      <a:pt x="36" y="118"/>
                      <a:pt x="51" y="100"/>
                      <a:pt x="66" y="89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47" y="118"/>
                      <a:pt x="36" y="127"/>
                      <a:pt x="32" y="135"/>
                    </a:cubicBezTo>
                    <a:cubicBezTo>
                      <a:pt x="35" y="142"/>
                      <a:pt x="37" y="139"/>
                      <a:pt x="44" y="135"/>
                    </a:cubicBezTo>
                    <a:cubicBezTo>
                      <a:pt x="51" y="121"/>
                      <a:pt x="58" y="112"/>
                      <a:pt x="68" y="109"/>
                    </a:cubicBezTo>
                    <a:cubicBezTo>
                      <a:pt x="74" y="115"/>
                      <a:pt x="67" y="119"/>
                      <a:pt x="61" y="126"/>
                    </a:cubicBezTo>
                    <a:cubicBezTo>
                      <a:pt x="64" y="136"/>
                      <a:pt x="77" y="134"/>
                      <a:pt x="83" y="132"/>
                    </a:cubicBezTo>
                    <a:cubicBezTo>
                      <a:pt x="86" y="124"/>
                      <a:pt x="86" y="116"/>
                      <a:pt x="84" y="108"/>
                    </a:cubicBezTo>
                    <a:cubicBezTo>
                      <a:pt x="90" y="115"/>
                      <a:pt x="97" y="118"/>
                      <a:pt x="105" y="117"/>
                    </a:cubicBezTo>
                    <a:cubicBezTo>
                      <a:pt x="109" y="106"/>
                      <a:pt x="112" y="99"/>
                      <a:pt x="117" y="87"/>
                    </a:cubicBezTo>
                    <a:cubicBezTo>
                      <a:pt x="130" y="82"/>
                      <a:pt x="130" y="82"/>
                      <a:pt x="130" y="82"/>
                    </a:cubicBezTo>
                    <a:cubicBezTo>
                      <a:pt x="125" y="97"/>
                      <a:pt x="123" y="110"/>
                      <a:pt x="128" y="118"/>
                    </a:cubicBezTo>
                    <a:cubicBezTo>
                      <a:pt x="131" y="120"/>
                      <a:pt x="136" y="120"/>
                      <a:pt x="139" y="115"/>
                    </a:cubicBezTo>
                    <a:cubicBezTo>
                      <a:pt x="140" y="102"/>
                      <a:pt x="137" y="91"/>
                      <a:pt x="134" y="78"/>
                    </a:cubicBezTo>
                    <a:cubicBezTo>
                      <a:pt x="137" y="71"/>
                      <a:pt x="149" y="74"/>
                      <a:pt x="150" y="65"/>
                    </a:cubicBezTo>
                    <a:cubicBezTo>
                      <a:pt x="154" y="52"/>
                      <a:pt x="154" y="52"/>
                      <a:pt x="154" y="52"/>
                    </a:cubicBezTo>
                    <a:cubicBezTo>
                      <a:pt x="144" y="52"/>
                      <a:pt x="127" y="73"/>
                      <a:pt x="113" y="84"/>
                    </a:cubicBezTo>
                    <a:cubicBezTo>
                      <a:pt x="111" y="73"/>
                      <a:pt x="106" y="68"/>
                      <a:pt x="99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îšļîḓê"/>
              <p:cNvSpPr/>
              <p:nvPr/>
            </p:nvSpPr>
            <p:spPr bwMode="auto">
              <a:xfrm>
                <a:off x="5405438" y="3143252"/>
                <a:ext cx="241300" cy="295275"/>
              </a:xfrm>
              <a:custGeom>
                <a:avLst/>
                <a:gdLst>
                  <a:gd name="T0" fmla="*/ 0 w 37"/>
                  <a:gd name="T1" fmla="*/ 43 h 45"/>
                  <a:gd name="T2" fmla="*/ 37 w 37"/>
                  <a:gd name="T3" fmla="*/ 24 h 45"/>
                  <a:gd name="T4" fmla="*/ 0 w 37"/>
                  <a:gd name="T5" fmla="*/ 2 h 45"/>
                  <a:gd name="T6" fmla="*/ 0 w 37"/>
                  <a:gd name="T7" fmla="*/ 4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45">
                    <a:moveTo>
                      <a:pt x="0" y="43"/>
                    </a:moveTo>
                    <a:cubicBezTo>
                      <a:pt x="25" y="45"/>
                      <a:pt x="33" y="38"/>
                      <a:pt x="37" y="24"/>
                    </a:cubicBezTo>
                    <a:cubicBezTo>
                      <a:pt x="36" y="0"/>
                      <a:pt x="22" y="11"/>
                      <a:pt x="0" y="2"/>
                    </a:cubicBezTo>
                    <a:cubicBezTo>
                      <a:pt x="13" y="24"/>
                      <a:pt x="16" y="33"/>
                      <a:pt x="0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îṩlídé"/>
              <p:cNvSpPr/>
              <p:nvPr/>
            </p:nvSpPr>
            <p:spPr bwMode="auto">
              <a:xfrm>
                <a:off x="5562600" y="3568702"/>
                <a:ext cx="344488" cy="236538"/>
              </a:xfrm>
              <a:custGeom>
                <a:avLst/>
                <a:gdLst>
                  <a:gd name="T0" fmla="*/ 52 w 53"/>
                  <a:gd name="T1" fmla="*/ 3 h 36"/>
                  <a:gd name="T2" fmla="*/ 39 w 53"/>
                  <a:gd name="T3" fmla="*/ 3 h 36"/>
                  <a:gd name="T4" fmla="*/ 2 w 53"/>
                  <a:gd name="T5" fmla="*/ 28 h 36"/>
                  <a:gd name="T6" fmla="*/ 16 w 53"/>
                  <a:gd name="T7" fmla="*/ 34 h 36"/>
                  <a:gd name="T8" fmla="*/ 44 w 53"/>
                  <a:gd name="T9" fmla="*/ 16 h 36"/>
                  <a:gd name="T10" fmla="*/ 52 w 53"/>
                  <a:gd name="T1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36">
                    <a:moveTo>
                      <a:pt x="52" y="3"/>
                    </a:moveTo>
                    <a:cubicBezTo>
                      <a:pt x="47" y="0"/>
                      <a:pt x="43" y="0"/>
                      <a:pt x="39" y="3"/>
                    </a:cubicBezTo>
                    <a:cubicBezTo>
                      <a:pt x="32" y="11"/>
                      <a:pt x="0" y="26"/>
                      <a:pt x="2" y="28"/>
                    </a:cubicBezTo>
                    <a:cubicBezTo>
                      <a:pt x="1" y="34"/>
                      <a:pt x="5" y="36"/>
                      <a:pt x="16" y="34"/>
                    </a:cubicBezTo>
                    <a:cubicBezTo>
                      <a:pt x="26" y="24"/>
                      <a:pt x="35" y="17"/>
                      <a:pt x="44" y="16"/>
                    </a:cubicBezTo>
                    <a:cubicBezTo>
                      <a:pt x="50" y="12"/>
                      <a:pt x="53" y="8"/>
                      <a:pt x="5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iŝľiḍè"/>
            <p:cNvGrpSpPr/>
            <p:nvPr/>
          </p:nvGrpSpPr>
          <p:grpSpPr>
            <a:xfrm>
              <a:off x="10763028" y="619664"/>
              <a:ext cx="186703" cy="226577"/>
              <a:chOff x="6310313" y="3359152"/>
              <a:chExt cx="795338" cy="965200"/>
            </a:xfrm>
            <a:solidFill>
              <a:schemeClr val="accent1"/>
            </a:solidFill>
          </p:grpSpPr>
          <p:sp>
            <p:nvSpPr>
              <p:cNvPr id="122" name="ïśḻíḍé"/>
              <p:cNvSpPr/>
              <p:nvPr/>
            </p:nvSpPr>
            <p:spPr bwMode="auto">
              <a:xfrm>
                <a:off x="6310313" y="3359152"/>
                <a:ext cx="463550" cy="931863"/>
              </a:xfrm>
              <a:custGeom>
                <a:avLst/>
                <a:gdLst>
                  <a:gd name="T0" fmla="*/ 45 w 71"/>
                  <a:gd name="T1" fmla="*/ 75 h 142"/>
                  <a:gd name="T2" fmla="*/ 32 w 71"/>
                  <a:gd name="T3" fmla="*/ 70 h 142"/>
                  <a:gd name="T4" fmla="*/ 39 w 71"/>
                  <a:gd name="T5" fmla="*/ 59 h 142"/>
                  <a:gd name="T6" fmla="*/ 34 w 71"/>
                  <a:gd name="T7" fmla="*/ 49 h 142"/>
                  <a:gd name="T8" fmla="*/ 65 w 71"/>
                  <a:gd name="T9" fmla="*/ 15 h 142"/>
                  <a:gd name="T10" fmla="*/ 65 w 71"/>
                  <a:gd name="T11" fmla="*/ 0 h 142"/>
                  <a:gd name="T12" fmla="*/ 25 w 71"/>
                  <a:gd name="T13" fmla="*/ 4 h 142"/>
                  <a:gd name="T14" fmla="*/ 26 w 71"/>
                  <a:gd name="T15" fmla="*/ 15 h 142"/>
                  <a:gd name="T16" fmla="*/ 44 w 71"/>
                  <a:gd name="T17" fmla="*/ 16 h 142"/>
                  <a:gd name="T18" fmla="*/ 42 w 71"/>
                  <a:gd name="T19" fmla="*/ 27 h 142"/>
                  <a:gd name="T20" fmla="*/ 25 w 71"/>
                  <a:gd name="T21" fmla="*/ 53 h 142"/>
                  <a:gd name="T22" fmla="*/ 31 w 71"/>
                  <a:gd name="T23" fmla="*/ 61 h 142"/>
                  <a:gd name="T24" fmla="*/ 20 w 71"/>
                  <a:gd name="T25" fmla="*/ 76 h 142"/>
                  <a:gd name="T26" fmla="*/ 34 w 71"/>
                  <a:gd name="T27" fmla="*/ 81 h 142"/>
                  <a:gd name="T28" fmla="*/ 28 w 71"/>
                  <a:gd name="T29" fmla="*/ 91 h 142"/>
                  <a:gd name="T30" fmla="*/ 16 w 71"/>
                  <a:gd name="T31" fmla="*/ 83 h 142"/>
                  <a:gd name="T32" fmla="*/ 15 w 71"/>
                  <a:gd name="T33" fmla="*/ 102 h 142"/>
                  <a:gd name="T34" fmla="*/ 1 w 71"/>
                  <a:gd name="T35" fmla="*/ 101 h 142"/>
                  <a:gd name="T36" fmla="*/ 0 w 71"/>
                  <a:gd name="T37" fmla="*/ 110 h 142"/>
                  <a:gd name="T38" fmla="*/ 7 w 71"/>
                  <a:gd name="T39" fmla="*/ 119 h 142"/>
                  <a:gd name="T40" fmla="*/ 33 w 71"/>
                  <a:gd name="T41" fmla="*/ 137 h 142"/>
                  <a:gd name="T42" fmla="*/ 46 w 71"/>
                  <a:gd name="T43" fmla="*/ 78 h 142"/>
                  <a:gd name="T44" fmla="*/ 45 w 71"/>
                  <a:gd name="T45" fmla="*/ 75 h 142"/>
                  <a:gd name="T46" fmla="*/ 30 w 71"/>
                  <a:gd name="T47" fmla="*/ 128 h 142"/>
                  <a:gd name="T48" fmla="*/ 24 w 71"/>
                  <a:gd name="T49" fmla="*/ 133 h 142"/>
                  <a:gd name="T50" fmla="*/ 22 w 71"/>
                  <a:gd name="T51" fmla="*/ 119 h 142"/>
                  <a:gd name="T52" fmla="*/ 30 w 71"/>
                  <a:gd name="T53" fmla="*/ 111 h 142"/>
                  <a:gd name="T54" fmla="*/ 30 w 71"/>
                  <a:gd name="T55" fmla="*/ 12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142">
                    <a:moveTo>
                      <a:pt x="45" y="75"/>
                    </a:moveTo>
                    <a:cubicBezTo>
                      <a:pt x="40" y="73"/>
                      <a:pt x="31" y="74"/>
                      <a:pt x="32" y="70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4"/>
                      <a:pt x="38" y="51"/>
                      <a:pt x="34" y="49"/>
                    </a:cubicBezTo>
                    <a:cubicBezTo>
                      <a:pt x="38" y="40"/>
                      <a:pt x="50" y="28"/>
                      <a:pt x="65" y="15"/>
                    </a:cubicBezTo>
                    <a:cubicBezTo>
                      <a:pt x="71" y="8"/>
                      <a:pt x="71" y="3"/>
                      <a:pt x="65" y="0"/>
                    </a:cubicBezTo>
                    <a:cubicBezTo>
                      <a:pt x="52" y="7"/>
                      <a:pt x="40" y="2"/>
                      <a:pt x="25" y="4"/>
                    </a:cubicBezTo>
                    <a:cubicBezTo>
                      <a:pt x="24" y="5"/>
                      <a:pt x="23" y="10"/>
                      <a:pt x="26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9" y="19"/>
                      <a:pt x="43" y="23"/>
                      <a:pt x="42" y="27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2" y="66"/>
                      <a:pt x="23" y="72"/>
                      <a:pt x="20" y="76"/>
                    </a:cubicBezTo>
                    <a:cubicBezTo>
                      <a:pt x="24" y="78"/>
                      <a:pt x="32" y="77"/>
                      <a:pt x="34" y="8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1" y="92"/>
                      <a:pt x="18" y="89"/>
                      <a:pt x="16" y="83"/>
                    </a:cubicBezTo>
                    <a:cubicBezTo>
                      <a:pt x="9" y="90"/>
                      <a:pt x="9" y="95"/>
                      <a:pt x="15" y="102"/>
                    </a:cubicBezTo>
                    <a:cubicBezTo>
                      <a:pt x="1" y="101"/>
                      <a:pt x="1" y="101"/>
                      <a:pt x="1" y="101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7" y="119"/>
                      <a:pt x="7" y="119"/>
                      <a:pt x="7" y="119"/>
                    </a:cubicBezTo>
                    <a:cubicBezTo>
                      <a:pt x="10" y="133"/>
                      <a:pt x="18" y="142"/>
                      <a:pt x="33" y="137"/>
                    </a:cubicBezTo>
                    <a:cubicBezTo>
                      <a:pt x="32" y="123"/>
                      <a:pt x="41" y="91"/>
                      <a:pt x="46" y="78"/>
                    </a:cubicBezTo>
                    <a:lnTo>
                      <a:pt x="45" y="75"/>
                    </a:lnTo>
                    <a:close/>
                    <a:moveTo>
                      <a:pt x="30" y="128"/>
                    </a:moveTo>
                    <a:cubicBezTo>
                      <a:pt x="30" y="133"/>
                      <a:pt x="26" y="131"/>
                      <a:pt x="24" y="133"/>
                    </a:cubicBezTo>
                    <a:cubicBezTo>
                      <a:pt x="21" y="130"/>
                      <a:pt x="20" y="126"/>
                      <a:pt x="22" y="119"/>
                    </a:cubicBezTo>
                    <a:cubicBezTo>
                      <a:pt x="26" y="112"/>
                      <a:pt x="28" y="109"/>
                      <a:pt x="30" y="111"/>
                    </a:cubicBezTo>
                    <a:cubicBezTo>
                      <a:pt x="32" y="111"/>
                      <a:pt x="30" y="122"/>
                      <a:pt x="30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îṣlïḑè"/>
              <p:cNvSpPr/>
              <p:nvPr/>
            </p:nvSpPr>
            <p:spPr bwMode="auto">
              <a:xfrm>
                <a:off x="6532563" y="3371852"/>
                <a:ext cx="573088" cy="952500"/>
              </a:xfrm>
              <a:custGeom>
                <a:avLst/>
                <a:gdLst>
                  <a:gd name="T0" fmla="*/ 85 w 88"/>
                  <a:gd name="T1" fmla="*/ 19 h 145"/>
                  <a:gd name="T2" fmla="*/ 88 w 88"/>
                  <a:gd name="T3" fmla="*/ 12 h 145"/>
                  <a:gd name="T4" fmla="*/ 79 w 88"/>
                  <a:gd name="T5" fmla="*/ 8 h 145"/>
                  <a:gd name="T6" fmla="*/ 23 w 88"/>
                  <a:gd name="T7" fmla="*/ 28 h 145"/>
                  <a:gd name="T8" fmla="*/ 42 w 88"/>
                  <a:gd name="T9" fmla="*/ 32 h 145"/>
                  <a:gd name="T10" fmla="*/ 41 w 88"/>
                  <a:gd name="T11" fmla="*/ 42 h 145"/>
                  <a:gd name="T12" fmla="*/ 26 w 88"/>
                  <a:gd name="T13" fmla="*/ 47 h 145"/>
                  <a:gd name="T14" fmla="*/ 17 w 88"/>
                  <a:gd name="T15" fmla="*/ 70 h 145"/>
                  <a:gd name="T16" fmla="*/ 27 w 88"/>
                  <a:gd name="T17" fmla="*/ 69 h 145"/>
                  <a:gd name="T18" fmla="*/ 41 w 88"/>
                  <a:gd name="T19" fmla="*/ 46 h 145"/>
                  <a:gd name="T20" fmla="*/ 40 w 88"/>
                  <a:gd name="T21" fmla="*/ 67 h 145"/>
                  <a:gd name="T22" fmla="*/ 25 w 88"/>
                  <a:gd name="T23" fmla="*/ 81 h 145"/>
                  <a:gd name="T24" fmla="*/ 7 w 88"/>
                  <a:gd name="T25" fmla="*/ 106 h 145"/>
                  <a:gd name="T26" fmla="*/ 17 w 88"/>
                  <a:gd name="T27" fmla="*/ 118 h 145"/>
                  <a:gd name="T28" fmla="*/ 25 w 88"/>
                  <a:gd name="T29" fmla="*/ 112 h 145"/>
                  <a:gd name="T30" fmla="*/ 23 w 88"/>
                  <a:gd name="T31" fmla="*/ 98 h 145"/>
                  <a:gd name="T32" fmla="*/ 39 w 88"/>
                  <a:gd name="T33" fmla="*/ 85 h 145"/>
                  <a:gd name="T34" fmla="*/ 32 w 88"/>
                  <a:gd name="T35" fmla="*/ 101 h 145"/>
                  <a:gd name="T36" fmla="*/ 31 w 88"/>
                  <a:gd name="T37" fmla="*/ 124 h 145"/>
                  <a:gd name="T38" fmla="*/ 2 w 88"/>
                  <a:gd name="T39" fmla="*/ 140 h 145"/>
                  <a:gd name="T40" fmla="*/ 17 w 88"/>
                  <a:gd name="T41" fmla="*/ 145 h 145"/>
                  <a:gd name="T42" fmla="*/ 60 w 88"/>
                  <a:gd name="T43" fmla="*/ 123 h 145"/>
                  <a:gd name="T44" fmla="*/ 62 w 88"/>
                  <a:gd name="T45" fmla="*/ 115 h 145"/>
                  <a:gd name="T46" fmla="*/ 47 w 88"/>
                  <a:gd name="T47" fmla="*/ 115 h 145"/>
                  <a:gd name="T48" fmla="*/ 49 w 88"/>
                  <a:gd name="T49" fmla="*/ 88 h 145"/>
                  <a:gd name="T50" fmla="*/ 65 w 88"/>
                  <a:gd name="T51" fmla="*/ 81 h 145"/>
                  <a:gd name="T52" fmla="*/ 58 w 88"/>
                  <a:gd name="T53" fmla="*/ 78 h 145"/>
                  <a:gd name="T54" fmla="*/ 58 w 88"/>
                  <a:gd name="T55" fmla="*/ 58 h 145"/>
                  <a:gd name="T56" fmla="*/ 70 w 88"/>
                  <a:gd name="T57" fmla="*/ 38 h 145"/>
                  <a:gd name="T58" fmla="*/ 53 w 88"/>
                  <a:gd name="T59" fmla="*/ 35 h 145"/>
                  <a:gd name="T60" fmla="*/ 53 w 88"/>
                  <a:gd name="T61" fmla="*/ 26 h 145"/>
                  <a:gd name="T62" fmla="*/ 85 w 88"/>
                  <a:gd name="T63" fmla="*/ 19 h 145"/>
                  <a:gd name="T64" fmla="*/ 54 w 88"/>
                  <a:gd name="T65" fmla="*/ 42 h 145"/>
                  <a:gd name="T66" fmla="*/ 63 w 88"/>
                  <a:gd name="T67" fmla="*/ 42 h 145"/>
                  <a:gd name="T68" fmla="*/ 54 w 88"/>
                  <a:gd name="T69" fmla="*/ 52 h 145"/>
                  <a:gd name="T70" fmla="*/ 54 w 88"/>
                  <a:gd name="T71" fmla="*/ 42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8" h="145">
                    <a:moveTo>
                      <a:pt x="85" y="19"/>
                    </a:moveTo>
                    <a:cubicBezTo>
                      <a:pt x="88" y="12"/>
                      <a:pt x="88" y="12"/>
                      <a:pt x="88" y="12"/>
                    </a:cubicBezTo>
                    <a:cubicBezTo>
                      <a:pt x="87" y="2"/>
                      <a:pt x="83" y="0"/>
                      <a:pt x="79" y="8"/>
                    </a:cubicBezTo>
                    <a:cubicBezTo>
                      <a:pt x="76" y="16"/>
                      <a:pt x="34" y="28"/>
                      <a:pt x="23" y="28"/>
                    </a:cubicBezTo>
                    <a:cubicBezTo>
                      <a:pt x="10" y="36"/>
                      <a:pt x="36" y="33"/>
                      <a:pt x="42" y="3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0" y="54"/>
                      <a:pt x="19" y="67"/>
                      <a:pt x="17" y="70"/>
                    </a:cubicBezTo>
                    <a:cubicBezTo>
                      <a:pt x="20" y="72"/>
                      <a:pt x="26" y="72"/>
                      <a:pt x="27" y="69"/>
                    </a:cubicBezTo>
                    <a:cubicBezTo>
                      <a:pt x="28" y="57"/>
                      <a:pt x="33" y="48"/>
                      <a:pt x="41" y="46"/>
                    </a:cubicBezTo>
                    <a:cubicBezTo>
                      <a:pt x="43" y="45"/>
                      <a:pt x="40" y="60"/>
                      <a:pt x="40" y="67"/>
                    </a:cubicBezTo>
                    <a:cubicBezTo>
                      <a:pt x="35" y="68"/>
                      <a:pt x="45" y="72"/>
                      <a:pt x="25" y="81"/>
                    </a:cubicBezTo>
                    <a:cubicBezTo>
                      <a:pt x="27" y="92"/>
                      <a:pt x="13" y="97"/>
                      <a:pt x="7" y="106"/>
                    </a:cubicBezTo>
                    <a:cubicBezTo>
                      <a:pt x="10" y="117"/>
                      <a:pt x="14" y="120"/>
                      <a:pt x="17" y="118"/>
                    </a:cubicBezTo>
                    <a:cubicBezTo>
                      <a:pt x="20" y="120"/>
                      <a:pt x="23" y="118"/>
                      <a:pt x="25" y="112"/>
                    </a:cubicBezTo>
                    <a:cubicBezTo>
                      <a:pt x="19" y="105"/>
                      <a:pt x="19" y="100"/>
                      <a:pt x="23" y="98"/>
                    </a:cubicBezTo>
                    <a:cubicBezTo>
                      <a:pt x="29" y="90"/>
                      <a:pt x="30" y="83"/>
                      <a:pt x="39" y="85"/>
                    </a:cubicBezTo>
                    <a:cubicBezTo>
                      <a:pt x="36" y="91"/>
                      <a:pt x="41" y="99"/>
                      <a:pt x="32" y="101"/>
                    </a:cubicBezTo>
                    <a:cubicBezTo>
                      <a:pt x="27" y="100"/>
                      <a:pt x="32" y="119"/>
                      <a:pt x="31" y="124"/>
                    </a:cubicBezTo>
                    <a:cubicBezTo>
                      <a:pt x="7" y="130"/>
                      <a:pt x="0" y="134"/>
                      <a:pt x="2" y="140"/>
                    </a:cubicBezTo>
                    <a:cubicBezTo>
                      <a:pt x="2" y="145"/>
                      <a:pt x="8" y="144"/>
                      <a:pt x="17" y="145"/>
                    </a:cubicBezTo>
                    <a:cubicBezTo>
                      <a:pt x="30" y="134"/>
                      <a:pt x="41" y="128"/>
                      <a:pt x="60" y="123"/>
                    </a:cubicBezTo>
                    <a:cubicBezTo>
                      <a:pt x="64" y="122"/>
                      <a:pt x="64" y="117"/>
                      <a:pt x="62" y="115"/>
                    </a:cubicBezTo>
                    <a:cubicBezTo>
                      <a:pt x="59" y="111"/>
                      <a:pt x="52" y="115"/>
                      <a:pt x="47" y="115"/>
                    </a:cubicBezTo>
                    <a:cubicBezTo>
                      <a:pt x="51" y="106"/>
                      <a:pt x="46" y="95"/>
                      <a:pt x="49" y="88"/>
                    </a:cubicBezTo>
                    <a:cubicBezTo>
                      <a:pt x="55" y="82"/>
                      <a:pt x="61" y="84"/>
                      <a:pt x="65" y="81"/>
                    </a:cubicBezTo>
                    <a:cubicBezTo>
                      <a:pt x="63" y="80"/>
                      <a:pt x="64" y="76"/>
                      <a:pt x="58" y="78"/>
                    </a:cubicBezTo>
                    <a:cubicBezTo>
                      <a:pt x="56" y="72"/>
                      <a:pt x="63" y="64"/>
                      <a:pt x="58" y="58"/>
                    </a:cubicBezTo>
                    <a:cubicBezTo>
                      <a:pt x="64" y="55"/>
                      <a:pt x="67" y="49"/>
                      <a:pt x="70" y="38"/>
                    </a:cubicBezTo>
                    <a:cubicBezTo>
                      <a:pt x="68" y="31"/>
                      <a:pt x="59" y="36"/>
                      <a:pt x="53" y="35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63" y="26"/>
                      <a:pt x="72" y="19"/>
                      <a:pt x="85" y="19"/>
                    </a:cubicBezTo>
                    <a:close/>
                    <a:moveTo>
                      <a:pt x="54" y="42"/>
                    </a:moveTo>
                    <a:cubicBezTo>
                      <a:pt x="58" y="44"/>
                      <a:pt x="61" y="38"/>
                      <a:pt x="63" y="42"/>
                    </a:cubicBezTo>
                    <a:cubicBezTo>
                      <a:pt x="63" y="46"/>
                      <a:pt x="59" y="52"/>
                      <a:pt x="54" y="52"/>
                    </a:cubicBezTo>
                    <a:cubicBezTo>
                      <a:pt x="54" y="49"/>
                      <a:pt x="55" y="45"/>
                      <a:pt x="5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íSḷîḍé"/>
            <p:cNvSpPr/>
            <p:nvPr/>
          </p:nvSpPr>
          <p:spPr bwMode="auto">
            <a:xfrm>
              <a:off x="11053724" y="594698"/>
              <a:ext cx="179742" cy="255488"/>
            </a:xfrm>
            <a:custGeom>
              <a:avLst/>
              <a:gdLst>
                <a:gd name="T0" fmla="*/ 43 w 107"/>
                <a:gd name="T1" fmla="*/ 2 h 151"/>
                <a:gd name="T2" fmla="*/ 66 w 107"/>
                <a:gd name="T3" fmla="*/ 15 h 151"/>
                <a:gd name="T4" fmla="*/ 58 w 107"/>
                <a:gd name="T5" fmla="*/ 81 h 151"/>
                <a:gd name="T6" fmla="*/ 76 w 107"/>
                <a:gd name="T7" fmla="*/ 70 h 151"/>
                <a:gd name="T8" fmla="*/ 79 w 107"/>
                <a:gd name="T9" fmla="*/ 58 h 151"/>
                <a:gd name="T10" fmla="*/ 94 w 107"/>
                <a:gd name="T11" fmla="*/ 76 h 151"/>
                <a:gd name="T12" fmla="*/ 59 w 107"/>
                <a:gd name="T13" fmla="*/ 98 h 151"/>
                <a:gd name="T14" fmla="*/ 107 w 107"/>
                <a:gd name="T15" fmla="*/ 144 h 151"/>
                <a:gd name="T16" fmla="*/ 74 w 107"/>
                <a:gd name="T17" fmla="*/ 145 h 151"/>
                <a:gd name="T18" fmla="*/ 53 w 107"/>
                <a:gd name="T19" fmla="*/ 104 h 151"/>
                <a:gd name="T20" fmla="*/ 30 w 107"/>
                <a:gd name="T21" fmla="*/ 136 h 151"/>
                <a:gd name="T22" fmla="*/ 0 w 107"/>
                <a:gd name="T23" fmla="*/ 136 h 151"/>
                <a:gd name="T24" fmla="*/ 41 w 107"/>
                <a:gd name="T25" fmla="*/ 108 h 151"/>
                <a:gd name="T26" fmla="*/ 14 w 107"/>
                <a:gd name="T27" fmla="*/ 115 h 151"/>
                <a:gd name="T28" fmla="*/ 8 w 107"/>
                <a:gd name="T29" fmla="*/ 99 h 151"/>
                <a:gd name="T30" fmla="*/ 45 w 107"/>
                <a:gd name="T31" fmla="*/ 86 h 151"/>
                <a:gd name="T32" fmla="*/ 52 w 107"/>
                <a:gd name="T33" fmla="*/ 29 h 151"/>
                <a:gd name="T34" fmla="*/ 43 w 107"/>
                <a:gd name="T35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151">
                  <a:moveTo>
                    <a:pt x="43" y="2"/>
                  </a:moveTo>
                  <a:cubicBezTo>
                    <a:pt x="53" y="0"/>
                    <a:pt x="60" y="2"/>
                    <a:pt x="66" y="15"/>
                  </a:cubicBezTo>
                  <a:cubicBezTo>
                    <a:pt x="63" y="37"/>
                    <a:pt x="56" y="38"/>
                    <a:pt x="58" y="81"/>
                  </a:cubicBezTo>
                  <a:cubicBezTo>
                    <a:pt x="60" y="83"/>
                    <a:pt x="70" y="78"/>
                    <a:pt x="76" y="70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6" y="58"/>
                    <a:pt x="91" y="64"/>
                    <a:pt x="94" y="76"/>
                  </a:cubicBezTo>
                  <a:cubicBezTo>
                    <a:pt x="81" y="90"/>
                    <a:pt x="54" y="92"/>
                    <a:pt x="59" y="98"/>
                  </a:cubicBezTo>
                  <a:cubicBezTo>
                    <a:pt x="67" y="115"/>
                    <a:pt x="84" y="130"/>
                    <a:pt x="107" y="144"/>
                  </a:cubicBezTo>
                  <a:cubicBezTo>
                    <a:pt x="106" y="151"/>
                    <a:pt x="75" y="148"/>
                    <a:pt x="74" y="145"/>
                  </a:cubicBezTo>
                  <a:cubicBezTo>
                    <a:pt x="65" y="136"/>
                    <a:pt x="61" y="109"/>
                    <a:pt x="53" y="104"/>
                  </a:cubicBezTo>
                  <a:cubicBezTo>
                    <a:pt x="45" y="121"/>
                    <a:pt x="38" y="134"/>
                    <a:pt x="30" y="136"/>
                  </a:cubicBezTo>
                  <a:cubicBezTo>
                    <a:pt x="12" y="141"/>
                    <a:pt x="4" y="139"/>
                    <a:pt x="0" y="136"/>
                  </a:cubicBezTo>
                  <a:cubicBezTo>
                    <a:pt x="13" y="126"/>
                    <a:pt x="29" y="130"/>
                    <a:pt x="41" y="108"/>
                  </a:cubicBezTo>
                  <a:cubicBezTo>
                    <a:pt x="32" y="110"/>
                    <a:pt x="17" y="119"/>
                    <a:pt x="14" y="115"/>
                  </a:cubicBezTo>
                  <a:cubicBezTo>
                    <a:pt x="8" y="112"/>
                    <a:pt x="6" y="106"/>
                    <a:pt x="8" y="99"/>
                  </a:cubicBezTo>
                  <a:cubicBezTo>
                    <a:pt x="17" y="102"/>
                    <a:pt x="29" y="97"/>
                    <a:pt x="45" y="86"/>
                  </a:cubicBezTo>
                  <a:cubicBezTo>
                    <a:pt x="47" y="68"/>
                    <a:pt x="43" y="55"/>
                    <a:pt x="52" y="29"/>
                  </a:cubicBezTo>
                  <a:cubicBezTo>
                    <a:pt x="42" y="16"/>
                    <a:pt x="41" y="9"/>
                    <a:pt x="4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5" name="îsḷîḋê"/>
            <p:cNvSpPr/>
            <p:nvPr/>
          </p:nvSpPr>
          <p:spPr bwMode="auto">
            <a:xfrm>
              <a:off x="11335825" y="571456"/>
              <a:ext cx="184663" cy="301970"/>
            </a:xfrm>
            <a:custGeom>
              <a:avLst/>
              <a:gdLst>
                <a:gd name="T0" fmla="*/ 114 w 119"/>
                <a:gd name="T1" fmla="*/ 42 h 193"/>
                <a:gd name="T2" fmla="*/ 88 w 119"/>
                <a:gd name="T3" fmla="*/ 42 h 193"/>
                <a:gd name="T4" fmla="*/ 88 w 119"/>
                <a:gd name="T5" fmla="*/ 74 h 193"/>
                <a:gd name="T6" fmla="*/ 78 w 119"/>
                <a:gd name="T7" fmla="*/ 58 h 193"/>
                <a:gd name="T8" fmla="*/ 80 w 119"/>
                <a:gd name="T9" fmla="*/ 47 h 193"/>
                <a:gd name="T10" fmla="*/ 94 w 119"/>
                <a:gd name="T11" fmla="*/ 19 h 193"/>
                <a:gd name="T12" fmla="*/ 78 w 119"/>
                <a:gd name="T13" fmla="*/ 1 h 193"/>
                <a:gd name="T14" fmla="*/ 36 w 119"/>
                <a:gd name="T15" fmla="*/ 22 h 193"/>
                <a:gd name="T16" fmla="*/ 44 w 119"/>
                <a:gd name="T17" fmla="*/ 59 h 193"/>
                <a:gd name="T18" fmla="*/ 15 w 119"/>
                <a:gd name="T19" fmla="*/ 55 h 193"/>
                <a:gd name="T20" fmla="*/ 27 w 119"/>
                <a:gd name="T21" fmla="*/ 98 h 193"/>
                <a:gd name="T22" fmla="*/ 22 w 119"/>
                <a:gd name="T23" fmla="*/ 135 h 193"/>
                <a:gd name="T24" fmla="*/ 93 w 119"/>
                <a:gd name="T25" fmla="*/ 83 h 193"/>
                <a:gd name="T26" fmla="*/ 56 w 119"/>
                <a:gd name="T27" fmla="*/ 109 h 193"/>
                <a:gd name="T28" fmla="*/ 67 w 119"/>
                <a:gd name="T29" fmla="*/ 121 h 193"/>
                <a:gd name="T30" fmla="*/ 8 w 119"/>
                <a:gd name="T31" fmla="*/ 151 h 193"/>
                <a:gd name="T32" fmla="*/ 49 w 119"/>
                <a:gd name="T33" fmla="*/ 185 h 193"/>
                <a:gd name="T34" fmla="*/ 71 w 119"/>
                <a:gd name="T35" fmla="*/ 148 h 193"/>
                <a:gd name="T36" fmla="*/ 90 w 119"/>
                <a:gd name="T37" fmla="*/ 124 h 193"/>
                <a:gd name="T38" fmla="*/ 77 w 119"/>
                <a:gd name="T39" fmla="*/ 118 h 193"/>
                <a:gd name="T40" fmla="*/ 115 w 119"/>
                <a:gd name="T41" fmla="*/ 85 h 193"/>
                <a:gd name="T42" fmla="*/ 37 w 119"/>
                <a:gd name="T43" fmla="*/ 110 h 193"/>
                <a:gd name="T44" fmla="*/ 22 w 119"/>
                <a:gd name="T45" fmla="*/ 110 h 193"/>
                <a:gd name="T46" fmla="*/ 37 w 119"/>
                <a:gd name="T47" fmla="*/ 110 h 193"/>
                <a:gd name="T48" fmla="*/ 38 w 119"/>
                <a:gd name="T49" fmla="*/ 92 h 193"/>
                <a:gd name="T50" fmla="*/ 55 w 119"/>
                <a:gd name="T51" fmla="*/ 70 h 193"/>
                <a:gd name="T52" fmla="*/ 53 w 119"/>
                <a:gd name="T53" fmla="*/ 65 h 193"/>
                <a:gd name="T54" fmla="*/ 58 w 119"/>
                <a:gd name="T55" fmla="*/ 62 h 193"/>
                <a:gd name="T56" fmla="*/ 67 w 119"/>
                <a:gd name="T57" fmla="*/ 89 h 193"/>
                <a:gd name="T58" fmla="*/ 71 w 119"/>
                <a:gd name="T59" fmla="*/ 87 h 193"/>
                <a:gd name="T60" fmla="*/ 64 w 119"/>
                <a:gd name="T61" fmla="*/ 80 h 193"/>
                <a:gd name="T62" fmla="*/ 76 w 119"/>
                <a:gd name="T63" fmla="*/ 74 h 193"/>
                <a:gd name="T64" fmla="*/ 56 w 119"/>
                <a:gd name="T65" fmla="*/ 174 h 193"/>
                <a:gd name="T66" fmla="*/ 58 w 119"/>
                <a:gd name="T67" fmla="*/ 14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9" h="193">
                  <a:moveTo>
                    <a:pt x="96" y="77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9" y="36"/>
                    <a:pt x="118" y="30"/>
                    <a:pt x="113" y="24"/>
                  </a:cubicBezTo>
                  <a:cubicBezTo>
                    <a:pt x="112" y="15"/>
                    <a:pt x="104" y="36"/>
                    <a:pt x="88" y="42"/>
                  </a:cubicBezTo>
                  <a:cubicBezTo>
                    <a:pt x="93" y="51"/>
                    <a:pt x="97" y="49"/>
                    <a:pt x="100" y="45"/>
                  </a:cubicBezTo>
                  <a:cubicBezTo>
                    <a:pt x="102" y="55"/>
                    <a:pt x="92" y="64"/>
                    <a:pt x="88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15"/>
                    <a:pt x="90" y="0"/>
                    <a:pt x="88" y="4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6" y="15"/>
                    <a:pt x="72" y="36"/>
                    <a:pt x="58" y="44"/>
                  </a:cubicBezTo>
                  <a:cubicBezTo>
                    <a:pt x="51" y="34"/>
                    <a:pt x="39" y="17"/>
                    <a:pt x="36" y="2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7"/>
                    <a:pt x="39" y="47"/>
                    <a:pt x="44" y="59"/>
                  </a:cubicBezTo>
                  <a:cubicBezTo>
                    <a:pt x="43" y="65"/>
                    <a:pt x="40" y="69"/>
                    <a:pt x="34" y="71"/>
                  </a:cubicBezTo>
                  <a:cubicBezTo>
                    <a:pt x="28" y="60"/>
                    <a:pt x="22" y="49"/>
                    <a:pt x="15" y="55"/>
                  </a:cubicBezTo>
                  <a:cubicBezTo>
                    <a:pt x="16" y="54"/>
                    <a:pt x="23" y="71"/>
                    <a:pt x="28" y="87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2"/>
                    <a:pt x="5" y="138"/>
                    <a:pt x="22" y="135"/>
                  </a:cubicBezTo>
                  <a:cubicBezTo>
                    <a:pt x="31" y="124"/>
                    <a:pt x="34" y="114"/>
                    <a:pt x="54" y="104"/>
                  </a:cubicBezTo>
                  <a:cubicBezTo>
                    <a:pt x="68" y="88"/>
                    <a:pt x="91" y="90"/>
                    <a:pt x="93" y="83"/>
                  </a:cubicBezTo>
                  <a:cubicBezTo>
                    <a:pt x="103" y="92"/>
                    <a:pt x="84" y="98"/>
                    <a:pt x="79" y="104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1" y="113"/>
                    <a:pt x="50" y="114"/>
                    <a:pt x="54" y="121"/>
                  </a:cubicBezTo>
                  <a:cubicBezTo>
                    <a:pt x="67" y="121"/>
                    <a:pt x="67" y="121"/>
                    <a:pt x="67" y="121"/>
                  </a:cubicBezTo>
                  <a:cubicBezTo>
                    <a:pt x="65" y="127"/>
                    <a:pt x="65" y="127"/>
                    <a:pt x="65" y="127"/>
                  </a:cubicBezTo>
                  <a:cubicBezTo>
                    <a:pt x="54" y="136"/>
                    <a:pt x="1" y="145"/>
                    <a:pt x="8" y="15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26" y="163"/>
                    <a:pt x="40" y="176"/>
                    <a:pt x="49" y="185"/>
                  </a:cubicBezTo>
                  <a:cubicBezTo>
                    <a:pt x="51" y="192"/>
                    <a:pt x="58" y="193"/>
                    <a:pt x="70" y="182"/>
                  </a:cubicBezTo>
                  <a:cubicBezTo>
                    <a:pt x="71" y="148"/>
                    <a:pt x="71" y="148"/>
                    <a:pt x="71" y="148"/>
                  </a:cubicBezTo>
                  <a:cubicBezTo>
                    <a:pt x="81" y="146"/>
                    <a:pt x="93" y="149"/>
                    <a:pt x="101" y="141"/>
                  </a:cubicBezTo>
                  <a:cubicBezTo>
                    <a:pt x="101" y="129"/>
                    <a:pt x="97" y="124"/>
                    <a:pt x="90" y="124"/>
                  </a:cubicBezTo>
                  <a:cubicBezTo>
                    <a:pt x="72" y="128"/>
                    <a:pt x="72" y="128"/>
                    <a:pt x="72" y="128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84" y="107"/>
                    <a:pt x="93" y="95"/>
                    <a:pt x="107" y="94"/>
                  </a:cubicBezTo>
                  <a:cubicBezTo>
                    <a:pt x="112" y="92"/>
                    <a:pt x="115" y="91"/>
                    <a:pt x="115" y="85"/>
                  </a:cubicBezTo>
                  <a:cubicBezTo>
                    <a:pt x="112" y="79"/>
                    <a:pt x="107" y="73"/>
                    <a:pt x="96" y="77"/>
                  </a:cubicBezTo>
                  <a:close/>
                  <a:moveTo>
                    <a:pt x="37" y="110"/>
                  </a:moveTo>
                  <a:cubicBezTo>
                    <a:pt x="24" y="121"/>
                    <a:pt x="24" y="121"/>
                    <a:pt x="24" y="121"/>
                  </a:cubicBezTo>
                  <a:cubicBezTo>
                    <a:pt x="17" y="123"/>
                    <a:pt x="16" y="111"/>
                    <a:pt x="22" y="110"/>
                  </a:cubicBezTo>
                  <a:cubicBezTo>
                    <a:pt x="28" y="108"/>
                    <a:pt x="39" y="89"/>
                    <a:pt x="53" y="92"/>
                  </a:cubicBezTo>
                  <a:cubicBezTo>
                    <a:pt x="56" y="97"/>
                    <a:pt x="41" y="102"/>
                    <a:pt x="37" y="110"/>
                  </a:cubicBezTo>
                  <a:close/>
                  <a:moveTo>
                    <a:pt x="50" y="79"/>
                  </a:moveTo>
                  <a:cubicBezTo>
                    <a:pt x="38" y="92"/>
                    <a:pt x="38" y="92"/>
                    <a:pt x="38" y="92"/>
                  </a:cubicBezTo>
                  <a:cubicBezTo>
                    <a:pt x="30" y="93"/>
                    <a:pt x="29" y="81"/>
                    <a:pt x="35" y="79"/>
                  </a:cubicBezTo>
                  <a:cubicBezTo>
                    <a:pt x="42" y="76"/>
                    <a:pt x="51" y="69"/>
                    <a:pt x="55" y="70"/>
                  </a:cubicBezTo>
                  <a:lnTo>
                    <a:pt x="50" y="79"/>
                  </a:lnTo>
                  <a:close/>
                  <a:moveTo>
                    <a:pt x="53" y="65"/>
                  </a:moveTo>
                  <a:cubicBezTo>
                    <a:pt x="50" y="64"/>
                    <a:pt x="53" y="60"/>
                    <a:pt x="54" y="57"/>
                  </a:cubicBezTo>
                  <a:cubicBezTo>
                    <a:pt x="55" y="56"/>
                    <a:pt x="57" y="60"/>
                    <a:pt x="58" y="62"/>
                  </a:cubicBezTo>
                  <a:cubicBezTo>
                    <a:pt x="56" y="61"/>
                    <a:pt x="56" y="64"/>
                    <a:pt x="53" y="65"/>
                  </a:cubicBezTo>
                  <a:close/>
                  <a:moveTo>
                    <a:pt x="67" y="89"/>
                  </a:moveTo>
                  <a:cubicBezTo>
                    <a:pt x="66" y="89"/>
                    <a:pt x="67" y="86"/>
                    <a:pt x="68" y="84"/>
                  </a:cubicBezTo>
                  <a:cubicBezTo>
                    <a:pt x="69" y="83"/>
                    <a:pt x="70" y="86"/>
                    <a:pt x="71" y="87"/>
                  </a:cubicBezTo>
                  <a:cubicBezTo>
                    <a:pt x="69" y="87"/>
                    <a:pt x="69" y="89"/>
                    <a:pt x="67" y="89"/>
                  </a:cubicBezTo>
                  <a:close/>
                  <a:moveTo>
                    <a:pt x="64" y="80"/>
                  </a:moveTo>
                  <a:cubicBezTo>
                    <a:pt x="59" y="79"/>
                    <a:pt x="66" y="70"/>
                    <a:pt x="66" y="64"/>
                  </a:cubicBezTo>
                  <a:cubicBezTo>
                    <a:pt x="70" y="61"/>
                    <a:pt x="73" y="70"/>
                    <a:pt x="76" y="74"/>
                  </a:cubicBezTo>
                  <a:cubicBezTo>
                    <a:pt x="71" y="73"/>
                    <a:pt x="71" y="80"/>
                    <a:pt x="64" y="80"/>
                  </a:cubicBezTo>
                  <a:close/>
                  <a:moveTo>
                    <a:pt x="56" y="174"/>
                  </a:moveTo>
                  <a:cubicBezTo>
                    <a:pt x="54" y="172"/>
                    <a:pt x="38" y="170"/>
                    <a:pt x="29" y="162"/>
                  </a:cubicBezTo>
                  <a:cubicBezTo>
                    <a:pt x="24" y="152"/>
                    <a:pt x="57" y="142"/>
                    <a:pt x="58" y="149"/>
                  </a:cubicBezTo>
                  <a:cubicBezTo>
                    <a:pt x="62" y="134"/>
                    <a:pt x="63" y="174"/>
                    <a:pt x="56" y="1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6" name="íSḷîḍê"/>
            <p:cNvSpPr/>
            <p:nvPr/>
          </p:nvSpPr>
          <p:spPr bwMode="auto">
            <a:xfrm>
              <a:off x="9846858" y="551803"/>
              <a:ext cx="456929" cy="462252"/>
            </a:xfrm>
            <a:custGeom>
              <a:avLst/>
              <a:gdLst>
                <a:gd name="T0" fmla="*/ 140 w 272"/>
                <a:gd name="T1" fmla="*/ 264 h 273"/>
                <a:gd name="T2" fmla="*/ 152 w 272"/>
                <a:gd name="T3" fmla="*/ 246 h 273"/>
                <a:gd name="T4" fmla="*/ 108 w 272"/>
                <a:gd name="T5" fmla="*/ 252 h 273"/>
                <a:gd name="T6" fmla="*/ 116 w 272"/>
                <a:gd name="T7" fmla="*/ 250 h 273"/>
                <a:gd name="T8" fmla="*/ 91 w 272"/>
                <a:gd name="T9" fmla="*/ 259 h 273"/>
                <a:gd name="T10" fmla="*/ 183 w 272"/>
                <a:gd name="T11" fmla="*/ 239 h 273"/>
                <a:gd name="T12" fmla="*/ 201 w 272"/>
                <a:gd name="T13" fmla="*/ 231 h 273"/>
                <a:gd name="T14" fmla="*/ 193 w 272"/>
                <a:gd name="T15" fmla="*/ 236 h 273"/>
                <a:gd name="T16" fmla="*/ 220 w 272"/>
                <a:gd name="T17" fmla="*/ 227 h 273"/>
                <a:gd name="T18" fmla="*/ 217 w 272"/>
                <a:gd name="T19" fmla="*/ 227 h 273"/>
                <a:gd name="T20" fmla="*/ 48 w 272"/>
                <a:gd name="T21" fmla="*/ 225 h 273"/>
                <a:gd name="T22" fmla="*/ 216 w 272"/>
                <a:gd name="T23" fmla="*/ 215 h 273"/>
                <a:gd name="T24" fmla="*/ 236 w 272"/>
                <a:gd name="T25" fmla="*/ 219 h 273"/>
                <a:gd name="T26" fmla="*/ 224 w 272"/>
                <a:gd name="T27" fmla="*/ 203 h 273"/>
                <a:gd name="T28" fmla="*/ 48 w 272"/>
                <a:gd name="T29" fmla="*/ 197 h 273"/>
                <a:gd name="T30" fmla="*/ 31 w 272"/>
                <a:gd name="T31" fmla="*/ 184 h 273"/>
                <a:gd name="T32" fmla="*/ 39 w 272"/>
                <a:gd name="T33" fmla="*/ 176 h 273"/>
                <a:gd name="T34" fmla="*/ 251 w 272"/>
                <a:gd name="T35" fmla="*/ 181 h 273"/>
                <a:gd name="T36" fmla="*/ 64 w 272"/>
                <a:gd name="T37" fmla="*/ 65 h 273"/>
                <a:gd name="T38" fmla="*/ 35 w 272"/>
                <a:gd name="T39" fmla="*/ 134 h 273"/>
                <a:gd name="T40" fmla="*/ 28 w 272"/>
                <a:gd name="T41" fmla="*/ 131 h 273"/>
                <a:gd name="T42" fmla="*/ 12 w 272"/>
                <a:gd name="T43" fmla="*/ 123 h 273"/>
                <a:gd name="T44" fmla="*/ 258 w 272"/>
                <a:gd name="T45" fmla="*/ 115 h 273"/>
                <a:gd name="T46" fmla="*/ 262 w 272"/>
                <a:gd name="T47" fmla="*/ 125 h 273"/>
                <a:gd name="T48" fmla="*/ 245 w 272"/>
                <a:gd name="T49" fmla="*/ 113 h 273"/>
                <a:gd name="T50" fmla="*/ 23 w 272"/>
                <a:gd name="T51" fmla="*/ 99 h 273"/>
                <a:gd name="T52" fmla="*/ 16 w 272"/>
                <a:gd name="T53" fmla="*/ 121 h 273"/>
                <a:gd name="T54" fmla="*/ 22 w 272"/>
                <a:gd name="T55" fmla="*/ 147 h 273"/>
                <a:gd name="T56" fmla="*/ 22 w 272"/>
                <a:gd name="T57" fmla="*/ 144 h 273"/>
                <a:gd name="T58" fmla="*/ 22 w 272"/>
                <a:gd name="T59" fmla="*/ 114 h 273"/>
                <a:gd name="T60" fmla="*/ 36 w 272"/>
                <a:gd name="T61" fmla="*/ 89 h 273"/>
                <a:gd name="T62" fmla="*/ 27 w 272"/>
                <a:gd name="T63" fmla="*/ 92 h 273"/>
                <a:gd name="T64" fmla="*/ 252 w 272"/>
                <a:gd name="T65" fmla="*/ 76 h 273"/>
                <a:gd name="T66" fmla="*/ 239 w 272"/>
                <a:gd name="T67" fmla="*/ 82 h 273"/>
                <a:gd name="T68" fmla="*/ 25 w 272"/>
                <a:gd name="T69" fmla="*/ 76 h 273"/>
                <a:gd name="T70" fmla="*/ 39 w 272"/>
                <a:gd name="T71" fmla="*/ 70 h 273"/>
                <a:gd name="T72" fmla="*/ 42 w 272"/>
                <a:gd name="T73" fmla="*/ 84 h 273"/>
                <a:gd name="T74" fmla="*/ 37 w 272"/>
                <a:gd name="T75" fmla="*/ 60 h 273"/>
                <a:gd name="T76" fmla="*/ 45 w 272"/>
                <a:gd name="T77" fmla="*/ 57 h 273"/>
                <a:gd name="T78" fmla="*/ 57 w 272"/>
                <a:gd name="T79" fmla="*/ 54 h 273"/>
                <a:gd name="T80" fmla="*/ 50 w 272"/>
                <a:gd name="T81" fmla="*/ 44 h 273"/>
                <a:gd name="T82" fmla="*/ 211 w 272"/>
                <a:gd name="T83" fmla="*/ 48 h 273"/>
                <a:gd name="T84" fmla="*/ 217 w 272"/>
                <a:gd name="T85" fmla="*/ 48 h 273"/>
                <a:gd name="T86" fmla="*/ 215 w 272"/>
                <a:gd name="T87" fmla="*/ 40 h 273"/>
                <a:gd name="T88" fmla="*/ 88 w 272"/>
                <a:gd name="T89" fmla="*/ 38 h 273"/>
                <a:gd name="T90" fmla="*/ 210 w 272"/>
                <a:gd name="T91" fmla="*/ 44 h 273"/>
                <a:gd name="T92" fmla="*/ 60 w 272"/>
                <a:gd name="T93" fmla="*/ 37 h 273"/>
                <a:gd name="T94" fmla="*/ 65 w 272"/>
                <a:gd name="T95" fmla="*/ 35 h 273"/>
                <a:gd name="T96" fmla="*/ 62 w 272"/>
                <a:gd name="T97" fmla="*/ 45 h 273"/>
                <a:gd name="T98" fmla="*/ 171 w 272"/>
                <a:gd name="T99" fmla="*/ 23 h 273"/>
                <a:gd name="T100" fmla="*/ 108 w 272"/>
                <a:gd name="T101" fmla="*/ 20 h 273"/>
                <a:gd name="T102" fmla="*/ 78 w 272"/>
                <a:gd name="T103" fmla="*/ 30 h 273"/>
                <a:gd name="T104" fmla="*/ 89 w 272"/>
                <a:gd name="T105" fmla="*/ 32 h 273"/>
                <a:gd name="T106" fmla="*/ 115 w 272"/>
                <a:gd name="T107" fmla="*/ 16 h 273"/>
                <a:gd name="T108" fmla="*/ 162 w 272"/>
                <a:gd name="T109" fmla="*/ 19 h 273"/>
                <a:gd name="T110" fmla="*/ 157 w 272"/>
                <a:gd name="T111" fmla="*/ 34 h 273"/>
                <a:gd name="T112" fmla="*/ 175 w 272"/>
                <a:gd name="T113" fmla="*/ 30 h 273"/>
                <a:gd name="T114" fmla="*/ 168 w 272"/>
                <a:gd name="T115" fmla="*/ 21 h 273"/>
                <a:gd name="T116" fmla="*/ 108 w 272"/>
                <a:gd name="T117" fmla="*/ 15 h 273"/>
                <a:gd name="T118" fmla="*/ 178 w 272"/>
                <a:gd name="T119" fmla="*/ 12 h 273"/>
                <a:gd name="T120" fmla="*/ 136 w 272"/>
                <a:gd name="T121" fmla="*/ 273 h 273"/>
                <a:gd name="T122" fmla="*/ 0 w 272"/>
                <a:gd name="T123" fmla="*/ 132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2" h="273">
                  <a:moveTo>
                    <a:pt x="144" y="258"/>
                  </a:moveTo>
                  <a:cubicBezTo>
                    <a:pt x="144" y="247"/>
                    <a:pt x="144" y="247"/>
                    <a:pt x="144" y="247"/>
                  </a:cubicBezTo>
                  <a:cubicBezTo>
                    <a:pt x="148" y="247"/>
                    <a:pt x="148" y="247"/>
                    <a:pt x="148" y="247"/>
                  </a:cubicBezTo>
                  <a:cubicBezTo>
                    <a:pt x="148" y="262"/>
                    <a:pt x="148" y="262"/>
                    <a:pt x="148" y="262"/>
                  </a:cubicBezTo>
                  <a:cubicBezTo>
                    <a:pt x="148" y="265"/>
                    <a:pt x="145" y="268"/>
                    <a:pt x="142" y="268"/>
                  </a:cubicBezTo>
                  <a:cubicBezTo>
                    <a:pt x="139" y="268"/>
                    <a:pt x="139" y="268"/>
                    <a:pt x="139" y="268"/>
                  </a:cubicBezTo>
                  <a:cubicBezTo>
                    <a:pt x="135" y="268"/>
                    <a:pt x="133" y="264"/>
                    <a:pt x="133" y="260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137" y="247"/>
                    <a:pt x="137" y="247"/>
                    <a:pt x="137" y="247"/>
                  </a:cubicBezTo>
                  <a:cubicBezTo>
                    <a:pt x="137" y="262"/>
                    <a:pt x="137" y="262"/>
                    <a:pt x="137" y="262"/>
                  </a:cubicBezTo>
                  <a:cubicBezTo>
                    <a:pt x="138" y="263"/>
                    <a:pt x="138" y="264"/>
                    <a:pt x="140" y="264"/>
                  </a:cubicBezTo>
                  <a:cubicBezTo>
                    <a:pt x="142" y="264"/>
                    <a:pt x="142" y="264"/>
                    <a:pt x="142" y="264"/>
                  </a:cubicBezTo>
                  <a:cubicBezTo>
                    <a:pt x="143" y="264"/>
                    <a:pt x="143" y="264"/>
                    <a:pt x="144" y="263"/>
                  </a:cubicBezTo>
                  <a:cubicBezTo>
                    <a:pt x="144" y="258"/>
                    <a:pt x="144" y="258"/>
                    <a:pt x="144" y="258"/>
                  </a:cubicBezTo>
                  <a:close/>
                  <a:moveTo>
                    <a:pt x="168" y="264"/>
                  </a:moveTo>
                  <a:cubicBezTo>
                    <a:pt x="165" y="265"/>
                    <a:pt x="165" y="265"/>
                    <a:pt x="165" y="265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54" y="267"/>
                    <a:pt x="154" y="267"/>
                    <a:pt x="154" y="267"/>
                  </a:cubicBezTo>
                  <a:cubicBezTo>
                    <a:pt x="150" y="247"/>
                    <a:pt x="150" y="247"/>
                    <a:pt x="150" y="247"/>
                  </a:cubicBezTo>
                  <a:cubicBezTo>
                    <a:pt x="151" y="246"/>
                    <a:pt x="151" y="246"/>
                    <a:pt x="152" y="246"/>
                  </a:cubicBezTo>
                  <a:cubicBezTo>
                    <a:pt x="153" y="246"/>
                    <a:pt x="153" y="246"/>
                    <a:pt x="153" y="246"/>
                  </a:cubicBezTo>
                  <a:cubicBezTo>
                    <a:pt x="155" y="246"/>
                    <a:pt x="160" y="256"/>
                    <a:pt x="163" y="258"/>
                  </a:cubicBezTo>
                  <a:cubicBezTo>
                    <a:pt x="163" y="255"/>
                    <a:pt x="162" y="250"/>
                    <a:pt x="162" y="248"/>
                  </a:cubicBezTo>
                  <a:cubicBezTo>
                    <a:pt x="160" y="242"/>
                    <a:pt x="165" y="243"/>
                    <a:pt x="165" y="246"/>
                  </a:cubicBezTo>
                  <a:cubicBezTo>
                    <a:pt x="166" y="251"/>
                    <a:pt x="168" y="260"/>
                    <a:pt x="168" y="264"/>
                  </a:cubicBezTo>
                  <a:close/>
                  <a:moveTo>
                    <a:pt x="102" y="254"/>
                  </a:moveTo>
                  <a:cubicBezTo>
                    <a:pt x="102" y="255"/>
                    <a:pt x="102" y="255"/>
                    <a:pt x="102" y="255"/>
                  </a:cubicBezTo>
                  <a:cubicBezTo>
                    <a:pt x="102" y="258"/>
                    <a:pt x="104" y="260"/>
                    <a:pt x="107" y="260"/>
                  </a:cubicBezTo>
                  <a:cubicBezTo>
                    <a:pt x="109" y="260"/>
                    <a:pt x="110" y="259"/>
                    <a:pt x="111" y="257"/>
                  </a:cubicBezTo>
                  <a:cubicBezTo>
                    <a:pt x="107" y="256"/>
                    <a:pt x="107" y="256"/>
                    <a:pt x="107" y="256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2" y="265"/>
                    <a:pt x="112" y="265"/>
                    <a:pt x="112" y="265"/>
                  </a:cubicBezTo>
                  <a:cubicBezTo>
                    <a:pt x="110" y="265"/>
                    <a:pt x="110" y="265"/>
                    <a:pt x="110" y="265"/>
                  </a:cubicBezTo>
                  <a:cubicBezTo>
                    <a:pt x="110" y="262"/>
                    <a:pt x="110" y="262"/>
                    <a:pt x="110" y="262"/>
                  </a:cubicBezTo>
                  <a:cubicBezTo>
                    <a:pt x="109" y="263"/>
                    <a:pt x="108" y="264"/>
                    <a:pt x="106" y="264"/>
                  </a:cubicBezTo>
                  <a:cubicBezTo>
                    <a:pt x="106" y="264"/>
                    <a:pt x="106" y="264"/>
                    <a:pt x="106" y="264"/>
                  </a:cubicBezTo>
                  <a:cubicBezTo>
                    <a:pt x="102" y="264"/>
                    <a:pt x="98" y="260"/>
                    <a:pt x="98" y="256"/>
                  </a:cubicBezTo>
                  <a:cubicBezTo>
                    <a:pt x="98" y="254"/>
                    <a:pt x="98" y="254"/>
                    <a:pt x="98" y="254"/>
                  </a:cubicBezTo>
                  <a:cubicBezTo>
                    <a:pt x="98" y="249"/>
                    <a:pt x="102" y="243"/>
                    <a:pt x="107" y="243"/>
                  </a:cubicBezTo>
                  <a:cubicBezTo>
                    <a:pt x="109" y="243"/>
                    <a:pt x="109" y="243"/>
                    <a:pt x="109" y="243"/>
                  </a:cubicBezTo>
                  <a:cubicBezTo>
                    <a:pt x="112" y="243"/>
                    <a:pt x="116" y="246"/>
                    <a:pt x="116" y="250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49"/>
                    <a:pt x="112" y="249"/>
                    <a:pt x="112" y="249"/>
                  </a:cubicBezTo>
                  <a:cubicBezTo>
                    <a:pt x="112" y="248"/>
                    <a:pt x="110" y="246"/>
                    <a:pt x="108" y="246"/>
                  </a:cubicBezTo>
                  <a:cubicBezTo>
                    <a:pt x="105" y="246"/>
                    <a:pt x="102" y="251"/>
                    <a:pt x="102" y="254"/>
                  </a:cubicBezTo>
                  <a:close/>
                  <a:moveTo>
                    <a:pt x="167" y="243"/>
                  </a:moveTo>
                  <a:cubicBezTo>
                    <a:pt x="173" y="262"/>
                    <a:pt x="173" y="262"/>
                    <a:pt x="173" y="262"/>
                  </a:cubicBezTo>
                  <a:cubicBezTo>
                    <a:pt x="177" y="262"/>
                    <a:pt x="177" y="262"/>
                    <a:pt x="177" y="262"/>
                  </a:cubicBezTo>
                  <a:cubicBezTo>
                    <a:pt x="171" y="242"/>
                    <a:pt x="171" y="242"/>
                    <a:pt x="171" y="242"/>
                  </a:cubicBezTo>
                  <a:cubicBezTo>
                    <a:pt x="167" y="243"/>
                    <a:pt x="167" y="243"/>
                    <a:pt x="167" y="243"/>
                  </a:cubicBezTo>
                  <a:close/>
                  <a:moveTo>
                    <a:pt x="91" y="259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6" y="239"/>
                    <a:pt x="96" y="239"/>
                    <a:pt x="96" y="239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0" y="236"/>
                    <a:pt x="90" y="236"/>
                    <a:pt x="90" y="236"/>
                  </a:cubicBezTo>
                  <a:cubicBezTo>
                    <a:pt x="90" y="236"/>
                    <a:pt x="87" y="234"/>
                    <a:pt x="87" y="234"/>
                  </a:cubicBezTo>
                  <a:cubicBezTo>
                    <a:pt x="86" y="234"/>
                    <a:pt x="78" y="251"/>
                    <a:pt x="78" y="253"/>
                  </a:cubicBezTo>
                  <a:cubicBezTo>
                    <a:pt x="79" y="253"/>
                    <a:pt x="80" y="254"/>
                    <a:pt x="81" y="254"/>
                  </a:cubicBezTo>
                  <a:cubicBezTo>
                    <a:pt x="82" y="254"/>
                    <a:pt x="86" y="243"/>
                    <a:pt x="87" y="242"/>
                  </a:cubicBezTo>
                  <a:cubicBezTo>
                    <a:pt x="88" y="258"/>
                    <a:pt x="88" y="258"/>
                    <a:pt x="88" y="258"/>
                  </a:cubicBezTo>
                  <a:cubicBezTo>
                    <a:pt x="91" y="259"/>
                    <a:pt x="91" y="259"/>
                    <a:pt x="91" y="259"/>
                  </a:cubicBezTo>
                  <a:close/>
                  <a:moveTo>
                    <a:pt x="183" y="239"/>
                  </a:moveTo>
                  <a:cubicBezTo>
                    <a:pt x="183" y="238"/>
                    <a:pt x="183" y="238"/>
                    <a:pt x="183" y="238"/>
                  </a:cubicBezTo>
                  <a:cubicBezTo>
                    <a:pt x="183" y="237"/>
                    <a:pt x="185" y="236"/>
                    <a:pt x="187" y="236"/>
                  </a:cubicBezTo>
                  <a:cubicBezTo>
                    <a:pt x="189" y="257"/>
                    <a:pt x="189" y="257"/>
                    <a:pt x="189" y="257"/>
                  </a:cubicBezTo>
                  <a:cubicBezTo>
                    <a:pt x="189" y="257"/>
                    <a:pt x="188" y="258"/>
                    <a:pt x="187" y="258"/>
                  </a:cubicBezTo>
                  <a:cubicBezTo>
                    <a:pt x="186" y="258"/>
                    <a:pt x="186" y="258"/>
                    <a:pt x="186" y="258"/>
                  </a:cubicBezTo>
                  <a:cubicBezTo>
                    <a:pt x="185" y="258"/>
                    <a:pt x="173" y="244"/>
                    <a:pt x="172" y="242"/>
                  </a:cubicBezTo>
                  <a:cubicBezTo>
                    <a:pt x="176" y="240"/>
                    <a:pt x="176" y="240"/>
                    <a:pt x="176" y="240"/>
                  </a:cubicBezTo>
                  <a:cubicBezTo>
                    <a:pt x="185" y="252"/>
                    <a:pt x="185" y="252"/>
                    <a:pt x="185" y="252"/>
                  </a:cubicBezTo>
                  <a:cubicBezTo>
                    <a:pt x="183" y="239"/>
                    <a:pt x="183" y="239"/>
                    <a:pt x="183" y="239"/>
                  </a:cubicBezTo>
                  <a:close/>
                  <a:moveTo>
                    <a:pt x="193" y="236"/>
                  </a:moveTo>
                  <a:cubicBezTo>
                    <a:pt x="201" y="231"/>
                    <a:pt x="201" y="231"/>
                    <a:pt x="201" y="231"/>
                  </a:cubicBezTo>
                  <a:cubicBezTo>
                    <a:pt x="201" y="230"/>
                    <a:pt x="200" y="228"/>
                    <a:pt x="198" y="228"/>
                  </a:cubicBezTo>
                  <a:cubicBezTo>
                    <a:pt x="198" y="228"/>
                    <a:pt x="188" y="234"/>
                    <a:pt x="188" y="235"/>
                  </a:cubicBezTo>
                  <a:cubicBezTo>
                    <a:pt x="198" y="253"/>
                    <a:pt x="198" y="253"/>
                    <a:pt x="198" y="253"/>
                  </a:cubicBezTo>
                  <a:cubicBezTo>
                    <a:pt x="210" y="245"/>
                    <a:pt x="210" y="245"/>
                    <a:pt x="210" y="245"/>
                  </a:cubicBezTo>
                  <a:cubicBezTo>
                    <a:pt x="208" y="242"/>
                    <a:pt x="208" y="242"/>
                    <a:pt x="208" y="242"/>
                  </a:cubicBezTo>
                  <a:cubicBezTo>
                    <a:pt x="200" y="247"/>
                    <a:pt x="200" y="247"/>
                    <a:pt x="200" y="247"/>
                  </a:cubicBezTo>
                  <a:cubicBezTo>
                    <a:pt x="197" y="243"/>
                    <a:pt x="197" y="243"/>
                    <a:pt x="197" y="243"/>
                  </a:cubicBezTo>
                  <a:cubicBezTo>
                    <a:pt x="204" y="238"/>
                    <a:pt x="204" y="238"/>
                    <a:pt x="204" y="238"/>
                  </a:cubicBezTo>
                  <a:cubicBezTo>
                    <a:pt x="203" y="235"/>
                    <a:pt x="203" y="235"/>
                    <a:pt x="203" y="235"/>
                  </a:cubicBezTo>
                  <a:cubicBezTo>
                    <a:pt x="195" y="240"/>
                    <a:pt x="195" y="240"/>
                    <a:pt x="195" y="240"/>
                  </a:cubicBezTo>
                  <a:cubicBezTo>
                    <a:pt x="193" y="236"/>
                    <a:pt x="193" y="236"/>
                    <a:pt x="193" y="236"/>
                  </a:cubicBezTo>
                  <a:close/>
                  <a:moveTo>
                    <a:pt x="74" y="250"/>
                  </a:moveTo>
                  <a:cubicBezTo>
                    <a:pt x="73" y="250"/>
                    <a:pt x="70" y="249"/>
                    <a:pt x="70" y="248"/>
                  </a:cubicBezTo>
                  <a:cubicBezTo>
                    <a:pt x="70" y="248"/>
                    <a:pt x="72" y="245"/>
                    <a:pt x="72" y="244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60" y="241"/>
                    <a:pt x="60" y="241"/>
                    <a:pt x="60" y="241"/>
                  </a:cubicBezTo>
                  <a:cubicBezTo>
                    <a:pt x="77" y="228"/>
                    <a:pt x="77" y="228"/>
                    <a:pt x="77" y="228"/>
                  </a:cubicBezTo>
                  <a:cubicBezTo>
                    <a:pt x="80" y="230"/>
                    <a:pt x="80" y="230"/>
                    <a:pt x="80" y="230"/>
                  </a:cubicBezTo>
                  <a:cubicBezTo>
                    <a:pt x="74" y="250"/>
                    <a:pt x="74" y="250"/>
                    <a:pt x="74" y="250"/>
                  </a:cubicBezTo>
                  <a:close/>
                  <a:moveTo>
                    <a:pt x="217" y="227"/>
                  </a:moveTo>
                  <a:cubicBezTo>
                    <a:pt x="220" y="227"/>
                    <a:pt x="220" y="227"/>
                    <a:pt x="220" y="227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6" y="232"/>
                    <a:pt x="226" y="232"/>
                    <a:pt x="226" y="232"/>
                  </a:cubicBezTo>
                  <a:cubicBezTo>
                    <a:pt x="225" y="233"/>
                    <a:pt x="224" y="235"/>
                    <a:pt x="223" y="235"/>
                  </a:cubicBezTo>
                  <a:cubicBezTo>
                    <a:pt x="221" y="235"/>
                    <a:pt x="219" y="230"/>
                    <a:pt x="217" y="230"/>
                  </a:cubicBezTo>
                  <a:cubicBezTo>
                    <a:pt x="216" y="230"/>
                    <a:pt x="216" y="230"/>
                    <a:pt x="216" y="230"/>
                  </a:cubicBezTo>
                  <a:cubicBezTo>
                    <a:pt x="215" y="230"/>
                    <a:pt x="213" y="233"/>
                    <a:pt x="212" y="234"/>
                  </a:cubicBezTo>
                  <a:cubicBezTo>
                    <a:pt x="217" y="240"/>
                    <a:pt x="217" y="240"/>
                    <a:pt x="217" y="240"/>
                  </a:cubicBezTo>
                  <a:cubicBezTo>
                    <a:pt x="214" y="242"/>
                    <a:pt x="214" y="242"/>
                    <a:pt x="214" y="242"/>
                  </a:cubicBezTo>
                  <a:cubicBezTo>
                    <a:pt x="201" y="227"/>
                    <a:pt x="201" y="227"/>
                    <a:pt x="201" y="227"/>
                  </a:cubicBezTo>
                  <a:cubicBezTo>
                    <a:pt x="202" y="225"/>
                    <a:pt x="209" y="219"/>
                    <a:pt x="212" y="219"/>
                  </a:cubicBezTo>
                  <a:cubicBezTo>
                    <a:pt x="215" y="219"/>
                    <a:pt x="219" y="223"/>
                    <a:pt x="217" y="227"/>
                  </a:cubicBezTo>
                  <a:close/>
                  <a:moveTo>
                    <a:pt x="57" y="238"/>
                  </a:moveTo>
                  <a:cubicBezTo>
                    <a:pt x="70" y="223"/>
                    <a:pt x="70" y="223"/>
                    <a:pt x="70" y="223"/>
                  </a:cubicBezTo>
                  <a:cubicBezTo>
                    <a:pt x="68" y="220"/>
                    <a:pt x="68" y="220"/>
                    <a:pt x="68" y="220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57" y="238"/>
                    <a:pt x="57" y="238"/>
                    <a:pt x="57" y="238"/>
                  </a:cubicBezTo>
                  <a:close/>
                  <a:moveTo>
                    <a:pt x="51" y="231"/>
                  </a:moveTo>
                  <a:cubicBezTo>
                    <a:pt x="53" y="231"/>
                    <a:pt x="64" y="220"/>
                    <a:pt x="65" y="218"/>
                  </a:cubicBezTo>
                  <a:cubicBezTo>
                    <a:pt x="63" y="216"/>
                    <a:pt x="63" y="216"/>
                    <a:pt x="63" y="216"/>
                  </a:cubicBezTo>
                  <a:cubicBezTo>
                    <a:pt x="60" y="218"/>
                    <a:pt x="52" y="227"/>
                    <a:pt x="50" y="227"/>
                  </a:cubicBezTo>
                  <a:cubicBezTo>
                    <a:pt x="49" y="227"/>
                    <a:pt x="48" y="226"/>
                    <a:pt x="48" y="225"/>
                  </a:cubicBezTo>
                  <a:cubicBezTo>
                    <a:pt x="48" y="225"/>
                    <a:pt x="48" y="225"/>
                    <a:pt x="48" y="225"/>
                  </a:cubicBezTo>
                  <a:cubicBezTo>
                    <a:pt x="48" y="223"/>
                    <a:pt x="50" y="222"/>
                    <a:pt x="51" y="221"/>
                  </a:cubicBezTo>
                  <a:cubicBezTo>
                    <a:pt x="48" y="219"/>
                    <a:pt x="48" y="219"/>
                    <a:pt x="48" y="219"/>
                  </a:cubicBezTo>
                  <a:cubicBezTo>
                    <a:pt x="47" y="220"/>
                    <a:pt x="44" y="223"/>
                    <a:pt x="44" y="225"/>
                  </a:cubicBezTo>
                  <a:cubicBezTo>
                    <a:pt x="44" y="227"/>
                    <a:pt x="47" y="231"/>
                    <a:pt x="50" y="231"/>
                  </a:cubicBezTo>
                  <a:cubicBezTo>
                    <a:pt x="51" y="231"/>
                    <a:pt x="51" y="231"/>
                    <a:pt x="51" y="231"/>
                  </a:cubicBezTo>
                  <a:close/>
                  <a:moveTo>
                    <a:pt x="225" y="211"/>
                  </a:moveTo>
                  <a:cubicBezTo>
                    <a:pt x="227" y="209"/>
                    <a:pt x="227" y="209"/>
                    <a:pt x="227" y="209"/>
                  </a:cubicBezTo>
                  <a:cubicBezTo>
                    <a:pt x="226" y="208"/>
                    <a:pt x="225" y="207"/>
                    <a:pt x="223" y="207"/>
                  </a:cubicBezTo>
                  <a:cubicBezTo>
                    <a:pt x="222" y="207"/>
                    <a:pt x="222" y="207"/>
                    <a:pt x="222" y="207"/>
                  </a:cubicBezTo>
                  <a:cubicBezTo>
                    <a:pt x="219" y="207"/>
                    <a:pt x="216" y="212"/>
                    <a:pt x="216" y="215"/>
                  </a:cubicBezTo>
                  <a:cubicBezTo>
                    <a:pt x="216" y="215"/>
                    <a:pt x="216" y="215"/>
                    <a:pt x="216" y="215"/>
                  </a:cubicBezTo>
                  <a:cubicBezTo>
                    <a:pt x="216" y="219"/>
                    <a:pt x="218" y="221"/>
                    <a:pt x="222" y="221"/>
                  </a:cubicBezTo>
                  <a:cubicBezTo>
                    <a:pt x="223" y="221"/>
                    <a:pt x="223" y="221"/>
                    <a:pt x="223" y="221"/>
                  </a:cubicBezTo>
                  <a:cubicBezTo>
                    <a:pt x="224" y="221"/>
                    <a:pt x="229" y="216"/>
                    <a:pt x="231" y="216"/>
                  </a:cubicBezTo>
                  <a:cubicBezTo>
                    <a:pt x="232" y="216"/>
                    <a:pt x="232" y="217"/>
                    <a:pt x="232" y="218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2" y="221"/>
                    <a:pt x="231" y="223"/>
                    <a:pt x="229" y="223"/>
                  </a:cubicBezTo>
                  <a:cubicBezTo>
                    <a:pt x="228" y="223"/>
                    <a:pt x="228" y="223"/>
                    <a:pt x="226" y="223"/>
                  </a:cubicBezTo>
                  <a:cubicBezTo>
                    <a:pt x="224" y="225"/>
                    <a:pt x="224" y="225"/>
                    <a:pt x="224" y="225"/>
                  </a:cubicBezTo>
                  <a:cubicBezTo>
                    <a:pt x="225" y="226"/>
                    <a:pt x="226" y="227"/>
                    <a:pt x="228" y="227"/>
                  </a:cubicBezTo>
                  <a:cubicBezTo>
                    <a:pt x="229" y="227"/>
                    <a:pt x="229" y="227"/>
                    <a:pt x="229" y="227"/>
                  </a:cubicBezTo>
                  <a:cubicBezTo>
                    <a:pt x="232" y="227"/>
                    <a:pt x="236" y="222"/>
                    <a:pt x="236" y="219"/>
                  </a:cubicBezTo>
                  <a:cubicBezTo>
                    <a:pt x="236" y="219"/>
                    <a:pt x="236" y="219"/>
                    <a:pt x="236" y="219"/>
                  </a:cubicBezTo>
                  <a:cubicBezTo>
                    <a:pt x="236" y="216"/>
                    <a:pt x="233" y="212"/>
                    <a:pt x="231" y="212"/>
                  </a:cubicBezTo>
                  <a:cubicBezTo>
                    <a:pt x="227" y="212"/>
                    <a:pt x="223" y="217"/>
                    <a:pt x="222" y="217"/>
                  </a:cubicBezTo>
                  <a:cubicBezTo>
                    <a:pt x="221" y="217"/>
                    <a:pt x="221" y="217"/>
                    <a:pt x="221" y="217"/>
                  </a:cubicBezTo>
                  <a:cubicBezTo>
                    <a:pt x="220" y="217"/>
                    <a:pt x="219" y="216"/>
                    <a:pt x="219" y="215"/>
                  </a:cubicBezTo>
                  <a:cubicBezTo>
                    <a:pt x="219" y="213"/>
                    <a:pt x="220" y="212"/>
                    <a:pt x="222" y="211"/>
                  </a:cubicBezTo>
                  <a:cubicBezTo>
                    <a:pt x="225" y="211"/>
                    <a:pt x="225" y="211"/>
                    <a:pt x="225" y="211"/>
                  </a:cubicBezTo>
                  <a:close/>
                  <a:moveTo>
                    <a:pt x="226" y="199"/>
                  </a:moveTo>
                  <a:cubicBezTo>
                    <a:pt x="243" y="211"/>
                    <a:pt x="243" y="211"/>
                    <a:pt x="243" y="211"/>
                  </a:cubicBezTo>
                  <a:cubicBezTo>
                    <a:pt x="242" y="212"/>
                    <a:pt x="241" y="214"/>
                    <a:pt x="241" y="214"/>
                  </a:cubicBezTo>
                  <a:cubicBezTo>
                    <a:pt x="240" y="214"/>
                    <a:pt x="226" y="204"/>
                    <a:pt x="224" y="203"/>
                  </a:cubicBezTo>
                  <a:cubicBezTo>
                    <a:pt x="226" y="199"/>
                    <a:pt x="226" y="199"/>
                    <a:pt x="226" y="199"/>
                  </a:cubicBezTo>
                  <a:close/>
                  <a:moveTo>
                    <a:pt x="43" y="214"/>
                  </a:moveTo>
                  <a:cubicBezTo>
                    <a:pt x="55" y="206"/>
                    <a:pt x="55" y="206"/>
                    <a:pt x="55" y="206"/>
                  </a:cubicBezTo>
                  <a:cubicBezTo>
                    <a:pt x="56" y="209"/>
                    <a:pt x="56" y="209"/>
                    <a:pt x="56" y="209"/>
                  </a:cubicBezTo>
                  <a:cubicBezTo>
                    <a:pt x="40" y="221"/>
                    <a:pt x="40" y="221"/>
                    <a:pt x="40" y="221"/>
                  </a:cubicBezTo>
                  <a:cubicBezTo>
                    <a:pt x="38" y="218"/>
                    <a:pt x="38" y="218"/>
                    <a:pt x="38" y="218"/>
                  </a:cubicBezTo>
                  <a:cubicBezTo>
                    <a:pt x="44" y="205"/>
                    <a:pt x="44" y="205"/>
                    <a:pt x="44" y="205"/>
                  </a:cubicBezTo>
                  <a:cubicBezTo>
                    <a:pt x="44" y="204"/>
                    <a:pt x="44" y="204"/>
                    <a:pt x="44" y="204"/>
                  </a:cubicBezTo>
                  <a:cubicBezTo>
                    <a:pt x="33" y="212"/>
                    <a:pt x="33" y="212"/>
                    <a:pt x="33" y="212"/>
                  </a:cubicBezTo>
                  <a:cubicBezTo>
                    <a:pt x="31" y="209"/>
                    <a:pt x="31" y="209"/>
                    <a:pt x="31" y="209"/>
                  </a:cubicBezTo>
                  <a:cubicBezTo>
                    <a:pt x="48" y="197"/>
                    <a:pt x="48" y="197"/>
                    <a:pt x="48" y="197"/>
                  </a:cubicBezTo>
                  <a:cubicBezTo>
                    <a:pt x="49" y="197"/>
                    <a:pt x="51" y="200"/>
                    <a:pt x="51" y="200"/>
                  </a:cubicBezTo>
                  <a:cubicBezTo>
                    <a:pt x="51" y="201"/>
                    <a:pt x="44" y="212"/>
                    <a:pt x="43" y="214"/>
                  </a:cubicBezTo>
                  <a:close/>
                  <a:moveTo>
                    <a:pt x="45" y="205"/>
                  </a:moveTo>
                  <a:cubicBezTo>
                    <a:pt x="45" y="204"/>
                    <a:pt x="44" y="205"/>
                    <a:pt x="45" y="205"/>
                  </a:cubicBezTo>
                  <a:close/>
                  <a:moveTo>
                    <a:pt x="45" y="191"/>
                  </a:moveTo>
                  <a:cubicBezTo>
                    <a:pt x="27" y="201"/>
                    <a:pt x="27" y="201"/>
                    <a:pt x="27" y="201"/>
                  </a:cubicBezTo>
                  <a:cubicBezTo>
                    <a:pt x="28" y="202"/>
                    <a:pt x="29" y="204"/>
                    <a:pt x="29" y="204"/>
                  </a:cubicBezTo>
                  <a:cubicBezTo>
                    <a:pt x="31" y="204"/>
                    <a:pt x="43" y="196"/>
                    <a:pt x="47" y="195"/>
                  </a:cubicBezTo>
                  <a:cubicBezTo>
                    <a:pt x="45" y="191"/>
                    <a:pt x="45" y="191"/>
                    <a:pt x="45" y="191"/>
                  </a:cubicBezTo>
                  <a:close/>
                  <a:moveTo>
                    <a:pt x="38" y="176"/>
                  </a:moveTo>
                  <a:cubicBezTo>
                    <a:pt x="31" y="184"/>
                    <a:pt x="31" y="184"/>
                    <a:pt x="31" y="184"/>
                  </a:cubicBezTo>
                  <a:cubicBezTo>
                    <a:pt x="20" y="183"/>
                    <a:pt x="20" y="183"/>
                    <a:pt x="20" y="183"/>
                  </a:cubicBezTo>
                  <a:cubicBezTo>
                    <a:pt x="21" y="187"/>
                    <a:pt x="21" y="187"/>
                    <a:pt x="21" y="187"/>
                  </a:cubicBezTo>
                  <a:cubicBezTo>
                    <a:pt x="28" y="188"/>
                    <a:pt x="28" y="188"/>
                    <a:pt x="28" y="188"/>
                  </a:cubicBezTo>
                  <a:cubicBezTo>
                    <a:pt x="28" y="190"/>
                    <a:pt x="24" y="193"/>
                    <a:pt x="24" y="194"/>
                  </a:cubicBezTo>
                  <a:cubicBezTo>
                    <a:pt x="24" y="194"/>
                    <a:pt x="25" y="197"/>
                    <a:pt x="25" y="198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44" y="189"/>
                    <a:pt x="43" y="186"/>
                    <a:pt x="41" y="186"/>
                  </a:cubicBezTo>
                  <a:cubicBezTo>
                    <a:pt x="36" y="186"/>
                    <a:pt x="36" y="186"/>
                    <a:pt x="36" y="186"/>
                  </a:cubicBezTo>
                  <a:cubicBezTo>
                    <a:pt x="36" y="184"/>
                    <a:pt x="40" y="181"/>
                    <a:pt x="40" y="180"/>
                  </a:cubicBezTo>
                  <a:cubicBezTo>
                    <a:pt x="40" y="180"/>
                    <a:pt x="39" y="177"/>
                    <a:pt x="39" y="176"/>
                  </a:cubicBezTo>
                  <a:cubicBezTo>
                    <a:pt x="38" y="176"/>
                    <a:pt x="38" y="176"/>
                    <a:pt x="38" y="176"/>
                  </a:cubicBezTo>
                  <a:close/>
                  <a:moveTo>
                    <a:pt x="248" y="204"/>
                  </a:moveTo>
                  <a:cubicBezTo>
                    <a:pt x="249" y="200"/>
                    <a:pt x="249" y="200"/>
                    <a:pt x="249" y="200"/>
                  </a:cubicBezTo>
                  <a:cubicBezTo>
                    <a:pt x="234" y="192"/>
                    <a:pt x="234" y="192"/>
                    <a:pt x="234" y="192"/>
                  </a:cubicBezTo>
                  <a:cubicBezTo>
                    <a:pt x="235" y="192"/>
                    <a:pt x="235" y="192"/>
                    <a:pt x="235" y="192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5" y="186"/>
                    <a:pt x="235" y="186"/>
                    <a:pt x="235" y="186"/>
                  </a:cubicBezTo>
                  <a:cubicBezTo>
                    <a:pt x="248" y="185"/>
                    <a:pt x="248" y="185"/>
                    <a:pt x="248" y="185"/>
                  </a:cubicBezTo>
                  <a:cubicBezTo>
                    <a:pt x="248" y="185"/>
                    <a:pt x="254" y="187"/>
                    <a:pt x="255" y="187"/>
                  </a:cubicBezTo>
                  <a:cubicBezTo>
                    <a:pt x="255" y="186"/>
                    <a:pt x="256" y="185"/>
                    <a:pt x="256" y="184"/>
                  </a:cubicBezTo>
                  <a:cubicBezTo>
                    <a:pt x="256" y="183"/>
                    <a:pt x="252" y="182"/>
                    <a:pt x="251" y="181"/>
                  </a:cubicBezTo>
                  <a:cubicBezTo>
                    <a:pt x="248" y="180"/>
                    <a:pt x="249" y="181"/>
                    <a:pt x="246" y="178"/>
                  </a:cubicBezTo>
                  <a:cubicBezTo>
                    <a:pt x="244" y="177"/>
                    <a:pt x="241" y="172"/>
                    <a:pt x="239" y="171"/>
                  </a:cubicBezTo>
                  <a:cubicBezTo>
                    <a:pt x="237" y="175"/>
                    <a:pt x="237" y="175"/>
                    <a:pt x="237" y="175"/>
                  </a:cubicBezTo>
                  <a:cubicBezTo>
                    <a:pt x="245" y="181"/>
                    <a:pt x="245" y="181"/>
                    <a:pt x="245" y="181"/>
                  </a:cubicBezTo>
                  <a:cubicBezTo>
                    <a:pt x="235" y="182"/>
                    <a:pt x="235" y="182"/>
                    <a:pt x="235" y="182"/>
                  </a:cubicBezTo>
                  <a:cubicBezTo>
                    <a:pt x="234" y="183"/>
                    <a:pt x="227" y="199"/>
                    <a:pt x="227" y="199"/>
                  </a:cubicBezTo>
                  <a:cubicBezTo>
                    <a:pt x="227" y="200"/>
                    <a:pt x="229" y="200"/>
                    <a:pt x="230" y="201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48" y="204"/>
                    <a:pt x="248" y="204"/>
                    <a:pt x="248" y="204"/>
                  </a:cubicBezTo>
                  <a:close/>
                  <a:moveTo>
                    <a:pt x="35" y="134"/>
                  </a:moveTo>
                  <a:cubicBezTo>
                    <a:pt x="35" y="106"/>
                    <a:pt x="50" y="80"/>
                    <a:pt x="64" y="65"/>
                  </a:cubicBezTo>
                  <a:cubicBezTo>
                    <a:pt x="72" y="57"/>
                    <a:pt x="80" y="50"/>
                    <a:pt x="92" y="45"/>
                  </a:cubicBezTo>
                  <a:cubicBezTo>
                    <a:pt x="100" y="41"/>
                    <a:pt x="118" y="34"/>
                    <a:pt x="130" y="3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72" y="34"/>
                    <a:pt x="198" y="51"/>
                    <a:pt x="212" y="66"/>
                  </a:cubicBezTo>
                  <a:cubicBezTo>
                    <a:pt x="227" y="81"/>
                    <a:pt x="241" y="107"/>
                    <a:pt x="241" y="137"/>
                  </a:cubicBezTo>
                  <a:cubicBezTo>
                    <a:pt x="241" y="168"/>
                    <a:pt x="227" y="193"/>
                    <a:pt x="211" y="208"/>
                  </a:cubicBezTo>
                  <a:cubicBezTo>
                    <a:pt x="203" y="217"/>
                    <a:pt x="194" y="224"/>
                    <a:pt x="182" y="229"/>
                  </a:cubicBezTo>
                  <a:cubicBezTo>
                    <a:pt x="172" y="234"/>
                    <a:pt x="157" y="239"/>
                    <a:pt x="142" y="239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81" y="239"/>
                    <a:pt x="35" y="193"/>
                    <a:pt x="35" y="138"/>
                  </a:cubicBezTo>
                  <a:cubicBezTo>
                    <a:pt x="35" y="134"/>
                    <a:pt x="35" y="134"/>
                    <a:pt x="35" y="134"/>
                  </a:cubicBezTo>
                  <a:close/>
                  <a:moveTo>
                    <a:pt x="9" y="141"/>
                  </a:moveTo>
                  <a:cubicBezTo>
                    <a:pt x="9" y="141"/>
                    <a:pt x="8" y="140"/>
                    <a:pt x="8" y="140"/>
                  </a:cubicBezTo>
                  <a:cubicBezTo>
                    <a:pt x="8" y="139"/>
                    <a:pt x="9" y="139"/>
                    <a:pt x="9" y="139"/>
                  </a:cubicBezTo>
                  <a:cubicBezTo>
                    <a:pt x="11" y="139"/>
                    <a:pt x="10" y="139"/>
                    <a:pt x="11" y="140"/>
                  </a:cubicBezTo>
                  <a:cubicBezTo>
                    <a:pt x="9" y="141"/>
                    <a:pt x="10" y="141"/>
                    <a:pt x="9" y="141"/>
                  </a:cubicBezTo>
                  <a:close/>
                  <a:moveTo>
                    <a:pt x="9" y="138"/>
                  </a:moveTo>
                  <a:cubicBezTo>
                    <a:pt x="8" y="138"/>
                    <a:pt x="8" y="137"/>
                    <a:pt x="8" y="136"/>
                  </a:cubicBezTo>
                  <a:cubicBezTo>
                    <a:pt x="8" y="136"/>
                    <a:pt x="9" y="136"/>
                    <a:pt x="9" y="136"/>
                  </a:cubicBezTo>
                  <a:cubicBezTo>
                    <a:pt x="10" y="136"/>
                    <a:pt x="10" y="136"/>
                    <a:pt x="10" y="137"/>
                  </a:cubicBezTo>
                  <a:cubicBezTo>
                    <a:pt x="10" y="137"/>
                    <a:pt x="10" y="138"/>
                    <a:pt x="9" y="138"/>
                  </a:cubicBezTo>
                  <a:close/>
                  <a:moveTo>
                    <a:pt x="28" y="131"/>
                  </a:moveTo>
                  <a:cubicBezTo>
                    <a:pt x="27" y="131"/>
                    <a:pt x="27" y="131"/>
                    <a:pt x="26" y="131"/>
                  </a:cubicBezTo>
                  <a:cubicBezTo>
                    <a:pt x="24" y="131"/>
                    <a:pt x="24" y="131"/>
                    <a:pt x="24" y="131"/>
                  </a:cubicBezTo>
                  <a:cubicBezTo>
                    <a:pt x="23" y="131"/>
                    <a:pt x="23" y="131"/>
                    <a:pt x="23" y="131"/>
                  </a:cubicBezTo>
                  <a:cubicBezTo>
                    <a:pt x="23" y="130"/>
                    <a:pt x="23" y="129"/>
                    <a:pt x="25" y="129"/>
                  </a:cubicBezTo>
                  <a:cubicBezTo>
                    <a:pt x="25" y="129"/>
                    <a:pt x="26" y="130"/>
                    <a:pt x="26" y="130"/>
                  </a:cubicBezTo>
                  <a:cubicBezTo>
                    <a:pt x="27" y="130"/>
                    <a:pt x="29" y="129"/>
                    <a:pt x="29" y="130"/>
                  </a:cubicBezTo>
                  <a:cubicBezTo>
                    <a:pt x="29" y="131"/>
                    <a:pt x="28" y="131"/>
                    <a:pt x="28" y="131"/>
                  </a:cubicBezTo>
                  <a:close/>
                  <a:moveTo>
                    <a:pt x="10" y="123"/>
                  </a:moveTo>
                  <a:cubicBezTo>
                    <a:pt x="10" y="123"/>
                    <a:pt x="9" y="122"/>
                    <a:pt x="9" y="122"/>
                  </a:cubicBezTo>
                  <a:cubicBezTo>
                    <a:pt x="9" y="121"/>
                    <a:pt x="10" y="121"/>
                    <a:pt x="10" y="121"/>
                  </a:cubicBezTo>
                  <a:cubicBezTo>
                    <a:pt x="11" y="121"/>
                    <a:pt x="11" y="122"/>
                    <a:pt x="12" y="123"/>
                  </a:cubicBezTo>
                  <a:cubicBezTo>
                    <a:pt x="10" y="123"/>
                    <a:pt x="10" y="123"/>
                    <a:pt x="10" y="123"/>
                  </a:cubicBezTo>
                  <a:close/>
                  <a:moveTo>
                    <a:pt x="10" y="120"/>
                  </a:moveTo>
                  <a:cubicBezTo>
                    <a:pt x="9" y="120"/>
                    <a:pt x="9" y="119"/>
                    <a:pt x="9" y="118"/>
                  </a:cubicBezTo>
                  <a:cubicBezTo>
                    <a:pt x="10" y="118"/>
                    <a:pt x="10" y="118"/>
                    <a:pt x="10" y="118"/>
                  </a:cubicBezTo>
                  <a:cubicBezTo>
                    <a:pt x="11" y="118"/>
                    <a:pt x="12" y="118"/>
                    <a:pt x="12" y="119"/>
                  </a:cubicBezTo>
                  <a:cubicBezTo>
                    <a:pt x="12" y="120"/>
                    <a:pt x="11" y="120"/>
                    <a:pt x="10" y="120"/>
                  </a:cubicBezTo>
                  <a:close/>
                  <a:moveTo>
                    <a:pt x="249" y="112"/>
                  </a:moveTo>
                  <a:cubicBezTo>
                    <a:pt x="249" y="111"/>
                    <a:pt x="249" y="111"/>
                    <a:pt x="249" y="111"/>
                  </a:cubicBezTo>
                  <a:cubicBezTo>
                    <a:pt x="254" y="115"/>
                    <a:pt x="254" y="115"/>
                    <a:pt x="254" y="115"/>
                  </a:cubicBezTo>
                  <a:cubicBezTo>
                    <a:pt x="259" y="112"/>
                    <a:pt x="259" y="112"/>
                    <a:pt x="259" y="112"/>
                  </a:cubicBezTo>
                  <a:cubicBezTo>
                    <a:pt x="258" y="115"/>
                    <a:pt x="258" y="115"/>
                    <a:pt x="258" y="115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65" y="114"/>
                    <a:pt x="265" y="114"/>
                    <a:pt x="265" y="114"/>
                  </a:cubicBezTo>
                  <a:cubicBezTo>
                    <a:pt x="262" y="118"/>
                    <a:pt x="262" y="118"/>
                    <a:pt x="262" y="118"/>
                  </a:cubicBezTo>
                  <a:cubicBezTo>
                    <a:pt x="263" y="119"/>
                    <a:pt x="263" y="119"/>
                    <a:pt x="263" y="119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3" y="121"/>
                    <a:pt x="263" y="121"/>
                    <a:pt x="263" y="121"/>
                  </a:cubicBezTo>
                  <a:cubicBezTo>
                    <a:pt x="263" y="123"/>
                    <a:pt x="263" y="123"/>
                    <a:pt x="263" y="123"/>
                  </a:cubicBezTo>
                  <a:cubicBezTo>
                    <a:pt x="265" y="124"/>
                    <a:pt x="266" y="123"/>
                    <a:pt x="266" y="126"/>
                  </a:cubicBezTo>
                  <a:cubicBezTo>
                    <a:pt x="264" y="126"/>
                    <a:pt x="264" y="126"/>
                    <a:pt x="264" y="126"/>
                  </a:cubicBezTo>
                  <a:cubicBezTo>
                    <a:pt x="263" y="126"/>
                    <a:pt x="263" y="125"/>
                    <a:pt x="262" y="125"/>
                  </a:cubicBezTo>
                  <a:cubicBezTo>
                    <a:pt x="259" y="125"/>
                    <a:pt x="259" y="125"/>
                    <a:pt x="259" y="125"/>
                  </a:cubicBezTo>
                  <a:cubicBezTo>
                    <a:pt x="259" y="126"/>
                    <a:pt x="259" y="126"/>
                    <a:pt x="259" y="126"/>
                  </a:cubicBezTo>
                  <a:cubicBezTo>
                    <a:pt x="259" y="127"/>
                    <a:pt x="258" y="128"/>
                    <a:pt x="257" y="128"/>
                  </a:cubicBezTo>
                  <a:cubicBezTo>
                    <a:pt x="256" y="128"/>
                    <a:pt x="255" y="123"/>
                    <a:pt x="250" y="123"/>
                  </a:cubicBezTo>
                  <a:cubicBezTo>
                    <a:pt x="251" y="123"/>
                    <a:pt x="252" y="124"/>
                    <a:pt x="252" y="125"/>
                  </a:cubicBezTo>
                  <a:cubicBezTo>
                    <a:pt x="252" y="126"/>
                    <a:pt x="251" y="127"/>
                    <a:pt x="250" y="127"/>
                  </a:cubicBezTo>
                  <a:cubicBezTo>
                    <a:pt x="248" y="127"/>
                    <a:pt x="248" y="124"/>
                    <a:pt x="248" y="123"/>
                  </a:cubicBezTo>
                  <a:cubicBezTo>
                    <a:pt x="246" y="123"/>
                    <a:pt x="246" y="124"/>
                    <a:pt x="245" y="124"/>
                  </a:cubicBezTo>
                  <a:cubicBezTo>
                    <a:pt x="243" y="124"/>
                    <a:pt x="243" y="124"/>
                    <a:pt x="243" y="124"/>
                  </a:cubicBezTo>
                  <a:cubicBezTo>
                    <a:pt x="242" y="124"/>
                    <a:pt x="241" y="122"/>
                    <a:pt x="241" y="121"/>
                  </a:cubicBezTo>
                  <a:cubicBezTo>
                    <a:pt x="241" y="121"/>
                    <a:pt x="244" y="114"/>
                    <a:pt x="245" y="113"/>
                  </a:cubicBezTo>
                  <a:cubicBezTo>
                    <a:pt x="251" y="122"/>
                    <a:pt x="251" y="122"/>
                    <a:pt x="251" y="122"/>
                  </a:cubicBezTo>
                  <a:cubicBezTo>
                    <a:pt x="251" y="122"/>
                    <a:pt x="251" y="122"/>
                    <a:pt x="251" y="122"/>
                  </a:cubicBezTo>
                  <a:cubicBezTo>
                    <a:pt x="251" y="119"/>
                    <a:pt x="251" y="119"/>
                    <a:pt x="251" y="119"/>
                  </a:cubicBezTo>
                  <a:cubicBezTo>
                    <a:pt x="253" y="119"/>
                    <a:pt x="253" y="119"/>
                    <a:pt x="253" y="119"/>
                  </a:cubicBezTo>
                  <a:cubicBezTo>
                    <a:pt x="253" y="118"/>
                    <a:pt x="253" y="118"/>
                    <a:pt x="253" y="118"/>
                  </a:cubicBezTo>
                  <a:cubicBezTo>
                    <a:pt x="247" y="116"/>
                    <a:pt x="247" y="116"/>
                    <a:pt x="247" y="116"/>
                  </a:cubicBezTo>
                  <a:cubicBezTo>
                    <a:pt x="247" y="113"/>
                    <a:pt x="247" y="113"/>
                    <a:pt x="247" y="113"/>
                  </a:cubicBezTo>
                  <a:cubicBezTo>
                    <a:pt x="249" y="112"/>
                    <a:pt x="249" y="112"/>
                    <a:pt x="249" y="112"/>
                  </a:cubicBezTo>
                  <a:close/>
                  <a:moveTo>
                    <a:pt x="253" y="119"/>
                  </a:moveTo>
                  <a:cubicBezTo>
                    <a:pt x="252" y="119"/>
                    <a:pt x="254" y="118"/>
                    <a:pt x="253" y="119"/>
                  </a:cubicBezTo>
                  <a:close/>
                  <a:moveTo>
                    <a:pt x="23" y="99"/>
                  </a:moveTo>
                  <a:cubicBezTo>
                    <a:pt x="25" y="99"/>
                    <a:pt x="25" y="99"/>
                    <a:pt x="25" y="99"/>
                  </a:cubicBezTo>
                  <a:cubicBezTo>
                    <a:pt x="25" y="102"/>
                    <a:pt x="24" y="100"/>
                    <a:pt x="21" y="102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0" y="106"/>
                    <a:pt x="22" y="107"/>
                    <a:pt x="22" y="108"/>
                  </a:cubicBezTo>
                  <a:cubicBezTo>
                    <a:pt x="22" y="111"/>
                    <a:pt x="21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0" y="115"/>
                    <a:pt x="20" y="115"/>
                    <a:pt x="20" y="115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6" y="121"/>
                    <a:pt x="16" y="121"/>
                    <a:pt x="16" y="121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8" y="128"/>
                    <a:pt x="18" y="128"/>
                    <a:pt x="18" y="128"/>
                  </a:cubicBezTo>
                  <a:cubicBezTo>
                    <a:pt x="15" y="130"/>
                    <a:pt x="15" y="130"/>
                    <a:pt x="15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7" y="131"/>
                    <a:pt x="18" y="131"/>
                    <a:pt x="18" y="132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18" y="137"/>
                    <a:pt x="17" y="137"/>
                    <a:pt x="15" y="138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18" y="141"/>
                    <a:pt x="18" y="142"/>
                    <a:pt x="18" y="143"/>
                  </a:cubicBezTo>
                  <a:cubicBezTo>
                    <a:pt x="18" y="144"/>
                    <a:pt x="18" y="144"/>
                    <a:pt x="18" y="144"/>
                  </a:cubicBezTo>
                  <a:cubicBezTo>
                    <a:pt x="18" y="145"/>
                    <a:pt x="20" y="147"/>
                    <a:pt x="22" y="147"/>
                  </a:cubicBezTo>
                  <a:cubicBezTo>
                    <a:pt x="22" y="147"/>
                    <a:pt x="23" y="146"/>
                    <a:pt x="24" y="146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25" y="144"/>
                    <a:pt x="25" y="145"/>
                    <a:pt x="25" y="147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3"/>
                    <a:pt x="22" y="154"/>
                    <a:pt x="19" y="154"/>
                  </a:cubicBezTo>
                  <a:cubicBezTo>
                    <a:pt x="19" y="155"/>
                    <a:pt x="19" y="155"/>
                    <a:pt x="20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7" y="155"/>
                    <a:pt x="28" y="153"/>
                    <a:pt x="28" y="150"/>
                  </a:cubicBezTo>
                  <a:cubicBezTo>
                    <a:pt x="28" y="149"/>
                    <a:pt x="28" y="149"/>
                    <a:pt x="28" y="149"/>
                  </a:cubicBezTo>
                  <a:cubicBezTo>
                    <a:pt x="28" y="146"/>
                    <a:pt x="26" y="142"/>
                    <a:pt x="23" y="142"/>
                  </a:cubicBezTo>
                  <a:cubicBezTo>
                    <a:pt x="22" y="142"/>
                    <a:pt x="22" y="142"/>
                    <a:pt x="22" y="144"/>
                  </a:cubicBezTo>
                  <a:cubicBezTo>
                    <a:pt x="22" y="145"/>
                    <a:pt x="22" y="145"/>
                    <a:pt x="22" y="145"/>
                  </a:cubicBezTo>
                  <a:cubicBezTo>
                    <a:pt x="20" y="144"/>
                    <a:pt x="21" y="143"/>
                    <a:pt x="21" y="140"/>
                  </a:cubicBezTo>
                  <a:cubicBezTo>
                    <a:pt x="19" y="139"/>
                    <a:pt x="19" y="139"/>
                    <a:pt x="19" y="139"/>
                  </a:cubicBezTo>
                  <a:cubicBezTo>
                    <a:pt x="20" y="138"/>
                    <a:pt x="21" y="137"/>
                    <a:pt x="21" y="135"/>
                  </a:cubicBezTo>
                  <a:cubicBezTo>
                    <a:pt x="21" y="132"/>
                    <a:pt x="21" y="132"/>
                    <a:pt x="21" y="132"/>
                  </a:cubicBezTo>
                  <a:cubicBezTo>
                    <a:pt x="21" y="131"/>
                    <a:pt x="20" y="131"/>
                    <a:pt x="20" y="130"/>
                  </a:cubicBezTo>
                  <a:cubicBezTo>
                    <a:pt x="21" y="129"/>
                    <a:pt x="22" y="127"/>
                    <a:pt x="22" y="124"/>
                  </a:cubicBezTo>
                  <a:cubicBezTo>
                    <a:pt x="22" y="123"/>
                    <a:pt x="21" y="123"/>
                    <a:pt x="21" y="122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22" y="114"/>
                    <a:pt x="22" y="114"/>
                    <a:pt x="22" y="114"/>
                  </a:cubicBezTo>
                  <a:cubicBezTo>
                    <a:pt x="24" y="113"/>
                    <a:pt x="24" y="113"/>
                    <a:pt x="24" y="113"/>
                  </a:cubicBezTo>
                  <a:cubicBezTo>
                    <a:pt x="24" y="110"/>
                    <a:pt x="25" y="110"/>
                    <a:pt x="25" y="109"/>
                  </a:cubicBezTo>
                  <a:cubicBezTo>
                    <a:pt x="25" y="107"/>
                    <a:pt x="24" y="108"/>
                    <a:pt x="24" y="106"/>
                  </a:cubicBezTo>
                  <a:cubicBezTo>
                    <a:pt x="25" y="106"/>
                    <a:pt x="26" y="107"/>
                    <a:pt x="26" y="105"/>
                  </a:cubicBezTo>
                  <a:cubicBezTo>
                    <a:pt x="26" y="104"/>
                    <a:pt x="26" y="105"/>
                    <a:pt x="25" y="103"/>
                  </a:cubicBezTo>
                  <a:cubicBezTo>
                    <a:pt x="27" y="103"/>
                    <a:pt x="28" y="102"/>
                    <a:pt x="28" y="101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99"/>
                    <a:pt x="25" y="97"/>
                    <a:pt x="24" y="97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8"/>
                    <a:pt x="22" y="99"/>
                    <a:pt x="23" y="99"/>
                  </a:cubicBezTo>
                  <a:close/>
                  <a:moveTo>
                    <a:pt x="36" y="89"/>
                  </a:move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9" y="89"/>
                    <a:pt x="37" y="90"/>
                    <a:pt x="40" y="90"/>
                  </a:cubicBezTo>
                  <a:cubicBezTo>
                    <a:pt x="40" y="89"/>
                    <a:pt x="40" y="88"/>
                    <a:pt x="39" y="88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37" y="88"/>
                    <a:pt x="37" y="88"/>
                    <a:pt x="37" y="88"/>
                  </a:cubicBezTo>
                  <a:cubicBezTo>
                    <a:pt x="37" y="88"/>
                    <a:pt x="37" y="87"/>
                    <a:pt x="36" y="87"/>
                  </a:cubicBezTo>
                  <a:cubicBezTo>
                    <a:pt x="35" y="87"/>
                    <a:pt x="35" y="87"/>
                    <a:pt x="35" y="88"/>
                  </a:cubicBezTo>
                  <a:cubicBezTo>
                    <a:pt x="35" y="88"/>
                    <a:pt x="35" y="89"/>
                    <a:pt x="36" y="89"/>
                  </a:cubicBezTo>
                  <a:close/>
                  <a:moveTo>
                    <a:pt x="27" y="85"/>
                  </a:moveTo>
                  <a:cubicBezTo>
                    <a:pt x="33" y="85"/>
                    <a:pt x="29" y="88"/>
                    <a:pt x="27" y="92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6" y="95"/>
                    <a:pt x="26" y="95"/>
                    <a:pt x="26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3" y="97"/>
                    <a:pt x="32" y="98"/>
                    <a:pt x="32" y="103"/>
                  </a:cubicBezTo>
                  <a:cubicBezTo>
                    <a:pt x="33" y="102"/>
                    <a:pt x="35" y="101"/>
                    <a:pt x="35" y="100"/>
                  </a:cubicBezTo>
                  <a:cubicBezTo>
                    <a:pt x="35" y="97"/>
                    <a:pt x="33" y="94"/>
                    <a:pt x="31" y="93"/>
                  </a:cubicBezTo>
                  <a:cubicBezTo>
                    <a:pt x="31" y="91"/>
                    <a:pt x="33" y="87"/>
                    <a:pt x="33" y="86"/>
                  </a:cubicBezTo>
                  <a:cubicBezTo>
                    <a:pt x="33" y="85"/>
                    <a:pt x="30" y="82"/>
                    <a:pt x="28" y="82"/>
                  </a:cubicBezTo>
                  <a:cubicBezTo>
                    <a:pt x="26" y="82"/>
                    <a:pt x="26" y="82"/>
                    <a:pt x="26" y="82"/>
                  </a:cubicBezTo>
                  <a:cubicBezTo>
                    <a:pt x="27" y="85"/>
                    <a:pt x="27" y="85"/>
                    <a:pt x="27" y="85"/>
                  </a:cubicBezTo>
                  <a:close/>
                  <a:moveTo>
                    <a:pt x="252" y="76"/>
                  </a:moveTo>
                  <a:cubicBezTo>
                    <a:pt x="250" y="76"/>
                    <a:pt x="251" y="78"/>
                    <a:pt x="247" y="79"/>
                  </a:cubicBezTo>
                  <a:cubicBezTo>
                    <a:pt x="245" y="79"/>
                    <a:pt x="241" y="79"/>
                    <a:pt x="240" y="79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6" y="76"/>
                    <a:pt x="235" y="76"/>
                    <a:pt x="235" y="77"/>
                  </a:cubicBezTo>
                  <a:cubicBezTo>
                    <a:pt x="235" y="78"/>
                    <a:pt x="235" y="78"/>
                    <a:pt x="235" y="79"/>
                  </a:cubicBezTo>
                  <a:cubicBezTo>
                    <a:pt x="231" y="76"/>
                    <a:pt x="231" y="76"/>
                    <a:pt x="231" y="76"/>
                  </a:cubicBezTo>
                  <a:cubicBezTo>
                    <a:pt x="231" y="80"/>
                    <a:pt x="233" y="81"/>
                    <a:pt x="237" y="82"/>
                  </a:cubicBezTo>
                  <a:cubicBezTo>
                    <a:pt x="237" y="84"/>
                    <a:pt x="232" y="85"/>
                    <a:pt x="232" y="87"/>
                  </a:cubicBezTo>
                  <a:cubicBezTo>
                    <a:pt x="232" y="89"/>
                    <a:pt x="233" y="90"/>
                    <a:pt x="233" y="92"/>
                  </a:cubicBezTo>
                  <a:cubicBezTo>
                    <a:pt x="234" y="92"/>
                    <a:pt x="234" y="92"/>
                    <a:pt x="234" y="92"/>
                  </a:cubicBezTo>
                  <a:cubicBezTo>
                    <a:pt x="235" y="87"/>
                    <a:pt x="236" y="86"/>
                    <a:pt x="239" y="82"/>
                  </a:cubicBezTo>
                  <a:cubicBezTo>
                    <a:pt x="240" y="83"/>
                    <a:pt x="242" y="86"/>
                    <a:pt x="243" y="86"/>
                  </a:cubicBezTo>
                  <a:cubicBezTo>
                    <a:pt x="244" y="86"/>
                    <a:pt x="244" y="86"/>
                    <a:pt x="244" y="86"/>
                  </a:cubicBezTo>
                  <a:cubicBezTo>
                    <a:pt x="245" y="86"/>
                    <a:pt x="245" y="85"/>
                    <a:pt x="245" y="83"/>
                  </a:cubicBezTo>
                  <a:cubicBezTo>
                    <a:pt x="245" y="84"/>
                    <a:pt x="245" y="84"/>
                    <a:pt x="245" y="84"/>
                  </a:cubicBezTo>
                  <a:cubicBezTo>
                    <a:pt x="242" y="82"/>
                    <a:pt x="242" y="82"/>
                    <a:pt x="242" y="82"/>
                  </a:cubicBezTo>
                  <a:cubicBezTo>
                    <a:pt x="242" y="81"/>
                    <a:pt x="242" y="81"/>
                    <a:pt x="242" y="81"/>
                  </a:cubicBezTo>
                  <a:cubicBezTo>
                    <a:pt x="245" y="80"/>
                    <a:pt x="246" y="80"/>
                    <a:pt x="249" y="80"/>
                  </a:cubicBezTo>
                  <a:cubicBezTo>
                    <a:pt x="253" y="80"/>
                    <a:pt x="254" y="76"/>
                    <a:pt x="252" y="76"/>
                  </a:cubicBezTo>
                  <a:close/>
                  <a:moveTo>
                    <a:pt x="236" y="79"/>
                  </a:moveTo>
                  <a:cubicBezTo>
                    <a:pt x="236" y="78"/>
                    <a:pt x="235" y="80"/>
                    <a:pt x="236" y="79"/>
                  </a:cubicBezTo>
                  <a:close/>
                  <a:moveTo>
                    <a:pt x="25" y="76"/>
                  </a:moveTo>
                  <a:cubicBezTo>
                    <a:pt x="27" y="76"/>
                    <a:pt x="28" y="76"/>
                    <a:pt x="28" y="78"/>
                  </a:cubicBezTo>
                  <a:cubicBezTo>
                    <a:pt x="26" y="78"/>
                    <a:pt x="25" y="78"/>
                    <a:pt x="25" y="76"/>
                  </a:cubicBezTo>
                  <a:close/>
                  <a:moveTo>
                    <a:pt x="23" y="73"/>
                  </a:moveTo>
                  <a:cubicBezTo>
                    <a:pt x="25" y="73"/>
                    <a:pt x="25" y="73"/>
                    <a:pt x="25" y="75"/>
                  </a:cubicBezTo>
                  <a:cubicBezTo>
                    <a:pt x="23" y="75"/>
                    <a:pt x="23" y="75"/>
                    <a:pt x="23" y="73"/>
                  </a:cubicBezTo>
                  <a:close/>
                  <a:moveTo>
                    <a:pt x="28" y="75"/>
                  </a:moveTo>
                  <a:cubicBezTo>
                    <a:pt x="27" y="75"/>
                    <a:pt x="26" y="74"/>
                    <a:pt x="26" y="73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29" y="73"/>
                    <a:pt x="29" y="74"/>
                    <a:pt x="29" y="75"/>
                  </a:cubicBezTo>
                  <a:cubicBezTo>
                    <a:pt x="28" y="75"/>
                    <a:pt x="28" y="75"/>
                    <a:pt x="28" y="75"/>
                  </a:cubicBezTo>
                  <a:close/>
                  <a:moveTo>
                    <a:pt x="39" y="70"/>
                  </a:moveTo>
                  <a:cubicBezTo>
                    <a:pt x="36" y="70"/>
                    <a:pt x="36" y="70"/>
                    <a:pt x="36" y="70"/>
                  </a:cubicBezTo>
                  <a:cubicBezTo>
                    <a:pt x="36" y="70"/>
                    <a:pt x="37" y="71"/>
                    <a:pt x="37" y="72"/>
                  </a:cubicBezTo>
                  <a:cubicBezTo>
                    <a:pt x="37" y="74"/>
                    <a:pt x="36" y="75"/>
                    <a:pt x="35" y="76"/>
                  </a:cubicBezTo>
                  <a:cubicBezTo>
                    <a:pt x="33" y="76"/>
                    <a:pt x="30" y="75"/>
                    <a:pt x="30" y="77"/>
                  </a:cubicBezTo>
                  <a:cubicBezTo>
                    <a:pt x="30" y="79"/>
                    <a:pt x="33" y="82"/>
                    <a:pt x="34" y="82"/>
                  </a:cubicBezTo>
                  <a:cubicBezTo>
                    <a:pt x="34" y="82"/>
                    <a:pt x="34" y="82"/>
                    <a:pt x="34" y="82"/>
                  </a:cubicBezTo>
                  <a:cubicBezTo>
                    <a:pt x="36" y="82"/>
                    <a:pt x="37" y="80"/>
                    <a:pt x="37" y="78"/>
                  </a:cubicBezTo>
                  <a:cubicBezTo>
                    <a:pt x="39" y="79"/>
                    <a:pt x="39" y="80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4"/>
                    <a:pt x="39" y="85"/>
                    <a:pt x="38" y="87"/>
                  </a:cubicBezTo>
                  <a:cubicBezTo>
                    <a:pt x="39" y="87"/>
                    <a:pt x="42" y="85"/>
                    <a:pt x="42" y="84"/>
                  </a:cubicBezTo>
                  <a:cubicBezTo>
                    <a:pt x="42" y="80"/>
                    <a:pt x="40" y="79"/>
                    <a:pt x="39" y="77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42" y="72"/>
                    <a:pt x="45" y="67"/>
                    <a:pt x="46" y="65"/>
                  </a:cubicBezTo>
                  <a:cubicBezTo>
                    <a:pt x="44" y="62"/>
                    <a:pt x="44" y="61"/>
                    <a:pt x="40" y="60"/>
                  </a:cubicBezTo>
                  <a:cubicBezTo>
                    <a:pt x="40" y="66"/>
                    <a:pt x="43" y="62"/>
                    <a:pt x="43" y="64"/>
                  </a:cubicBezTo>
                  <a:cubicBezTo>
                    <a:pt x="43" y="65"/>
                    <a:pt x="40" y="69"/>
                    <a:pt x="39" y="70"/>
                  </a:cubicBezTo>
                  <a:close/>
                  <a:moveTo>
                    <a:pt x="37" y="60"/>
                  </a:moveTo>
                  <a:cubicBezTo>
                    <a:pt x="37" y="59"/>
                    <a:pt x="36" y="58"/>
                    <a:pt x="36" y="58"/>
                  </a:cubicBezTo>
                  <a:cubicBezTo>
                    <a:pt x="35" y="58"/>
                    <a:pt x="34" y="58"/>
                    <a:pt x="34" y="58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7" y="60"/>
                    <a:pt x="37" y="60"/>
                    <a:pt x="37" y="60"/>
                  </a:cubicBezTo>
                  <a:close/>
                  <a:moveTo>
                    <a:pt x="42" y="55"/>
                  </a:moveTo>
                  <a:cubicBezTo>
                    <a:pt x="43" y="55"/>
                    <a:pt x="43" y="55"/>
                    <a:pt x="43" y="55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2"/>
                    <a:pt x="42" y="51"/>
                    <a:pt x="41" y="51"/>
                  </a:cubicBezTo>
                  <a:cubicBezTo>
                    <a:pt x="38" y="51"/>
                    <a:pt x="40" y="53"/>
                    <a:pt x="40" y="54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2" y="55"/>
                    <a:pt x="42" y="55"/>
                    <a:pt x="42" y="55"/>
                  </a:cubicBezTo>
                  <a:close/>
                  <a:moveTo>
                    <a:pt x="50" y="56"/>
                  </a:moveTo>
                  <a:cubicBezTo>
                    <a:pt x="49" y="56"/>
                    <a:pt x="49" y="55"/>
                    <a:pt x="47" y="55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5" y="55"/>
                    <a:pt x="45" y="56"/>
                    <a:pt x="45" y="57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58"/>
                    <a:pt x="47" y="62"/>
                    <a:pt x="48" y="62"/>
                  </a:cubicBezTo>
                  <a:cubicBezTo>
                    <a:pt x="49" y="62"/>
                    <a:pt x="49" y="62"/>
                    <a:pt x="49" y="62"/>
                  </a:cubicBezTo>
                  <a:cubicBezTo>
                    <a:pt x="50" y="62"/>
                    <a:pt x="50" y="60"/>
                    <a:pt x="52" y="59"/>
                  </a:cubicBezTo>
                  <a:cubicBezTo>
                    <a:pt x="53" y="60"/>
                    <a:pt x="53" y="60"/>
                    <a:pt x="53" y="61"/>
                  </a:cubicBezTo>
                  <a:cubicBezTo>
                    <a:pt x="53" y="63"/>
                    <a:pt x="53" y="63"/>
                    <a:pt x="53" y="63"/>
                  </a:cubicBezTo>
                  <a:cubicBezTo>
                    <a:pt x="53" y="65"/>
                    <a:pt x="51" y="66"/>
                    <a:pt x="51" y="68"/>
                  </a:cubicBezTo>
                  <a:cubicBezTo>
                    <a:pt x="53" y="68"/>
                    <a:pt x="55" y="67"/>
                    <a:pt x="55" y="65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61"/>
                    <a:pt x="54" y="60"/>
                    <a:pt x="53" y="58"/>
                  </a:cubicBezTo>
                  <a:cubicBezTo>
                    <a:pt x="54" y="57"/>
                    <a:pt x="57" y="55"/>
                    <a:pt x="57" y="54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7" y="50"/>
                    <a:pt x="54" y="49"/>
                    <a:pt x="52" y="48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4" y="53"/>
                    <a:pt x="51" y="56"/>
                    <a:pt x="50" y="56"/>
                  </a:cubicBezTo>
                  <a:close/>
                  <a:moveTo>
                    <a:pt x="46" y="45"/>
                  </a:move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8" y="48"/>
                    <a:pt x="49" y="51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49"/>
                    <a:pt x="51" y="47"/>
                    <a:pt x="51" y="45"/>
                  </a:cubicBezTo>
                  <a:cubicBezTo>
                    <a:pt x="51" y="44"/>
                    <a:pt x="50" y="44"/>
                    <a:pt x="50" y="44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6" y="43"/>
                    <a:pt x="46" y="44"/>
                    <a:pt x="46" y="45"/>
                  </a:cubicBezTo>
                  <a:close/>
                  <a:moveTo>
                    <a:pt x="214" y="43"/>
                  </a:moveTo>
                  <a:cubicBezTo>
                    <a:pt x="212" y="45"/>
                    <a:pt x="212" y="45"/>
                    <a:pt x="212" y="45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0" y="46"/>
                    <a:pt x="212" y="47"/>
                    <a:pt x="209" y="47"/>
                  </a:cubicBezTo>
                  <a:cubicBezTo>
                    <a:pt x="206" y="48"/>
                    <a:pt x="207" y="48"/>
                    <a:pt x="207" y="51"/>
                  </a:cubicBezTo>
                  <a:cubicBezTo>
                    <a:pt x="211" y="48"/>
                    <a:pt x="211" y="48"/>
                    <a:pt x="211" y="48"/>
                  </a:cubicBezTo>
                  <a:cubicBezTo>
                    <a:pt x="211" y="49"/>
                    <a:pt x="211" y="49"/>
                    <a:pt x="211" y="49"/>
                  </a:cubicBezTo>
                  <a:cubicBezTo>
                    <a:pt x="209" y="51"/>
                    <a:pt x="209" y="51"/>
                    <a:pt x="209" y="51"/>
                  </a:cubicBezTo>
                  <a:cubicBezTo>
                    <a:pt x="207" y="51"/>
                    <a:pt x="203" y="50"/>
                    <a:pt x="203" y="52"/>
                  </a:cubicBezTo>
                  <a:cubicBezTo>
                    <a:pt x="203" y="53"/>
                    <a:pt x="204" y="53"/>
                    <a:pt x="204" y="53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3" y="54"/>
                    <a:pt x="213" y="54"/>
                    <a:pt x="213" y="54"/>
                  </a:cubicBezTo>
                  <a:cubicBezTo>
                    <a:pt x="211" y="53"/>
                    <a:pt x="211" y="53"/>
                    <a:pt x="211" y="53"/>
                  </a:cubicBezTo>
                  <a:cubicBezTo>
                    <a:pt x="211" y="52"/>
                    <a:pt x="213" y="50"/>
                    <a:pt x="214" y="50"/>
                  </a:cubicBezTo>
                  <a:cubicBezTo>
                    <a:pt x="216" y="50"/>
                    <a:pt x="216" y="50"/>
                    <a:pt x="216" y="50"/>
                  </a:cubicBezTo>
                  <a:cubicBezTo>
                    <a:pt x="215" y="48"/>
                    <a:pt x="215" y="48"/>
                    <a:pt x="215" y="48"/>
                  </a:cubicBezTo>
                  <a:cubicBezTo>
                    <a:pt x="217" y="48"/>
                    <a:pt x="217" y="48"/>
                    <a:pt x="217" y="48"/>
                  </a:cubicBezTo>
                  <a:cubicBezTo>
                    <a:pt x="217" y="47"/>
                    <a:pt x="217" y="47"/>
                    <a:pt x="217" y="47"/>
                  </a:cubicBezTo>
                  <a:cubicBezTo>
                    <a:pt x="218" y="47"/>
                    <a:pt x="218" y="47"/>
                    <a:pt x="218" y="47"/>
                  </a:cubicBezTo>
                  <a:cubicBezTo>
                    <a:pt x="220" y="47"/>
                    <a:pt x="220" y="46"/>
                    <a:pt x="221" y="44"/>
                  </a:cubicBezTo>
                  <a:cubicBezTo>
                    <a:pt x="219" y="44"/>
                    <a:pt x="219" y="44"/>
                    <a:pt x="219" y="44"/>
                  </a:cubicBezTo>
                  <a:cubicBezTo>
                    <a:pt x="219" y="43"/>
                    <a:pt x="219" y="43"/>
                    <a:pt x="219" y="43"/>
                  </a:cubicBezTo>
                  <a:cubicBezTo>
                    <a:pt x="223" y="45"/>
                    <a:pt x="223" y="45"/>
                    <a:pt x="223" y="45"/>
                  </a:cubicBezTo>
                  <a:cubicBezTo>
                    <a:pt x="224" y="46"/>
                    <a:pt x="224" y="46"/>
                    <a:pt x="224" y="46"/>
                  </a:cubicBezTo>
                  <a:cubicBezTo>
                    <a:pt x="226" y="43"/>
                    <a:pt x="226" y="43"/>
                    <a:pt x="226" y="43"/>
                  </a:cubicBezTo>
                  <a:cubicBezTo>
                    <a:pt x="225" y="43"/>
                    <a:pt x="225" y="43"/>
                    <a:pt x="225" y="43"/>
                  </a:cubicBezTo>
                  <a:cubicBezTo>
                    <a:pt x="223" y="42"/>
                    <a:pt x="216" y="40"/>
                    <a:pt x="216" y="40"/>
                  </a:cubicBezTo>
                  <a:cubicBezTo>
                    <a:pt x="215" y="40"/>
                    <a:pt x="215" y="40"/>
                    <a:pt x="215" y="40"/>
                  </a:cubicBezTo>
                  <a:cubicBezTo>
                    <a:pt x="214" y="41"/>
                    <a:pt x="214" y="41"/>
                    <a:pt x="214" y="41"/>
                  </a:cubicBezTo>
                  <a:cubicBezTo>
                    <a:pt x="217" y="43"/>
                    <a:pt x="217" y="43"/>
                    <a:pt x="217" y="43"/>
                  </a:cubicBezTo>
                  <a:cubicBezTo>
                    <a:pt x="214" y="43"/>
                    <a:pt x="214" y="43"/>
                    <a:pt x="214" y="43"/>
                  </a:cubicBezTo>
                  <a:close/>
                  <a:moveTo>
                    <a:pt x="214" y="46"/>
                  </a:moveTo>
                  <a:cubicBezTo>
                    <a:pt x="216" y="44"/>
                    <a:pt x="216" y="44"/>
                    <a:pt x="216" y="44"/>
                  </a:cubicBezTo>
                  <a:cubicBezTo>
                    <a:pt x="215" y="44"/>
                    <a:pt x="215" y="44"/>
                    <a:pt x="215" y="44"/>
                  </a:cubicBezTo>
                  <a:cubicBezTo>
                    <a:pt x="213" y="45"/>
                    <a:pt x="213" y="45"/>
                    <a:pt x="213" y="45"/>
                  </a:cubicBezTo>
                  <a:cubicBezTo>
                    <a:pt x="214" y="46"/>
                    <a:pt x="214" y="46"/>
                    <a:pt x="214" y="46"/>
                  </a:cubicBezTo>
                  <a:close/>
                  <a:moveTo>
                    <a:pt x="90" y="37"/>
                  </a:moveTo>
                  <a:cubicBezTo>
                    <a:pt x="90" y="36"/>
                    <a:pt x="90" y="36"/>
                    <a:pt x="88" y="36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90" y="39"/>
                    <a:pt x="90" y="39"/>
                    <a:pt x="90" y="39"/>
                  </a:cubicBezTo>
                  <a:cubicBezTo>
                    <a:pt x="90" y="38"/>
                    <a:pt x="90" y="38"/>
                    <a:pt x="90" y="37"/>
                  </a:cubicBezTo>
                  <a:close/>
                  <a:moveTo>
                    <a:pt x="208" y="44"/>
                  </a:moveTo>
                  <a:cubicBezTo>
                    <a:pt x="207" y="44"/>
                    <a:pt x="207" y="44"/>
                    <a:pt x="207" y="44"/>
                  </a:cubicBezTo>
                  <a:cubicBezTo>
                    <a:pt x="206" y="43"/>
                    <a:pt x="206" y="43"/>
                    <a:pt x="206" y="43"/>
                  </a:cubicBezTo>
                  <a:cubicBezTo>
                    <a:pt x="204" y="44"/>
                    <a:pt x="204" y="44"/>
                    <a:pt x="204" y="44"/>
                  </a:cubicBezTo>
                  <a:cubicBezTo>
                    <a:pt x="202" y="44"/>
                    <a:pt x="202" y="44"/>
                    <a:pt x="202" y="44"/>
                  </a:cubicBezTo>
                  <a:cubicBezTo>
                    <a:pt x="202" y="45"/>
                    <a:pt x="202" y="45"/>
                    <a:pt x="202" y="45"/>
                  </a:cubicBezTo>
                  <a:cubicBezTo>
                    <a:pt x="202" y="46"/>
                    <a:pt x="201" y="47"/>
                    <a:pt x="200" y="48"/>
                  </a:cubicBezTo>
                  <a:cubicBezTo>
                    <a:pt x="203" y="51"/>
                    <a:pt x="203" y="51"/>
                    <a:pt x="203" y="51"/>
                  </a:cubicBezTo>
                  <a:cubicBezTo>
                    <a:pt x="204" y="50"/>
                    <a:pt x="210" y="45"/>
                    <a:pt x="210" y="44"/>
                  </a:cubicBezTo>
                  <a:cubicBezTo>
                    <a:pt x="210" y="43"/>
                    <a:pt x="210" y="43"/>
                    <a:pt x="210" y="43"/>
                  </a:cubicBezTo>
                  <a:cubicBezTo>
                    <a:pt x="212" y="40"/>
                    <a:pt x="212" y="40"/>
                    <a:pt x="212" y="40"/>
                  </a:cubicBezTo>
                  <a:cubicBezTo>
                    <a:pt x="218" y="40"/>
                    <a:pt x="218" y="40"/>
                    <a:pt x="218" y="40"/>
                  </a:cubicBezTo>
                  <a:cubicBezTo>
                    <a:pt x="219" y="37"/>
                    <a:pt x="219" y="37"/>
                    <a:pt x="219" y="37"/>
                  </a:cubicBezTo>
                  <a:cubicBezTo>
                    <a:pt x="214" y="34"/>
                    <a:pt x="214" y="34"/>
                    <a:pt x="214" y="34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4" y="38"/>
                    <a:pt x="214" y="38"/>
                    <a:pt x="214" y="38"/>
                  </a:cubicBezTo>
                  <a:cubicBezTo>
                    <a:pt x="208" y="40"/>
                    <a:pt x="211" y="40"/>
                    <a:pt x="207" y="42"/>
                  </a:cubicBezTo>
                  <a:cubicBezTo>
                    <a:pt x="208" y="44"/>
                    <a:pt x="208" y="44"/>
                    <a:pt x="208" y="44"/>
                  </a:cubicBezTo>
                  <a:close/>
                  <a:moveTo>
                    <a:pt x="59" y="35"/>
                  </a:moveTo>
                  <a:cubicBezTo>
                    <a:pt x="59" y="37"/>
                    <a:pt x="59" y="37"/>
                    <a:pt x="60" y="37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61" y="39"/>
                  </a:moveTo>
                  <a:cubicBezTo>
                    <a:pt x="61" y="40"/>
                    <a:pt x="61" y="40"/>
                    <a:pt x="61" y="40"/>
                  </a:cubicBezTo>
                  <a:cubicBezTo>
                    <a:pt x="61" y="42"/>
                    <a:pt x="64" y="40"/>
                    <a:pt x="66" y="40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4" y="41"/>
                    <a:pt x="63" y="42"/>
                    <a:pt x="63" y="44"/>
                  </a:cubicBezTo>
                  <a:cubicBezTo>
                    <a:pt x="64" y="44"/>
                    <a:pt x="67" y="41"/>
                    <a:pt x="67" y="39"/>
                  </a:cubicBezTo>
                  <a:cubicBezTo>
                    <a:pt x="67" y="38"/>
                    <a:pt x="67" y="38"/>
                    <a:pt x="66" y="38"/>
                  </a:cubicBezTo>
                  <a:cubicBezTo>
                    <a:pt x="64" y="38"/>
                    <a:pt x="65" y="39"/>
                    <a:pt x="62" y="39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4" y="35"/>
                    <a:pt x="64" y="35"/>
                    <a:pt x="64" y="35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2" y="37"/>
                    <a:pt x="61" y="37"/>
                    <a:pt x="61" y="39"/>
                  </a:cubicBezTo>
                  <a:close/>
                  <a:moveTo>
                    <a:pt x="58" y="32"/>
                  </a:moveTo>
                  <a:cubicBezTo>
                    <a:pt x="58" y="34"/>
                    <a:pt x="58" y="34"/>
                    <a:pt x="60" y="34"/>
                  </a:cubicBezTo>
                  <a:cubicBezTo>
                    <a:pt x="60" y="32"/>
                    <a:pt x="60" y="32"/>
                    <a:pt x="58" y="32"/>
                  </a:cubicBezTo>
                  <a:close/>
                  <a:moveTo>
                    <a:pt x="62" y="45"/>
                  </a:moveTo>
                  <a:cubicBezTo>
                    <a:pt x="62" y="45"/>
                    <a:pt x="62" y="45"/>
                    <a:pt x="62" y="45"/>
                  </a:cubicBezTo>
                  <a:cubicBezTo>
                    <a:pt x="61" y="45"/>
                    <a:pt x="60" y="44"/>
                    <a:pt x="59" y="44"/>
                  </a:cubicBezTo>
                  <a:cubicBezTo>
                    <a:pt x="59" y="46"/>
                    <a:pt x="61" y="48"/>
                    <a:pt x="63" y="48"/>
                  </a:cubicBezTo>
                  <a:cubicBezTo>
                    <a:pt x="65" y="48"/>
                    <a:pt x="71" y="44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38"/>
                    <a:pt x="69" y="35"/>
                    <a:pt x="68" y="33"/>
                  </a:cubicBezTo>
                  <a:cubicBezTo>
                    <a:pt x="66" y="31"/>
                    <a:pt x="66" y="28"/>
                    <a:pt x="64" y="28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32"/>
                    <a:pt x="70" y="38"/>
                    <a:pt x="70" y="40"/>
                  </a:cubicBezTo>
                  <a:cubicBezTo>
                    <a:pt x="70" y="41"/>
                    <a:pt x="64" y="45"/>
                    <a:pt x="62" y="45"/>
                  </a:cubicBezTo>
                  <a:close/>
                  <a:moveTo>
                    <a:pt x="171" y="23"/>
                  </a:moveTo>
                  <a:cubicBezTo>
                    <a:pt x="172" y="23"/>
                    <a:pt x="178" y="21"/>
                    <a:pt x="179" y="21"/>
                  </a:cubicBezTo>
                  <a:cubicBezTo>
                    <a:pt x="180" y="21"/>
                    <a:pt x="180" y="21"/>
                    <a:pt x="180" y="21"/>
                  </a:cubicBezTo>
                  <a:cubicBezTo>
                    <a:pt x="179" y="24"/>
                    <a:pt x="179" y="24"/>
                    <a:pt x="179" y="24"/>
                  </a:cubicBezTo>
                  <a:cubicBezTo>
                    <a:pt x="176" y="24"/>
                    <a:pt x="176" y="25"/>
                    <a:pt x="174" y="25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172" y="25"/>
                    <a:pt x="172" y="24"/>
                    <a:pt x="171" y="23"/>
                  </a:cubicBezTo>
                  <a:close/>
                  <a:moveTo>
                    <a:pt x="115" y="21"/>
                  </a:moveTo>
                  <a:cubicBezTo>
                    <a:pt x="113" y="21"/>
                    <a:pt x="113" y="19"/>
                    <a:pt x="112" y="19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22"/>
                    <a:pt x="112" y="21"/>
                    <a:pt x="111" y="22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24"/>
                    <a:pt x="105" y="22"/>
                    <a:pt x="103" y="24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5"/>
                    <a:pt x="97" y="26"/>
                    <a:pt x="97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3" y="26"/>
                    <a:pt x="94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2" y="28"/>
                    <a:pt x="90" y="28"/>
                    <a:pt x="89" y="29"/>
                  </a:cubicBezTo>
                  <a:cubicBezTo>
                    <a:pt x="86" y="30"/>
                    <a:pt x="88" y="27"/>
                    <a:pt x="88" y="25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79" y="27"/>
                    <a:pt x="78" y="28"/>
                    <a:pt x="78" y="30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80" y="30"/>
                    <a:pt x="80" y="29"/>
                    <a:pt x="82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3" y="32"/>
                    <a:pt x="77" y="36"/>
                    <a:pt x="75" y="36"/>
                  </a:cubicBezTo>
                  <a:cubicBezTo>
                    <a:pt x="74" y="36"/>
                    <a:pt x="69" y="26"/>
                    <a:pt x="67" y="25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9"/>
                    <a:pt x="74" y="39"/>
                    <a:pt x="76" y="39"/>
                  </a:cubicBezTo>
                  <a:cubicBezTo>
                    <a:pt x="77" y="39"/>
                    <a:pt x="81" y="36"/>
                    <a:pt x="82" y="36"/>
                  </a:cubicBezTo>
                  <a:cubicBezTo>
                    <a:pt x="85" y="34"/>
                    <a:pt x="85" y="33"/>
                    <a:pt x="86" y="30"/>
                  </a:cubicBezTo>
                  <a:cubicBezTo>
                    <a:pt x="87" y="31"/>
                    <a:pt x="87" y="32"/>
                    <a:pt x="89" y="32"/>
                  </a:cubicBezTo>
                  <a:cubicBezTo>
                    <a:pt x="92" y="32"/>
                    <a:pt x="93" y="31"/>
                    <a:pt x="94" y="29"/>
                  </a:cubicBezTo>
                  <a:cubicBezTo>
                    <a:pt x="96" y="30"/>
                    <a:pt x="101" y="28"/>
                    <a:pt x="101" y="26"/>
                  </a:cubicBezTo>
                  <a:cubicBezTo>
                    <a:pt x="102" y="26"/>
                    <a:pt x="103" y="27"/>
                    <a:pt x="103" y="27"/>
                  </a:cubicBezTo>
                  <a:cubicBezTo>
                    <a:pt x="105" y="27"/>
                    <a:pt x="108" y="25"/>
                    <a:pt x="109" y="24"/>
                  </a:cubicBezTo>
                  <a:cubicBezTo>
                    <a:pt x="109" y="24"/>
                    <a:pt x="110" y="25"/>
                    <a:pt x="111" y="25"/>
                  </a:cubicBezTo>
                  <a:cubicBezTo>
                    <a:pt x="112" y="25"/>
                    <a:pt x="112" y="24"/>
                    <a:pt x="113" y="23"/>
                  </a:cubicBezTo>
                  <a:cubicBezTo>
                    <a:pt x="114" y="24"/>
                    <a:pt x="114" y="24"/>
                    <a:pt x="115" y="24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8" y="23"/>
                    <a:pt x="118" y="22"/>
                  </a:cubicBezTo>
                  <a:cubicBezTo>
                    <a:pt x="118" y="21"/>
                    <a:pt x="118" y="21"/>
                    <a:pt x="118" y="21"/>
                  </a:cubicBezTo>
                  <a:cubicBezTo>
                    <a:pt x="118" y="19"/>
                    <a:pt x="117" y="17"/>
                    <a:pt x="115" y="16"/>
                  </a:cubicBezTo>
                  <a:cubicBezTo>
                    <a:pt x="115" y="17"/>
                    <a:pt x="115" y="17"/>
                    <a:pt x="115" y="18"/>
                  </a:cubicBezTo>
                  <a:cubicBezTo>
                    <a:pt x="115" y="19"/>
                    <a:pt x="116" y="20"/>
                    <a:pt x="116" y="21"/>
                  </a:cubicBezTo>
                  <a:cubicBezTo>
                    <a:pt x="116" y="21"/>
                    <a:pt x="116" y="21"/>
                    <a:pt x="115" y="21"/>
                  </a:cubicBezTo>
                  <a:close/>
                  <a:moveTo>
                    <a:pt x="90" y="20"/>
                  </a:moveTo>
                  <a:cubicBezTo>
                    <a:pt x="89" y="19"/>
                    <a:pt x="89" y="20"/>
                    <a:pt x="89" y="18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90" y="17"/>
                    <a:pt x="90" y="17"/>
                    <a:pt x="90" y="20"/>
                  </a:cubicBezTo>
                  <a:close/>
                  <a:moveTo>
                    <a:pt x="169" y="18"/>
                  </a:moveTo>
                  <a:cubicBezTo>
                    <a:pt x="167" y="18"/>
                    <a:pt x="167" y="18"/>
                    <a:pt x="167" y="18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2" y="19"/>
                    <a:pt x="162" y="19"/>
                    <a:pt x="162" y="19"/>
                  </a:cubicBezTo>
                  <a:cubicBezTo>
                    <a:pt x="163" y="21"/>
                    <a:pt x="163" y="21"/>
                    <a:pt x="163" y="21"/>
                  </a:cubicBezTo>
                  <a:cubicBezTo>
                    <a:pt x="166" y="20"/>
                    <a:pt x="166" y="20"/>
                    <a:pt x="166" y="20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5" y="25"/>
                    <a:pt x="165" y="25"/>
                    <a:pt x="165" y="25"/>
                  </a:cubicBezTo>
                  <a:cubicBezTo>
                    <a:pt x="164" y="27"/>
                    <a:pt x="157" y="30"/>
                    <a:pt x="154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3"/>
                    <a:pt x="155" y="34"/>
                    <a:pt x="157" y="34"/>
                  </a:cubicBezTo>
                  <a:cubicBezTo>
                    <a:pt x="158" y="34"/>
                    <a:pt x="158" y="34"/>
                    <a:pt x="158" y="34"/>
                  </a:cubicBezTo>
                  <a:cubicBezTo>
                    <a:pt x="160" y="34"/>
                    <a:pt x="159" y="31"/>
                    <a:pt x="163" y="31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2" y="33"/>
                    <a:pt x="162" y="35"/>
                    <a:pt x="163" y="35"/>
                  </a:cubicBezTo>
                  <a:cubicBezTo>
                    <a:pt x="165" y="35"/>
                    <a:pt x="165" y="33"/>
                    <a:pt x="165" y="32"/>
                  </a:cubicBezTo>
                  <a:cubicBezTo>
                    <a:pt x="166" y="32"/>
                    <a:pt x="167" y="33"/>
                    <a:pt x="168" y="33"/>
                  </a:cubicBezTo>
                  <a:cubicBezTo>
                    <a:pt x="170" y="33"/>
                    <a:pt x="170" y="30"/>
                    <a:pt x="173" y="30"/>
                  </a:cubicBezTo>
                  <a:cubicBezTo>
                    <a:pt x="173" y="31"/>
                    <a:pt x="171" y="31"/>
                    <a:pt x="171" y="34"/>
                  </a:cubicBezTo>
                  <a:cubicBezTo>
                    <a:pt x="171" y="35"/>
                    <a:pt x="172" y="35"/>
                    <a:pt x="173" y="35"/>
                  </a:cubicBezTo>
                  <a:cubicBezTo>
                    <a:pt x="173" y="35"/>
                    <a:pt x="174" y="34"/>
                    <a:pt x="174" y="33"/>
                  </a:cubicBezTo>
                  <a:cubicBezTo>
                    <a:pt x="175" y="30"/>
                    <a:pt x="175" y="30"/>
                    <a:pt x="175" y="30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78" y="26"/>
                    <a:pt x="178" y="26"/>
                    <a:pt x="178" y="26"/>
                  </a:cubicBezTo>
                  <a:cubicBezTo>
                    <a:pt x="171" y="28"/>
                    <a:pt x="171" y="28"/>
                    <a:pt x="171" y="28"/>
                  </a:cubicBezTo>
                  <a:cubicBezTo>
                    <a:pt x="172" y="25"/>
                    <a:pt x="171" y="27"/>
                    <a:pt x="168" y="25"/>
                  </a:cubicBezTo>
                  <a:cubicBezTo>
                    <a:pt x="171" y="22"/>
                    <a:pt x="171" y="22"/>
                    <a:pt x="171" y="22"/>
                  </a:cubicBezTo>
                  <a:cubicBezTo>
                    <a:pt x="172" y="22"/>
                    <a:pt x="174" y="22"/>
                    <a:pt x="174" y="21"/>
                  </a:cubicBezTo>
                  <a:cubicBezTo>
                    <a:pt x="174" y="20"/>
                    <a:pt x="173" y="19"/>
                    <a:pt x="173" y="19"/>
                  </a:cubicBezTo>
                  <a:cubicBezTo>
                    <a:pt x="171" y="19"/>
                    <a:pt x="170" y="20"/>
                    <a:pt x="169" y="21"/>
                  </a:cubicBezTo>
                  <a:cubicBezTo>
                    <a:pt x="170" y="21"/>
                    <a:pt x="170" y="21"/>
                    <a:pt x="170" y="21"/>
                  </a:cubicBezTo>
                  <a:cubicBezTo>
                    <a:pt x="170" y="22"/>
                    <a:pt x="170" y="22"/>
                    <a:pt x="170" y="22"/>
                  </a:cubicBezTo>
                  <a:cubicBezTo>
                    <a:pt x="168" y="22"/>
                    <a:pt x="168" y="22"/>
                    <a:pt x="168" y="21"/>
                  </a:cubicBezTo>
                  <a:cubicBezTo>
                    <a:pt x="168" y="20"/>
                    <a:pt x="168" y="20"/>
                    <a:pt x="168" y="20"/>
                  </a:cubicBezTo>
                  <a:cubicBezTo>
                    <a:pt x="173" y="19"/>
                    <a:pt x="173" y="19"/>
                    <a:pt x="173" y="19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2" y="16"/>
                    <a:pt x="172" y="16"/>
                    <a:pt x="172" y="16"/>
                  </a:cubicBezTo>
                  <a:cubicBezTo>
                    <a:pt x="170" y="16"/>
                    <a:pt x="171" y="18"/>
                    <a:pt x="169" y="18"/>
                  </a:cubicBezTo>
                  <a:close/>
                  <a:moveTo>
                    <a:pt x="164" y="28"/>
                  </a:moveTo>
                  <a:cubicBezTo>
                    <a:pt x="157" y="32"/>
                    <a:pt x="157" y="32"/>
                    <a:pt x="157" y="32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4" y="28"/>
                    <a:pt x="164" y="28"/>
                    <a:pt x="164" y="28"/>
                  </a:cubicBezTo>
                  <a:close/>
                  <a:moveTo>
                    <a:pt x="110" y="16"/>
                  </a:moveTo>
                  <a:cubicBezTo>
                    <a:pt x="109" y="16"/>
                    <a:pt x="108" y="16"/>
                    <a:pt x="108" y="15"/>
                  </a:cubicBezTo>
                  <a:cubicBezTo>
                    <a:pt x="108" y="14"/>
                    <a:pt x="109" y="14"/>
                    <a:pt x="109" y="14"/>
                  </a:cubicBezTo>
                  <a:cubicBezTo>
                    <a:pt x="110" y="14"/>
                    <a:pt x="110" y="14"/>
                    <a:pt x="110" y="15"/>
                  </a:cubicBezTo>
                  <a:cubicBezTo>
                    <a:pt x="110" y="16"/>
                    <a:pt x="110" y="16"/>
                    <a:pt x="110" y="16"/>
                  </a:cubicBezTo>
                  <a:close/>
                  <a:moveTo>
                    <a:pt x="113" y="14"/>
                  </a:moveTo>
                  <a:cubicBezTo>
                    <a:pt x="113" y="15"/>
                    <a:pt x="113" y="15"/>
                    <a:pt x="113" y="16"/>
                  </a:cubicBezTo>
                  <a:cubicBezTo>
                    <a:pt x="112" y="15"/>
                    <a:pt x="112" y="15"/>
                    <a:pt x="112" y="14"/>
                  </a:cubicBezTo>
                  <a:cubicBezTo>
                    <a:pt x="112" y="13"/>
                    <a:pt x="112" y="13"/>
                    <a:pt x="112" y="12"/>
                  </a:cubicBezTo>
                  <a:cubicBezTo>
                    <a:pt x="113" y="13"/>
                    <a:pt x="113" y="13"/>
                    <a:pt x="113" y="14"/>
                  </a:cubicBezTo>
                  <a:close/>
                  <a:moveTo>
                    <a:pt x="173" y="8"/>
                  </a:moveTo>
                  <a:cubicBezTo>
                    <a:pt x="173" y="8"/>
                    <a:pt x="173" y="8"/>
                    <a:pt x="173" y="8"/>
                  </a:cubicBezTo>
                  <a:cubicBezTo>
                    <a:pt x="178" y="12"/>
                    <a:pt x="178" y="12"/>
                    <a:pt x="178" y="12"/>
                  </a:cubicBezTo>
                  <a:cubicBezTo>
                    <a:pt x="177" y="13"/>
                    <a:pt x="176" y="16"/>
                    <a:pt x="174" y="16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2" y="16"/>
                    <a:pt x="172" y="15"/>
                    <a:pt x="171" y="15"/>
                  </a:cubicBezTo>
                  <a:cubicBezTo>
                    <a:pt x="173" y="12"/>
                    <a:pt x="173" y="12"/>
                    <a:pt x="173" y="12"/>
                  </a:cubicBezTo>
                  <a:cubicBezTo>
                    <a:pt x="173" y="8"/>
                    <a:pt x="173" y="8"/>
                    <a:pt x="173" y="8"/>
                  </a:cubicBezTo>
                  <a:close/>
                  <a:moveTo>
                    <a:pt x="110" y="13"/>
                  </a:moveTo>
                  <a:cubicBezTo>
                    <a:pt x="110" y="13"/>
                    <a:pt x="109" y="12"/>
                    <a:pt x="109" y="1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0" y="10"/>
                    <a:pt x="111" y="11"/>
                    <a:pt x="111" y="12"/>
                  </a:cubicBezTo>
                  <a:cubicBezTo>
                    <a:pt x="111" y="12"/>
                    <a:pt x="111" y="13"/>
                    <a:pt x="110" y="13"/>
                  </a:cubicBezTo>
                  <a:close/>
                  <a:moveTo>
                    <a:pt x="136" y="273"/>
                  </a:moveTo>
                  <a:cubicBezTo>
                    <a:pt x="211" y="273"/>
                    <a:pt x="272" y="212"/>
                    <a:pt x="272" y="138"/>
                  </a:cubicBezTo>
                  <a:cubicBezTo>
                    <a:pt x="272" y="95"/>
                    <a:pt x="254" y="63"/>
                    <a:pt x="233" y="41"/>
                  </a:cubicBezTo>
                  <a:cubicBezTo>
                    <a:pt x="221" y="29"/>
                    <a:pt x="210" y="22"/>
                    <a:pt x="194" y="14"/>
                  </a:cubicBezTo>
                  <a:cubicBezTo>
                    <a:pt x="186" y="10"/>
                    <a:pt x="178" y="7"/>
                    <a:pt x="169" y="5"/>
                  </a:cubicBezTo>
                  <a:cubicBezTo>
                    <a:pt x="166" y="4"/>
                    <a:pt x="158" y="2"/>
                    <a:pt x="155" y="2"/>
                  </a:cubicBezTo>
                  <a:cubicBezTo>
                    <a:pt x="151" y="2"/>
                    <a:pt x="142" y="1"/>
                    <a:pt x="139" y="1"/>
                  </a:cubicBezTo>
                  <a:cubicBezTo>
                    <a:pt x="134" y="0"/>
                    <a:pt x="112" y="2"/>
                    <a:pt x="108" y="4"/>
                  </a:cubicBezTo>
                  <a:cubicBezTo>
                    <a:pt x="99" y="7"/>
                    <a:pt x="91" y="8"/>
                    <a:pt x="83" y="12"/>
                  </a:cubicBezTo>
                  <a:cubicBezTo>
                    <a:pt x="68" y="18"/>
                    <a:pt x="53" y="28"/>
                    <a:pt x="42" y="39"/>
                  </a:cubicBezTo>
                  <a:cubicBezTo>
                    <a:pt x="30" y="50"/>
                    <a:pt x="21" y="62"/>
                    <a:pt x="14" y="78"/>
                  </a:cubicBezTo>
                  <a:cubicBezTo>
                    <a:pt x="7" y="91"/>
                    <a:pt x="0" y="112"/>
                    <a:pt x="0" y="13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61"/>
                    <a:pt x="8" y="185"/>
                    <a:pt x="14" y="196"/>
                  </a:cubicBezTo>
                  <a:cubicBezTo>
                    <a:pt x="22" y="212"/>
                    <a:pt x="30" y="223"/>
                    <a:pt x="42" y="235"/>
                  </a:cubicBezTo>
                  <a:cubicBezTo>
                    <a:pt x="62" y="254"/>
                    <a:pt x="96" y="273"/>
                    <a:pt x="136" y="273"/>
                  </a:cubicBezTo>
                  <a:close/>
                </a:path>
              </a:pathLst>
            </a:custGeom>
            <a:solidFill>
              <a:srgbClr val="FFFFFE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7" name="iŝḷíḓê"/>
            <p:cNvSpPr/>
            <p:nvPr/>
          </p:nvSpPr>
          <p:spPr bwMode="auto">
            <a:xfrm>
              <a:off x="9941028" y="627958"/>
              <a:ext cx="272275" cy="306667"/>
            </a:xfrm>
            <a:custGeom>
              <a:avLst/>
              <a:gdLst>
                <a:gd name="T0" fmla="*/ 100 w 162"/>
                <a:gd name="T1" fmla="*/ 131 h 181"/>
                <a:gd name="T2" fmla="*/ 102 w 162"/>
                <a:gd name="T3" fmla="*/ 142 h 181"/>
                <a:gd name="T4" fmla="*/ 98 w 162"/>
                <a:gd name="T5" fmla="*/ 145 h 181"/>
                <a:gd name="T6" fmla="*/ 93 w 162"/>
                <a:gd name="T7" fmla="*/ 140 h 181"/>
                <a:gd name="T8" fmla="*/ 75 w 162"/>
                <a:gd name="T9" fmla="*/ 145 h 181"/>
                <a:gd name="T10" fmla="*/ 76 w 162"/>
                <a:gd name="T11" fmla="*/ 143 h 181"/>
                <a:gd name="T12" fmla="*/ 74 w 162"/>
                <a:gd name="T13" fmla="*/ 139 h 181"/>
                <a:gd name="T14" fmla="*/ 76 w 162"/>
                <a:gd name="T15" fmla="*/ 131 h 181"/>
                <a:gd name="T16" fmla="*/ 62 w 162"/>
                <a:gd name="T17" fmla="*/ 133 h 181"/>
                <a:gd name="T18" fmla="*/ 68 w 162"/>
                <a:gd name="T19" fmla="*/ 132 h 181"/>
                <a:gd name="T20" fmla="*/ 65 w 162"/>
                <a:gd name="T21" fmla="*/ 134 h 181"/>
                <a:gd name="T22" fmla="*/ 82 w 162"/>
                <a:gd name="T23" fmla="*/ 135 h 181"/>
                <a:gd name="T24" fmla="*/ 91 w 162"/>
                <a:gd name="T25" fmla="*/ 134 h 181"/>
                <a:gd name="T26" fmla="*/ 91 w 162"/>
                <a:gd name="T27" fmla="*/ 145 h 181"/>
                <a:gd name="T28" fmla="*/ 88 w 162"/>
                <a:gd name="T29" fmla="*/ 135 h 181"/>
                <a:gd name="T30" fmla="*/ 85 w 162"/>
                <a:gd name="T31" fmla="*/ 135 h 181"/>
                <a:gd name="T32" fmla="*/ 65 w 162"/>
                <a:gd name="T33" fmla="*/ 113 h 181"/>
                <a:gd name="T34" fmla="*/ 63 w 162"/>
                <a:gd name="T35" fmla="*/ 113 h 181"/>
                <a:gd name="T36" fmla="*/ 99 w 162"/>
                <a:gd name="T37" fmla="*/ 123 h 181"/>
                <a:gd name="T38" fmla="*/ 40 w 162"/>
                <a:gd name="T39" fmla="*/ 123 h 181"/>
                <a:gd name="T40" fmla="*/ 59 w 162"/>
                <a:gd name="T41" fmla="*/ 113 h 181"/>
                <a:gd name="T42" fmla="*/ 69 w 162"/>
                <a:gd name="T43" fmla="*/ 113 h 181"/>
                <a:gd name="T44" fmla="*/ 76 w 162"/>
                <a:gd name="T45" fmla="*/ 123 h 181"/>
                <a:gd name="T46" fmla="*/ 85 w 162"/>
                <a:gd name="T47" fmla="*/ 123 h 181"/>
                <a:gd name="T48" fmla="*/ 92 w 162"/>
                <a:gd name="T49" fmla="*/ 113 h 181"/>
                <a:gd name="T50" fmla="*/ 103 w 162"/>
                <a:gd name="T51" fmla="*/ 113 h 181"/>
                <a:gd name="T52" fmla="*/ 122 w 162"/>
                <a:gd name="T53" fmla="*/ 123 h 181"/>
                <a:gd name="T54" fmla="*/ 40 w 162"/>
                <a:gd name="T55" fmla="*/ 123 h 181"/>
                <a:gd name="T56" fmla="*/ 157 w 162"/>
                <a:gd name="T57" fmla="*/ 107 h 181"/>
                <a:gd name="T58" fmla="*/ 156 w 162"/>
                <a:gd name="T59" fmla="*/ 108 h 181"/>
                <a:gd name="T60" fmla="*/ 124 w 162"/>
                <a:gd name="T61" fmla="*/ 122 h 181"/>
                <a:gd name="T62" fmla="*/ 1 w 162"/>
                <a:gd name="T63" fmla="*/ 120 h 181"/>
                <a:gd name="T64" fmla="*/ 14 w 162"/>
                <a:gd name="T65" fmla="*/ 107 h 181"/>
                <a:gd name="T66" fmla="*/ 37 w 162"/>
                <a:gd name="T67" fmla="*/ 104 h 181"/>
                <a:gd name="T68" fmla="*/ 3 w 162"/>
                <a:gd name="T69" fmla="*/ 122 h 181"/>
                <a:gd name="T70" fmla="*/ 82 w 162"/>
                <a:gd name="T71" fmla="*/ 73 h 181"/>
                <a:gd name="T72" fmla="*/ 112 w 162"/>
                <a:gd name="T73" fmla="*/ 82 h 181"/>
                <a:gd name="T74" fmla="*/ 105 w 162"/>
                <a:gd name="T75" fmla="*/ 91 h 181"/>
                <a:gd name="T76" fmla="*/ 41 w 162"/>
                <a:gd name="T77" fmla="*/ 105 h 181"/>
                <a:gd name="T78" fmla="*/ 50 w 162"/>
                <a:gd name="T79" fmla="*/ 82 h 181"/>
                <a:gd name="T80" fmla="*/ 80 w 162"/>
                <a:gd name="T81" fmla="*/ 73 h 181"/>
                <a:gd name="T82" fmla="*/ 66 w 162"/>
                <a:gd name="T83" fmla="*/ 44 h 181"/>
                <a:gd name="T84" fmla="*/ 66 w 162"/>
                <a:gd name="T85" fmla="*/ 49 h 181"/>
                <a:gd name="T86" fmla="*/ 86 w 162"/>
                <a:gd name="T87" fmla="*/ 37 h 181"/>
                <a:gd name="T88" fmla="*/ 112 w 162"/>
                <a:gd name="T89" fmla="*/ 60 h 181"/>
                <a:gd name="T90" fmla="*/ 97 w 162"/>
                <a:gd name="T91" fmla="*/ 35 h 181"/>
                <a:gd name="T92" fmla="*/ 72 w 162"/>
                <a:gd name="T93" fmla="*/ 47 h 181"/>
                <a:gd name="T94" fmla="*/ 12 w 162"/>
                <a:gd name="T95" fmla="*/ 91 h 181"/>
                <a:gd name="T96" fmla="*/ 15 w 162"/>
                <a:gd name="T97" fmla="*/ 147 h 181"/>
                <a:gd name="T98" fmla="*/ 82 w 162"/>
                <a:gd name="T99" fmla="*/ 181 h 181"/>
                <a:gd name="T100" fmla="*/ 150 w 162"/>
                <a:gd name="T101" fmla="*/ 145 h 181"/>
                <a:gd name="T102" fmla="*/ 151 w 162"/>
                <a:gd name="T103" fmla="*/ 92 h 181"/>
                <a:gd name="T104" fmla="*/ 148 w 162"/>
                <a:gd name="T105" fmla="*/ 36 h 181"/>
                <a:gd name="T106" fmla="*/ 85 w 162"/>
                <a:gd name="T107" fmla="*/ 0 h 181"/>
                <a:gd name="T108" fmla="*/ 38 w 162"/>
                <a:gd name="T109" fmla="*/ 27 h 181"/>
                <a:gd name="T110" fmla="*/ 0 w 162"/>
                <a:gd name="T111" fmla="*/ 63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62" h="181">
                  <a:moveTo>
                    <a:pt x="93" y="140"/>
                  </a:moveTo>
                  <a:cubicBezTo>
                    <a:pt x="93" y="138"/>
                    <a:pt x="97" y="131"/>
                    <a:pt x="99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9"/>
                    <a:pt x="100" y="139"/>
                    <a:pt x="100" y="139"/>
                  </a:cubicBezTo>
                  <a:cubicBezTo>
                    <a:pt x="102" y="139"/>
                    <a:pt x="102" y="139"/>
                    <a:pt x="102" y="139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0" y="145"/>
                    <a:pt x="100" y="145"/>
                    <a:pt x="100" y="145"/>
                  </a:cubicBezTo>
                  <a:cubicBezTo>
                    <a:pt x="98" y="145"/>
                    <a:pt x="98" y="145"/>
                    <a:pt x="98" y="145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3" y="142"/>
                    <a:pt x="93" y="142"/>
                    <a:pt x="93" y="142"/>
                  </a:cubicBezTo>
                  <a:cubicBezTo>
                    <a:pt x="93" y="140"/>
                    <a:pt x="93" y="140"/>
                    <a:pt x="93" y="140"/>
                  </a:cubicBezTo>
                  <a:close/>
                  <a:moveTo>
                    <a:pt x="80" y="140"/>
                  </a:moveTo>
                  <a:cubicBezTo>
                    <a:pt x="80" y="142"/>
                    <a:pt x="78" y="145"/>
                    <a:pt x="76" y="145"/>
                  </a:cubicBezTo>
                  <a:cubicBezTo>
                    <a:pt x="75" y="145"/>
                    <a:pt x="75" y="145"/>
                    <a:pt x="75" y="145"/>
                  </a:cubicBezTo>
                  <a:cubicBezTo>
                    <a:pt x="73" y="145"/>
                    <a:pt x="72" y="143"/>
                    <a:pt x="71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4" y="142"/>
                    <a:pt x="75" y="143"/>
                    <a:pt x="76" y="143"/>
                  </a:cubicBezTo>
                  <a:cubicBezTo>
                    <a:pt x="76" y="143"/>
                    <a:pt x="77" y="142"/>
                    <a:pt x="77" y="142"/>
                  </a:cubicBezTo>
                  <a:cubicBezTo>
                    <a:pt x="77" y="139"/>
                    <a:pt x="77" y="139"/>
                    <a:pt x="77" y="139"/>
                  </a:cubicBezTo>
                  <a:cubicBezTo>
                    <a:pt x="74" y="139"/>
                    <a:pt x="74" y="139"/>
                    <a:pt x="74" y="139"/>
                  </a:cubicBezTo>
                  <a:cubicBezTo>
                    <a:pt x="73" y="138"/>
                    <a:pt x="71" y="138"/>
                    <a:pt x="71" y="136"/>
                  </a:cubicBezTo>
                  <a:cubicBezTo>
                    <a:pt x="71" y="134"/>
                    <a:pt x="71" y="134"/>
                    <a:pt x="71" y="134"/>
                  </a:cubicBezTo>
                  <a:cubicBezTo>
                    <a:pt x="71" y="132"/>
                    <a:pt x="74" y="131"/>
                    <a:pt x="76" y="131"/>
                  </a:cubicBezTo>
                  <a:cubicBezTo>
                    <a:pt x="78" y="131"/>
                    <a:pt x="80" y="133"/>
                    <a:pt x="80" y="135"/>
                  </a:cubicBezTo>
                  <a:cubicBezTo>
                    <a:pt x="80" y="140"/>
                    <a:pt x="80" y="140"/>
                    <a:pt x="80" y="140"/>
                  </a:cubicBezTo>
                  <a:close/>
                  <a:moveTo>
                    <a:pt x="62" y="133"/>
                  </a:moveTo>
                  <a:cubicBezTo>
                    <a:pt x="63" y="132"/>
                    <a:pt x="65" y="131"/>
                    <a:pt x="66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8" y="131"/>
                    <a:pt x="68" y="131"/>
                    <a:pt x="68" y="132"/>
                  </a:cubicBezTo>
                  <a:cubicBezTo>
                    <a:pt x="68" y="145"/>
                    <a:pt x="68" y="145"/>
                    <a:pt x="68" y="145"/>
                  </a:cubicBezTo>
                  <a:cubicBezTo>
                    <a:pt x="65" y="145"/>
                    <a:pt x="65" y="145"/>
                    <a:pt x="65" y="145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2" y="133"/>
                    <a:pt x="62" y="133"/>
                    <a:pt x="62" y="133"/>
                  </a:cubicBezTo>
                  <a:close/>
                  <a:moveTo>
                    <a:pt x="82" y="135"/>
                  </a:moveTo>
                  <a:cubicBezTo>
                    <a:pt x="82" y="132"/>
                    <a:pt x="83" y="131"/>
                    <a:pt x="86" y="131"/>
                  </a:cubicBezTo>
                  <a:cubicBezTo>
                    <a:pt x="88" y="131"/>
                    <a:pt x="88" y="131"/>
                    <a:pt x="88" y="131"/>
                  </a:cubicBezTo>
                  <a:cubicBezTo>
                    <a:pt x="89" y="131"/>
                    <a:pt x="91" y="133"/>
                    <a:pt x="91" y="134"/>
                  </a:cubicBezTo>
                  <a:cubicBezTo>
                    <a:pt x="91" y="138"/>
                    <a:pt x="87" y="140"/>
                    <a:pt x="85" y="142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145"/>
                    <a:pt x="91" y="145"/>
                    <a:pt x="91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1"/>
                    <a:pt x="88" y="137"/>
                    <a:pt x="88" y="135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3"/>
                    <a:pt x="87" y="133"/>
                    <a:pt x="86" y="133"/>
                  </a:cubicBezTo>
                  <a:cubicBezTo>
                    <a:pt x="85" y="133"/>
                    <a:pt x="86" y="134"/>
                    <a:pt x="85" y="135"/>
                  </a:cubicBezTo>
                  <a:cubicBezTo>
                    <a:pt x="82" y="135"/>
                    <a:pt x="82" y="135"/>
                    <a:pt x="82" y="135"/>
                  </a:cubicBezTo>
                  <a:close/>
                  <a:moveTo>
                    <a:pt x="63" y="113"/>
                  </a:moveTo>
                  <a:cubicBezTo>
                    <a:pt x="65" y="113"/>
                    <a:pt x="65" y="113"/>
                    <a:pt x="65" y="113"/>
                  </a:cubicBezTo>
                  <a:cubicBezTo>
                    <a:pt x="65" y="123"/>
                    <a:pt x="65" y="123"/>
                    <a:pt x="65" y="123"/>
                  </a:cubicBezTo>
                  <a:cubicBezTo>
                    <a:pt x="63" y="123"/>
                    <a:pt x="63" y="123"/>
                    <a:pt x="63" y="123"/>
                  </a:cubicBezTo>
                  <a:cubicBezTo>
                    <a:pt x="63" y="113"/>
                    <a:pt x="63" y="113"/>
                    <a:pt x="63" y="113"/>
                  </a:cubicBezTo>
                  <a:close/>
                  <a:moveTo>
                    <a:pt x="97" y="113"/>
                  </a:moveTo>
                  <a:cubicBezTo>
                    <a:pt x="99" y="113"/>
                    <a:pt x="99" y="113"/>
                    <a:pt x="99" y="113"/>
                  </a:cubicBezTo>
                  <a:cubicBezTo>
                    <a:pt x="99" y="123"/>
                    <a:pt x="99" y="123"/>
                    <a:pt x="99" y="123"/>
                  </a:cubicBezTo>
                  <a:cubicBezTo>
                    <a:pt x="97" y="123"/>
                    <a:pt x="97" y="123"/>
                    <a:pt x="97" y="123"/>
                  </a:cubicBezTo>
                  <a:cubicBezTo>
                    <a:pt x="97" y="113"/>
                    <a:pt x="97" y="113"/>
                    <a:pt x="97" y="113"/>
                  </a:cubicBezTo>
                  <a:close/>
                  <a:moveTo>
                    <a:pt x="40" y="123"/>
                  </a:moveTo>
                  <a:cubicBezTo>
                    <a:pt x="61" y="123"/>
                    <a:pt x="61" y="123"/>
                    <a:pt x="61" y="123"/>
                  </a:cubicBezTo>
                  <a:cubicBezTo>
                    <a:pt x="61" y="113"/>
                    <a:pt x="61" y="113"/>
                    <a:pt x="61" y="113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59" y="111"/>
                    <a:pt x="59" y="111"/>
                    <a:pt x="59" y="111"/>
                  </a:cubicBezTo>
                  <a:cubicBezTo>
                    <a:pt x="69" y="111"/>
                    <a:pt x="69" y="111"/>
                    <a:pt x="69" y="111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6" y="123"/>
                    <a:pt x="66" y="123"/>
                    <a:pt x="66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23"/>
                    <a:pt x="85" y="123"/>
                    <a:pt x="85" y="123"/>
                  </a:cubicBezTo>
                  <a:cubicBezTo>
                    <a:pt x="95" y="123"/>
                    <a:pt x="95" y="123"/>
                    <a:pt x="95" y="123"/>
                  </a:cubicBezTo>
                  <a:cubicBezTo>
                    <a:pt x="95" y="113"/>
                    <a:pt x="95" y="113"/>
                    <a:pt x="95" y="113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3" y="113"/>
                    <a:pt x="103" y="113"/>
                    <a:pt x="103" y="113"/>
                  </a:cubicBezTo>
                  <a:cubicBezTo>
                    <a:pt x="100" y="113"/>
                    <a:pt x="100" y="113"/>
                    <a:pt x="100" y="11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122" y="123"/>
                    <a:pt x="122" y="123"/>
                    <a:pt x="122" y="123"/>
                  </a:cubicBezTo>
                  <a:cubicBezTo>
                    <a:pt x="122" y="106"/>
                    <a:pt x="122" y="106"/>
                    <a:pt x="122" y="106"/>
                  </a:cubicBezTo>
                  <a:cubicBezTo>
                    <a:pt x="40" y="106"/>
                    <a:pt x="40" y="106"/>
                    <a:pt x="40" y="106"/>
                  </a:cubicBezTo>
                  <a:cubicBezTo>
                    <a:pt x="40" y="123"/>
                    <a:pt x="40" y="123"/>
                    <a:pt x="40" y="123"/>
                  </a:cubicBezTo>
                  <a:close/>
                  <a:moveTo>
                    <a:pt x="124" y="104"/>
                  </a:moveTo>
                  <a:cubicBezTo>
                    <a:pt x="156" y="104"/>
                    <a:pt x="156" y="104"/>
                    <a:pt x="156" y="104"/>
                  </a:cubicBezTo>
                  <a:cubicBezTo>
                    <a:pt x="157" y="104"/>
                    <a:pt x="157" y="105"/>
                    <a:pt x="157" y="107"/>
                  </a:cubicBezTo>
                  <a:cubicBezTo>
                    <a:pt x="147" y="107"/>
                    <a:pt x="147" y="107"/>
                    <a:pt x="147" y="107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58" y="108"/>
                    <a:pt x="160" y="116"/>
                    <a:pt x="160" y="118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4" y="104"/>
                    <a:pt x="124" y="104"/>
                    <a:pt x="124" y="104"/>
                  </a:cubicBezTo>
                  <a:close/>
                  <a:moveTo>
                    <a:pt x="3" y="122"/>
                  </a:moveTo>
                  <a:cubicBezTo>
                    <a:pt x="2" y="122"/>
                    <a:pt x="1" y="121"/>
                    <a:pt x="1" y="120"/>
                  </a:cubicBezTo>
                  <a:cubicBezTo>
                    <a:pt x="1" y="117"/>
                    <a:pt x="3" y="108"/>
                    <a:pt x="5" y="10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7"/>
                    <a:pt x="14" y="107"/>
                    <a:pt x="14" y="107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4" y="105"/>
                    <a:pt x="4" y="104"/>
                    <a:pt x="6" y="104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8" y="104"/>
                    <a:pt x="38" y="104"/>
                    <a:pt x="38" y="105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3" y="122"/>
                    <a:pt x="3" y="122"/>
                    <a:pt x="3" y="122"/>
                  </a:cubicBezTo>
                  <a:close/>
                  <a:moveTo>
                    <a:pt x="80" y="60"/>
                  </a:moveTo>
                  <a:cubicBezTo>
                    <a:pt x="82" y="60"/>
                    <a:pt x="82" y="60"/>
                    <a:pt x="82" y="60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12" y="90"/>
                    <a:pt x="112" y="90"/>
                    <a:pt x="112" y="90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05" y="91"/>
                    <a:pt x="105" y="91"/>
                    <a:pt x="105" y="91"/>
                  </a:cubicBezTo>
                  <a:cubicBezTo>
                    <a:pt x="121" y="91"/>
                    <a:pt x="121" y="91"/>
                    <a:pt x="121" y="91"/>
                  </a:cubicBezTo>
                  <a:cubicBezTo>
                    <a:pt x="121" y="105"/>
                    <a:pt x="121" y="105"/>
                    <a:pt x="121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1" y="90"/>
                    <a:pt x="41" y="90"/>
                    <a:pt x="41" y="90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80" y="73"/>
                    <a:pt x="80" y="73"/>
                    <a:pt x="80" y="73"/>
                  </a:cubicBezTo>
                  <a:cubicBezTo>
                    <a:pt x="80" y="60"/>
                    <a:pt x="80" y="60"/>
                    <a:pt x="80" y="60"/>
                  </a:cubicBezTo>
                  <a:close/>
                  <a:moveTo>
                    <a:pt x="72" y="47"/>
                  </a:moveTo>
                  <a:cubicBezTo>
                    <a:pt x="66" y="44"/>
                    <a:pt x="66" y="44"/>
                    <a:pt x="66" y="44"/>
                  </a:cubicBezTo>
                  <a:cubicBezTo>
                    <a:pt x="65" y="49"/>
                    <a:pt x="50" y="57"/>
                    <a:pt x="46" y="61"/>
                  </a:cubicBezTo>
                  <a:cubicBezTo>
                    <a:pt x="51" y="59"/>
                    <a:pt x="53" y="58"/>
                    <a:pt x="57" y="56"/>
                  </a:cubicBezTo>
                  <a:cubicBezTo>
                    <a:pt x="62" y="54"/>
                    <a:pt x="63" y="51"/>
                    <a:pt x="66" y="49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6" y="52"/>
                    <a:pt x="84" y="42"/>
                    <a:pt x="85" y="37"/>
                  </a:cubicBezTo>
                  <a:cubicBezTo>
                    <a:pt x="86" y="37"/>
                    <a:pt x="86" y="37"/>
                    <a:pt x="86" y="37"/>
                  </a:cubicBezTo>
                  <a:cubicBezTo>
                    <a:pt x="87" y="39"/>
                    <a:pt x="91" y="45"/>
                    <a:pt x="93" y="45"/>
                  </a:cubicBezTo>
                  <a:cubicBezTo>
                    <a:pt x="94" y="45"/>
                    <a:pt x="95" y="45"/>
                    <a:pt x="96" y="44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112" y="58"/>
                    <a:pt x="106" y="50"/>
                    <a:pt x="104" y="48"/>
                  </a:cubicBezTo>
                  <a:cubicBezTo>
                    <a:pt x="103" y="46"/>
                    <a:pt x="98" y="37"/>
                    <a:pt x="97" y="35"/>
                  </a:cubicBezTo>
                  <a:cubicBezTo>
                    <a:pt x="97" y="35"/>
                    <a:pt x="97" y="35"/>
                    <a:pt x="97" y="35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2" y="35"/>
                    <a:pt x="79" y="43"/>
                    <a:pt x="72" y="47"/>
                  </a:cubicBezTo>
                  <a:close/>
                  <a:moveTo>
                    <a:pt x="0" y="63"/>
                  </a:moveTo>
                  <a:cubicBezTo>
                    <a:pt x="0" y="70"/>
                    <a:pt x="2" y="75"/>
                    <a:pt x="4" y="79"/>
                  </a:cubicBezTo>
                  <a:cubicBezTo>
                    <a:pt x="6" y="84"/>
                    <a:pt x="10" y="87"/>
                    <a:pt x="12" y="91"/>
                  </a:cubicBezTo>
                  <a:cubicBezTo>
                    <a:pt x="8" y="96"/>
                    <a:pt x="0" y="10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33"/>
                    <a:pt x="8" y="144"/>
                    <a:pt x="15" y="147"/>
                  </a:cubicBezTo>
                  <a:cubicBezTo>
                    <a:pt x="26" y="152"/>
                    <a:pt x="29" y="153"/>
                    <a:pt x="46" y="153"/>
                  </a:cubicBezTo>
                  <a:cubicBezTo>
                    <a:pt x="50" y="161"/>
                    <a:pt x="52" y="167"/>
                    <a:pt x="58" y="173"/>
                  </a:cubicBezTo>
                  <a:cubicBezTo>
                    <a:pt x="64" y="177"/>
                    <a:pt x="73" y="181"/>
                    <a:pt x="82" y="181"/>
                  </a:cubicBezTo>
                  <a:cubicBezTo>
                    <a:pt x="98" y="181"/>
                    <a:pt x="111" y="167"/>
                    <a:pt x="114" y="154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34" y="154"/>
                    <a:pt x="145" y="149"/>
                    <a:pt x="150" y="145"/>
                  </a:cubicBezTo>
                  <a:cubicBezTo>
                    <a:pt x="156" y="140"/>
                    <a:pt x="161" y="131"/>
                    <a:pt x="161" y="121"/>
                  </a:cubicBezTo>
                  <a:cubicBezTo>
                    <a:pt x="161" y="118"/>
                    <a:pt x="161" y="118"/>
                    <a:pt x="161" y="118"/>
                  </a:cubicBezTo>
                  <a:cubicBezTo>
                    <a:pt x="161" y="108"/>
                    <a:pt x="155" y="98"/>
                    <a:pt x="151" y="92"/>
                  </a:cubicBezTo>
                  <a:cubicBezTo>
                    <a:pt x="156" y="85"/>
                    <a:pt x="162" y="77"/>
                    <a:pt x="162" y="66"/>
                  </a:cubicBezTo>
                  <a:cubicBezTo>
                    <a:pt x="162" y="61"/>
                    <a:pt x="162" y="61"/>
                    <a:pt x="162" y="61"/>
                  </a:cubicBezTo>
                  <a:cubicBezTo>
                    <a:pt x="162" y="51"/>
                    <a:pt x="154" y="41"/>
                    <a:pt x="148" y="36"/>
                  </a:cubicBezTo>
                  <a:cubicBezTo>
                    <a:pt x="142" y="31"/>
                    <a:pt x="130" y="29"/>
                    <a:pt x="118" y="29"/>
                  </a:cubicBezTo>
                  <a:cubicBezTo>
                    <a:pt x="114" y="21"/>
                    <a:pt x="113" y="17"/>
                    <a:pt x="106" y="10"/>
                  </a:cubicBezTo>
                  <a:cubicBezTo>
                    <a:pt x="102" y="6"/>
                    <a:pt x="9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64" y="0"/>
                    <a:pt x="56" y="15"/>
                    <a:pt x="48" y="29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17" y="28"/>
                    <a:pt x="0" y="42"/>
                    <a:pt x="0" y="60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FFFFFE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8" name="íṡḻiḍè"/>
            <p:cNvSpPr/>
            <p:nvPr/>
          </p:nvSpPr>
          <p:spPr bwMode="auto">
            <a:xfrm>
              <a:off x="9905816" y="609533"/>
              <a:ext cx="345973" cy="346792"/>
            </a:xfrm>
            <a:custGeom>
              <a:avLst/>
              <a:gdLst>
                <a:gd name="T0" fmla="*/ 21 w 206"/>
                <a:gd name="T1" fmla="*/ 74 h 205"/>
                <a:gd name="T2" fmla="*/ 21 w 206"/>
                <a:gd name="T3" fmla="*/ 71 h 205"/>
                <a:gd name="T4" fmla="*/ 56 w 206"/>
                <a:gd name="T5" fmla="*/ 39 h 205"/>
                <a:gd name="T6" fmla="*/ 59 w 206"/>
                <a:gd name="T7" fmla="*/ 38 h 205"/>
                <a:gd name="T8" fmla="*/ 69 w 206"/>
                <a:gd name="T9" fmla="*/ 40 h 205"/>
                <a:gd name="T10" fmla="*/ 106 w 206"/>
                <a:gd name="T11" fmla="*/ 11 h 205"/>
                <a:gd name="T12" fmla="*/ 106 w 206"/>
                <a:gd name="T13" fmla="*/ 11 h 205"/>
                <a:gd name="T14" fmla="*/ 127 w 206"/>
                <a:gd name="T15" fmla="*/ 21 h 205"/>
                <a:gd name="T16" fmla="*/ 139 w 206"/>
                <a:gd name="T17" fmla="*/ 40 h 205"/>
                <a:gd name="T18" fmla="*/ 169 w 206"/>
                <a:gd name="T19" fmla="*/ 47 h 205"/>
                <a:gd name="T20" fmla="*/ 183 w 206"/>
                <a:gd name="T21" fmla="*/ 72 h 205"/>
                <a:gd name="T22" fmla="*/ 183 w 206"/>
                <a:gd name="T23" fmla="*/ 77 h 205"/>
                <a:gd name="T24" fmla="*/ 172 w 206"/>
                <a:gd name="T25" fmla="*/ 103 h 205"/>
                <a:gd name="T26" fmla="*/ 182 w 206"/>
                <a:gd name="T27" fmla="*/ 129 h 205"/>
                <a:gd name="T28" fmla="*/ 182 w 206"/>
                <a:gd name="T29" fmla="*/ 132 h 205"/>
                <a:gd name="T30" fmla="*/ 171 w 206"/>
                <a:gd name="T31" fmla="*/ 156 h 205"/>
                <a:gd name="T32" fmla="*/ 146 w 206"/>
                <a:gd name="T33" fmla="*/ 165 h 205"/>
                <a:gd name="T34" fmla="*/ 135 w 206"/>
                <a:gd name="T35" fmla="*/ 165 h 205"/>
                <a:gd name="T36" fmla="*/ 103 w 206"/>
                <a:gd name="T37" fmla="*/ 192 h 205"/>
                <a:gd name="T38" fmla="*/ 79 w 206"/>
                <a:gd name="T39" fmla="*/ 184 h 205"/>
                <a:gd name="T40" fmla="*/ 67 w 206"/>
                <a:gd name="T41" fmla="*/ 164 h 205"/>
                <a:gd name="T42" fmla="*/ 36 w 206"/>
                <a:gd name="T43" fmla="*/ 158 h 205"/>
                <a:gd name="T44" fmla="*/ 21 w 206"/>
                <a:gd name="T45" fmla="*/ 135 h 205"/>
                <a:gd name="T46" fmla="*/ 21 w 206"/>
                <a:gd name="T47" fmla="*/ 127 h 205"/>
                <a:gd name="T48" fmla="*/ 33 w 206"/>
                <a:gd name="T49" fmla="*/ 102 h 205"/>
                <a:gd name="T50" fmla="*/ 25 w 206"/>
                <a:gd name="T51" fmla="*/ 90 h 205"/>
                <a:gd name="T52" fmla="*/ 21 w 206"/>
                <a:gd name="T53" fmla="*/ 74 h 205"/>
                <a:gd name="T54" fmla="*/ 0 w 206"/>
                <a:gd name="T55" fmla="*/ 100 h 205"/>
                <a:gd name="T56" fmla="*/ 0 w 206"/>
                <a:gd name="T57" fmla="*/ 104 h 205"/>
                <a:gd name="T58" fmla="*/ 101 w 206"/>
                <a:gd name="T59" fmla="*/ 205 h 205"/>
                <a:gd name="T60" fmla="*/ 107 w 206"/>
                <a:gd name="T61" fmla="*/ 205 h 205"/>
                <a:gd name="T62" fmla="*/ 147 w 206"/>
                <a:gd name="T63" fmla="*/ 195 h 205"/>
                <a:gd name="T64" fmla="*/ 176 w 206"/>
                <a:gd name="T65" fmla="*/ 174 h 205"/>
                <a:gd name="T66" fmla="*/ 206 w 206"/>
                <a:gd name="T67" fmla="*/ 103 h 205"/>
                <a:gd name="T68" fmla="*/ 177 w 206"/>
                <a:gd name="T69" fmla="*/ 32 h 205"/>
                <a:gd name="T70" fmla="*/ 109 w 206"/>
                <a:gd name="T71" fmla="*/ 0 h 205"/>
                <a:gd name="T72" fmla="*/ 95 w 206"/>
                <a:gd name="T73" fmla="*/ 0 h 205"/>
                <a:gd name="T74" fmla="*/ 57 w 206"/>
                <a:gd name="T75" fmla="*/ 11 h 205"/>
                <a:gd name="T76" fmla="*/ 29 w 206"/>
                <a:gd name="T77" fmla="*/ 31 h 205"/>
                <a:gd name="T78" fmla="*/ 0 w 206"/>
                <a:gd name="T79" fmla="*/ 10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6" h="205">
                  <a:moveTo>
                    <a:pt x="21" y="74"/>
                  </a:moveTo>
                  <a:cubicBezTo>
                    <a:pt x="21" y="71"/>
                    <a:pt x="21" y="71"/>
                    <a:pt x="21" y="71"/>
                  </a:cubicBezTo>
                  <a:cubicBezTo>
                    <a:pt x="21" y="53"/>
                    <a:pt x="38" y="39"/>
                    <a:pt x="56" y="39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77" y="26"/>
                    <a:pt x="85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16" y="11"/>
                    <a:pt x="123" y="17"/>
                    <a:pt x="127" y="21"/>
                  </a:cubicBezTo>
                  <a:cubicBezTo>
                    <a:pt x="134" y="28"/>
                    <a:pt x="135" y="32"/>
                    <a:pt x="139" y="40"/>
                  </a:cubicBezTo>
                  <a:cubicBezTo>
                    <a:pt x="151" y="40"/>
                    <a:pt x="163" y="42"/>
                    <a:pt x="169" y="47"/>
                  </a:cubicBezTo>
                  <a:cubicBezTo>
                    <a:pt x="175" y="52"/>
                    <a:pt x="183" y="62"/>
                    <a:pt x="183" y="72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3" y="88"/>
                    <a:pt x="177" y="96"/>
                    <a:pt x="172" y="103"/>
                  </a:cubicBezTo>
                  <a:cubicBezTo>
                    <a:pt x="176" y="109"/>
                    <a:pt x="182" y="119"/>
                    <a:pt x="182" y="129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2" y="142"/>
                    <a:pt x="177" y="151"/>
                    <a:pt x="171" y="156"/>
                  </a:cubicBezTo>
                  <a:cubicBezTo>
                    <a:pt x="166" y="160"/>
                    <a:pt x="155" y="165"/>
                    <a:pt x="146" y="165"/>
                  </a:cubicBezTo>
                  <a:cubicBezTo>
                    <a:pt x="135" y="165"/>
                    <a:pt x="135" y="165"/>
                    <a:pt x="135" y="165"/>
                  </a:cubicBezTo>
                  <a:cubicBezTo>
                    <a:pt x="132" y="178"/>
                    <a:pt x="119" y="192"/>
                    <a:pt x="103" y="192"/>
                  </a:cubicBezTo>
                  <a:cubicBezTo>
                    <a:pt x="94" y="192"/>
                    <a:pt x="85" y="188"/>
                    <a:pt x="79" y="184"/>
                  </a:cubicBezTo>
                  <a:cubicBezTo>
                    <a:pt x="73" y="178"/>
                    <a:pt x="71" y="172"/>
                    <a:pt x="67" y="164"/>
                  </a:cubicBezTo>
                  <a:cubicBezTo>
                    <a:pt x="50" y="164"/>
                    <a:pt x="47" y="163"/>
                    <a:pt x="36" y="158"/>
                  </a:cubicBezTo>
                  <a:cubicBezTo>
                    <a:pt x="29" y="155"/>
                    <a:pt x="21" y="144"/>
                    <a:pt x="21" y="135"/>
                  </a:cubicBezTo>
                  <a:cubicBezTo>
                    <a:pt x="21" y="127"/>
                    <a:pt x="21" y="127"/>
                    <a:pt x="21" y="127"/>
                  </a:cubicBezTo>
                  <a:cubicBezTo>
                    <a:pt x="21" y="117"/>
                    <a:pt x="29" y="107"/>
                    <a:pt x="33" y="102"/>
                  </a:cubicBezTo>
                  <a:cubicBezTo>
                    <a:pt x="31" y="98"/>
                    <a:pt x="27" y="95"/>
                    <a:pt x="25" y="90"/>
                  </a:cubicBezTo>
                  <a:cubicBezTo>
                    <a:pt x="23" y="86"/>
                    <a:pt x="21" y="81"/>
                    <a:pt x="21" y="74"/>
                  </a:cubicBezTo>
                  <a:close/>
                  <a:moveTo>
                    <a:pt x="0" y="100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59"/>
                    <a:pt x="46" y="205"/>
                    <a:pt x="101" y="205"/>
                  </a:cubicBezTo>
                  <a:cubicBezTo>
                    <a:pt x="107" y="205"/>
                    <a:pt x="107" y="205"/>
                    <a:pt x="107" y="205"/>
                  </a:cubicBezTo>
                  <a:cubicBezTo>
                    <a:pt x="122" y="205"/>
                    <a:pt x="137" y="200"/>
                    <a:pt x="147" y="195"/>
                  </a:cubicBezTo>
                  <a:cubicBezTo>
                    <a:pt x="159" y="190"/>
                    <a:pt x="168" y="183"/>
                    <a:pt x="176" y="174"/>
                  </a:cubicBezTo>
                  <a:cubicBezTo>
                    <a:pt x="192" y="159"/>
                    <a:pt x="206" y="134"/>
                    <a:pt x="206" y="103"/>
                  </a:cubicBezTo>
                  <a:cubicBezTo>
                    <a:pt x="206" y="73"/>
                    <a:pt x="192" y="47"/>
                    <a:pt x="177" y="32"/>
                  </a:cubicBezTo>
                  <a:cubicBezTo>
                    <a:pt x="163" y="17"/>
                    <a:pt x="137" y="0"/>
                    <a:pt x="109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83" y="0"/>
                    <a:pt x="65" y="7"/>
                    <a:pt x="57" y="11"/>
                  </a:cubicBezTo>
                  <a:cubicBezTo>
                    <a:pt x="45" y="16"/>
                    <a:pt x="37" y="23"/>
                    <a:pt x="29" y="31"/>
                  </a:cubicBezTo>
                  <a:cubicBezTo>
                    <a:pt x="15" y="46"/>
                    <a:pt x="0" y="72"/>
                    <a:pt x="0" y="10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9" name="ïşliḋê"/>
            <p:cNvSpPr/>
            <p:nvPr/>
          </p:nvSpPr>
          <p:spPr bwMode="auto">
            <a:xfrm>
              <a:off x="9840307" y="546890"/>
              <a:ext cx="470031" cy="473716"/>
            </a:xfrm>
            <a:custGeom>
              <a:avLst/>
              <a:gdLst>
                <a:gd name="T0" fmla="*/ 140 w 280"/>
                <a:gd name="T1" fmla="*/ 276 h 280"/>
                <a:gd name="T2" fmla="*/ 46 w 280"/>
                <a:gd name="T3" fmla="*/ 238 h 280"/>
                <a:gd name="T4" fmla="*/ 18 w 280"/>
                <a:gd name="T5" fmla="*/ 199 h 280"/>
                <a:gd name="T6" fmla="*/ 4 w 280"/>
                <a:gd name="T7" fmla="*/ 147 h 280"/>
                <a:gd name="T8" fmla="*/ 4 w 280"/>
                <a:gd name="T9" fmla="*/ 135 h 280"/>
                <a:gd name="T10" fmla="*/ 18 w 280"/>
                <a:gd name="T11" fmla="*/ 81 h 280"/>
                <a:gd name="T12" fmla="*/ 46 w 280"/>
                <a:gd name="T13" fmla="*/ 42 h 280"/>
                <a:gd name="T14" fmla="*/ 87 w 280"/>
                <a:gd name="T15" fmla="*/ 15 h 280"/>
                <a:gd name="T16" fmla="*/ 112 w 280"/>
                <a:gd name="T17" fmla="*/ 7 h 280"/>
                <a:gd name="T18" fmla="*/ 143 w 280"/>
                <a:gd name="T19" fmla="*/ 4 h 280"/>
                <a:gd name="T20" fmla="*/ 159 w 280"/>
                <a:gd name="T21" fmla="*/ 5 h 280"/>
                <a:gd name="T22" fmla="*/ 173 w 280"/>
                <a:gd name="T23" fmla="*/ 8 h 280"/>
                <a:gd name="T24" fmla="*/ 198 w 280"/>
                <a:gd name="T25" fmla="*/ 17 h 280"/>
                <a:gd name="T26" fmla="*/ 237 w 280"/>
                <a:gd name="T27" fmla="*/ 44 h 280"/>
                <a:gd name="T28" fmla="*/ 276 w 280"/>
                <a:gd name="T29" fmla="*/ 141 h 280"/>
                <a:gd name="T30" fmla="*/ 140 w 280"/>
                <a:gd name="T31" fmla="*/ 276 h 280"/>
                <a:gd name="T32" fmla="*/ 0 w 280"/>
                <a:gd name="T33" fmla="*/ 143 h 280"/>
                <a:gd name="T34" fmla="*/ 13 w 280"/>
                <a:gd name="T35" fmla="*/ 199 h 280"/>
                <a:gd name="T36" fmla="*/ 41 w 280"/>
                <a:gd name="T37" fmla="*/ 239 h 280"/>
                <a:gd name="T38" fmla="*/ 138 w 280"/>
                <a:gd name="T39" fmla="*/ 280 h 280"/>
                <a:gd name="T40" fmla="*/ 143 w 280"/>
                <a:gd name="T41" fmla="*/ 280 h 280"/>
                <a:gd name="T42" fmla="*/ 239 w 280"/>
                <a:gd name="T43" fmla="*/ 240 h 280"/>
                <a:gd name="T44" fmla="*/ 280 w 280"/>
                <a:gd name="T45" fmla="*/ 146 h 280"/>
                <a:gd name="T46" fmla="*/ 280 w 280"/>
                <a:gd name="T47" fmla="*/ 137 h 280"/>
                <a:gd name="T48" fmla="*/ 142 w 280"/>
                <a:gd name="T49" fmla="*/ 0 h 280"/>
                <a:gd name="T50" fmla="*/ 136 w 280"/>
                <a:gd name="T51" fmla="*/ 0 h 280"/>
                <a:gd name="T52" fmla="*/ 80 w 280"/>
                <a:gd name="T53" fmla="*/ 13 h 280"/>
                <a:gd name="T54" fmla="*/ 40 w 280"/>
                <a:gd name="T55" fmla="*/ 42 h 280"/>
                <a:gd name="T56" fmla="*/ 0 w 280"/>
                <a:gd name="T57" fmla="*/ 142 h 280"/>
                <a:gd name="T58" fmla="*/ 0 w 280"/>
                <a:gd name="T59" fmla="*/ 143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0" h="280">
                  <a:moveTo>
                    <a:pt x="140" y="276"/>
                  </a:moveTo>
                  <a:cubicBezTo>
                    <a:pt x="100" y="276"/>
                    <a:pt x="66" y="257"/>
                    <a:pt x="46" y="238"/>
                  </a:cubicBezTo>
                  <a:cubicBezTo>
                    <a:pt x="34" y="226"/>
                    <a:pt x="26" y="215"/>
                    <a:pt x="18" y="199"/>
                  </a:cubicBezTo>
                  <a:cubicBezTo>
                    <a:pt x="12" y="188"/>
                    <a:pt x="4" y="164"/>
                    <a:pt x="4" y="147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4" y="115"/>
                    <a:pt x="11" y="94"/>
                    <a:pt x="18" y="81"/>
                  </a:cubicBezTo>
                  <a:cubicBezTo>
                    <a:pt x="25" y="65"/>
                    <a:pt x="34" y="53"/>
                    <a:pt x="46" y="42"/>
                  </a:cubicBezTo>
                  <a:cubicBezTo>
                    <a:pt x="57" y="31"/>
                    <a:pt x="72" y="21"/>
                    <a:pt x="87" y="15"/>
                  </a:cubicBezTo>
                  <a:cubicBezTo>
                    <a:pt x="95" y="11"/>
                    <a:pt x="103" y="10"/>
                    <a:pt x="112" y="7"/>
                  </a:cubicBezTo>
                  <a:cubicBezTo>
                    <a:pt x="116" y="5"/>
                    <a:pt x="138" y="3"/>
                    <a:pt x="143" y="4"/>
                  </a:cubicBezTo>
                  <a:cubicBezTo>
                    <a:pt x="146" y="4"/>
                    <a:pt x="155" y="5"/>
                    <a:pt x="159" y="5"/>
                  </a:cubicBezTo>
                  <a:cubicBezTo>
                    <a:pt x="162" y="5"/>
                    <a:pt x="170" y="7"/>
                    <a:pt x="173" y="8"/>
                  </a:cubicBezTo>
                  <a:cubicBezTo>
                    <a:pt x="182" y="10"/>
                    <a:pt x="190" y="13"/>
                    <a:pt x="198" y="17"/>
                  </a:cubicBezTo>
                  <a:cubicBezTo>
                    <a:pt x="214" y="25"/>
                    <a:pt x="225" y="32"/>
                    <a:pt x="237" y="44"/>
                  </a:cubicBezTo>
                  <a:cubicBezTo>
                    <a:pt x="258" y="66"/>
                    <a:pt x="276" y="98"/>
                    <a:pt x="276" y="141"/>
                  </a:cubicBezTo>
                  <a:cubicBezTo>
                    <a:pt x="276" y="215"/>
                    <a:pt x="215" y="276"/>
                    <a:pt x="140" y="276"/>
                  </a:cubicBezTo>
                  <a:close/>
                  <a:moveTo>
                    <a:pt x="0" y="143"/>
                  </a:moveTo>
                  <a:cubicBezTo>
                    <a:pt x="0" y="166"/>
                    <a:pt x="7" y="183"/>
                    <a:pt x="13" y="199"/>
                  </a:cubicBezTo>
                  <a:cubicBezTo>
                    <a:pt x="18" y="213"/>
                    <a:pt x="32" y="230"/>
                    <a:pt x="41" y="239"/>
                  </a:cubicBezTo>
                  <a:cubicBezTo>
                    <a:pt x="62" y="260"/>
                    <a:pt x="97" y="280"/>
                    <a:pt x="138" y="280"/>
                  </a:cubicBezTo>
                  <a:cubicBezTo>
                    <a:pt x="143" y="280"/>
                    <a:pt x="143" y="280"/>
                    <a:pt x="143" y="280"/>
                  </a:cubicBezTo>
                  <a:cubicBezTo>
                    <a:pt x="183" y="280"/>
                    <a:pt x="218" y="260"/>
                    <a:pt x="239" y="240"/>
                  </a:cubicBezTo>
                  <a:cubicBezTo>
                    <a:pt x="258" y="220"/>
                    <a:pt x="280" y="185"/>
                    <a:pt x="280" y="146"/>
                  </a:cubicBezTo>
                  <a:cubicBezTo>
                    <a:pt x="280" y="137"/>
                    <a:pt x="280" y="137"/>
                    <a:pt x="280" y="137"/>
                  </a:cubicBezTo>
                  <a:cubicBezTo>
                    <a:pt x="280" y="63"/>
                    <a:pt x="217" y="0"/>
                    <a:pt x="142" y="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16" y="0"/>
                    <a:pt x="93" y="7"/>
                    <a:pt x="80" y="13"/>
                  </a:cubicBezTo>
                  <a:cubicBezTo>
                    <a:pt x="64" y="21"/>
                    <a:pt x="51" y="31"/>
                    <a:pt x="40" y="42"/>
                  </a:cubicBezTo>
                  <a:cubicBezTo>
                    <a:pt x="18" y="64"/>
                    <a:pt x="0" y="98"/>
                    <a:pt x="0" y="142"/>
                  </a:cubicBezTo>
                  <a:lnTo>
                    <a:pt x="0" y="14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0" name="işḻîḓe"/>
            <p:cNvSpPr/>
            <p:nvPr/>
          </p:nvSpPr>
          <p:spPr bwMode="auto">
            <a:xfrm>
              <a:off x="10009813" y="729498"/>
              <a:ext cx="134294" cy="76155"/>
            </a:xfrm>
            <a:custGeom>
              <a:avLst/>
              <a:gdLst>
                <a:gd name="T0" fmla="*/ 160 w 328"/>
                <a:gd name="T1" fmla="*/ 54 h 186"/>
                <a:gd name="T2" fmla="*/ 82 w 328"/>
                <a:gd name="T3" fmla="*/ 54 h 186"/>
                <a:gd name="T4" fmla="*/ 82 w 328"/>
                <a:gd name="T5" fmla="*/ 91 h 186"/>
                <a:gd name="T6" fmla="*/ 37 w 328"/>
                <a:gd name="T7" fmla="*/ 91 h 186"/>
                <a:gd name="T8" fmla="*/ 37 w 328"/>
                <a:gd name="T9" fmla="*/ 124 h 186"/>
                <a:gd name="T10" fmla="*/ 0 w 328"/>
                <a:gd name="T11" fmla="*/ 124 h 186"/>
                <a:gd name="T12" fmla="*/ 0 w 328"/>
                <a:gd name="T13" fmla="*/ 186 h 186"/>
                <a:gd name="T14" fmla="*/ 328 w 328"/>
                <a:gd name="T15" fmla="*/ 186 h 186"/>
                <a:gd name="T16" fmla="*/ 328 w 328"/>
                <a:gd name="T17" fmla="*/ 129 h 186"/>
                <a:gd name="T18" fmla="*/ 263 w 328"/>
                <a:gd name="T19" fmla="*/ 129 h 186"/>
                <a:gd name="T20" fmla="*/ 263 w 328"/>
                <a:gd name="T21" fmla="*/ 124 h 186"/>
                <a:gd name="T22" fmla="*/ 291 w 328"/>
                <a:gd name="T23" fmla="*/ 124 h 186"/>
                <a:gd name="T24" fmla="*/ 291 w 328"/>
                <a:gd name="T25" fmla="*/ 91 h 186"/>
                <a:gd name="T26" fmla="*/ 246 w 328"/>
                <a:gd name="T27" fmla="*/ 91 h 186"/>
                <a:gd name="T28" fmla="*/ 246 w 328"/>
                <a:gd name="T29" fmla="*/ 54 h 186"/>
                <a:gd name="T30" fmla="*/ 168 w 328"/>
                <a:gd name="T31" fmla="*/ 54 h 186"/>
                <a:gd name="T32" fmla="*/ 168 w 328"/>
                <a:gd name="T33" fmla="*/ 0 h 186"/>
                <a:gd name="T34" fmla="*/ 160 w 328"/>
                <a:gd name="T35" fmla="*/ 0 h 186"/>
                <a:gd name="T36" fmla="*/ 160 w 328"/>
                <a:gd name="T37" fmla="*/ 5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186">
                  <a:moveTo>
                    <a:pt x="160" y="54"/>
                  </a:moveTo>
                  <a:lnTo>
                    <a:pt x="82" y="54"/>
                  </a:lnTo>
                  <a:lnTo>
                    <a:pt x="82" y="91"/>
                  </a:lnTo>
                  <a:lnTo>
                    <a:pt x="37" y="91"/>
                  </a:lnTo>
                  <a:lnTo>
                    <a:pt x="37" y="124"/>
                  </a:lnTo>
                  <a:lnTo>
                    <a:pt x="0" y="124"/>
                  </a:lnTo>
                  <a:lnTo>
                    <a:pt x="0" y="186"/>
                  </a:lnTo>
                  <a:lnTo>
                    <a:pt x="328" y="186"/>
                  </a:lnTo>
                  <a:lnTo>
                    <a:pt x="328" y="129"/>
                  </a:lnTo>
                  <a:lnTo>
                    <a:pt x="263" y="129"/>
                  </a:lnTo>
                  <a:lnTo>
                    <a:pt x="263" y="124"/>
                  </a:lnTo>
                  <a:lnTo>
                    <a:pt x="291" y="124"/>
                  </a:lnTo>
                  <a:lnTo>
                    <a:pt x="291" y="91"/>
                  </a:lnTo>
                  <a:lnTo>
                    <a:pt x="246" y="91"/>
                  </a:lnTo>
                  <a:lnTo>
                    <a:pt x="246" y="54"/>
                  </a:lnTo>
                  <a:lnTo>
                    <a:pt x="168" y="54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5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1" name="ï$1ïďè"/>
            <p:cNvSpPr/>
            <p:nvPr/>
          </p:nvSpPr>
          <p:spPr bwMode="auto">
            <a:xfrm>
              <a:off x="10008175" y="807700"/>
              <a:ext cx="135932" cy="28661"/>
            </a:xfrm>
            <a:custGeom>
              <a:avLst/>
              <a:gdLst>
                <a:gd name="T0" fmla="*/ 0 w 332"/>
                <a:gd name="T1" fmla="*/ 70 h 70"/>
                <a:gd name="T2" fmla="*/ 86 w 332"/>
                <a:gd name="T3" fmla="*/ 70 h 70"/>
                <a:gd name="T4" fmla="*/ 86 w 332"/>
                <a:gd name="T5" fmla="*/ 28 h 70"/>
                <a:gd name="T6" fmla="*/ 78 w 332"/>
                <a:gd name="T7" fmla="*/ 28 h 70"/>
                <a:gd name="T8" fmla="*/ 78 w 332"/>
                <a:gd name="T9" fmla="*/ 16 h 70"/>
                <a:gd name="T10" fmla="*/ 119 w 332"/>
                <a:gd name="T11" fmla="*/ 20 h 70"/>
                <a:gd name="T12" fmla="*/ 123 w 332"/>
                <a:gd name="T13" fmla="*/ 28 h 70"/>
                <a:gd name="T14" fmla="*/ 111 w 332"/>
                <a:gd name="T15" fmla="*/ 28 h 70"/>
                <a:gd name="T16" fmla="*/ 111 w 332"/>
                <a:gd name="T17" fmla="*/ 70 h 70"/>
                <a:gd name="T18" fmla="*/ 148 w 332"/>
                <a:gd name="T19" fmla="*/ 70 h 70"/>
                <a:gd name="T20" fmla="*/ 148 w 332"/>
                <a:gd name="T21" fmla="*/ 16 h 70"/>
                <a:gd name="T22" fmla="*/ 185 w 332"/>
                <a:gd name="T23" fmla="*/ 16 h 70"/>
                <a:gd name="T24" fmla="*/ 185 w 332"/>
                <a:gd name="T25" fmla="*/ 70 h 70"/>
                <a:gd name="T26" fmla="*/ 226 w 332"/>
                <a:gd name="T27" fmla="*/ 70 h 70"/>
                <a:gd name="T28" fmla="*/ 226 w 332"/>
                <a:gd name="T29" fmla="*/ 28 h 70"/>
                <a:gd name="T30" fmla="*/ 213 w 332"/>
                <a:gd name="T31" fmla="*/ 28 h 70"/>
                <a:gd name="T32" fmla="*/ 213 w 332"/>
                <a:gd name="T33" fmla="*/ 20 h 70"/>
                <a:gd name="T34" fmla="*/ 259 w 332"/>
                <a:gd name="T35" fmla="*/ 20 h 70"/>
                <a:gd name="T36" fmla="*/ 259 w 332"/>
                <a:gd name="T37" fmla="*/ 28 h 70"/>
                <a:gd name="T38" fmla="*/ 246 w 332"/>
                <a:gd name="T39" fmla="*/ 33 h 70"/>
                <a:gd name="T40" fmla="*/ 246 w 332"/>
                <a:gd name="T41" fmla="*/ 70 h 70"/>
                <a:gd name="T42" fmla="*/ 332 w 332"/>
                <a:gd name="T43" fmla="*/ 70 h 70"/>
                <a:gd name="T44" fmla="*/ 332 w 332"/>
                <a:gd name="T45" fmla="*/ 0 h 70"/>
                <a:gd name="T46" fmla="*/ 0 w 332"/>
                <a:gd name="T47" fmla="*/ 0 h 70"/>
                <a:gd name="T48" fmla="*/ 0 w 332"/>
                <a:gd name="T49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2" h="70">
                  <a:moveTo>
                    <a:pt x="0" y="70"/>
                  </a:moveTo>
                  <a:lnTo>
                    <a:pt x="86" y="70"/>
                  </a:lnTo>
                  <a:lnTo>
                    <a:pt x="86" y="28"/>
                  </a:lnTo>
                  <a:lnTo>
                    <a:pt x="78" y="28"/>
                  </a:lnTo>
                  <a:lnTo>
                    <a:pt x="78" y="16"/>
                  </a:lnTo>
                  <a:lnTo>
                    <a:pt x="119" y="20"/>
                  </a:lnTo>
                  <a:lnTo>
                    <a:pt x="123" y="28"/>
                  </a:lnTo>
                  <a:lnTo>
                    <a:pt x="111" y="28"/>
                  </a:lnTo>
                  <a:lnTo>
                    <a:pt x="111" y="70"/>
                  </a:lnTo>
                  <a:lnTo>
                    <a:pt x="148" y="70"/>
                  </a:lnTo>
                  <a:lnTo>
                    <a:pt x="148" y="16"/>
                  </a:lnTo>
                  <a:lnTo>
                    <a:pt x="185" y="16"/>
                  </a:lnTo>
                  <a:lnTo>
                    <a:pt x="185" y="70"/>
                  </a:lnTo>
                  <a:lnTo>
                    <a:pt x="226" y="70"/>
                  </a:lnTo>
                  <a:lnTo>
                    <a:pt x="226" y="28"/>
                  </a:lnTo>
                  <a:lnTo>
                    <a:pt x="213" y="28"/>
                  </a:lnTo>
                  <a:lnTo>
                    <a:pt x="213" y="20"/>
                  </a:lnTo>
                  <a:lnTo>
                    <a:pt x="259" y="20"/>
                  </a:lnTo>
                  <a:lnTo>
                    <a:pt x="259" y="28"/>
                  </a:lnTo>
                  <a:lnTo>
                    <a:pt x="246" y="33"/>
                  </a:lnTo>
                  <a:lnTo>
                    <a:pt x="246" y="70"/>
                  </a:lnTo>
                  <a:lnTo>
                    <a:pt x="332" y="70"/>
                  </a:lnTo>
                  <a:lnTo>
                    <a:pt x="332" y="0"/>
                  </a:lnTo>
                  <a:lnTo>
                    <a:pt x="0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" name="ï$líḓê"/>
            <p:cNvSpPr/>
            <p:nvPr/>
          </p:nvSpPr>
          <p:spPr bwMode="auto">
            <a:xfrm>
              <a:off x="9942666" y="804015"/>
              <a:ext cx="62234" cy="30708"/>
            </a:xfrm>
            <a:custGeom>
              <a:avLst/>
              <a:gdLst>
                <a:gd name="T0" fmla="*/ 35 w 37"/>
                <a:gd name="T1" fmla="*/ 3 h 18"/>
                <a:gd name="T2" fmla="*/ 35 w 37"/>
                <a:gd name="T3" fmla="*/ 4 h 18"/>
                <a:gd name="T4" fmla="*/ 27 w 37"/>
                <a:gd name="T5" fmla="*/ 4 h 18"/>
                <a:gd name="T6" fmla="*/ 27 w 37"/>
                <a:gd name="T7" fmla="*/ 3 h 18"/>
                <a:gd name="T8" fmla="*/ 35 w 37"/>
                <a:gd name="T9" fmla="*/ 3 h 18"/>
                <a:gd name="T10" fmla="*/ 24 w 37"/>
                <a:gd name="T11" fmla="*/ 3 h 18"/>
                <a:gd name="T12" fmla="*/ 24 w 37"/>
                <a:gd name="T13" fmla="*/ 4 h 18"/>
                <a:gd name="T14" fmla="*/ 16 w 37"/>
                <a:gd name="T15" fmla="*/ 4 h 18"/>
                <a:gd name="T16" fmla="*/ 16 w 37"/>
                <a:gd name="T17" fmla="*/ 3 h 18"/>
                <a:gd name="T18" fmla="*/ 24 w 37"/>
                <a:gd name="T19" fmla="*/ 3 h 18"/>
                <a:gd name="T20" fmla="*/ 3 w 37"/>
                <a:gd name="T21" fmla="*/ 3 h 18"/>
                <a:gd name="T22" fmla="*/ 13 w 37"/>
                <a:gd name="T23" fmla="*/ 3 h 18"/>
                <a:gd name="T24" fmla="*/ 13 w 37"/>
                <a:gd name="T25" fmla="*/ 4 h 18"/>
                <a:gd name="T26" fmla="*/ 4 w 37"/>
                <a:gd name="T27" fmla="*/ 4 h 18"/>
                <a:gd name="T28" fmla="*/ 0 w 37"/>
                <a:gd name="T29" fmla="*/ 16 h 18"/>
                <a:gd name="T30" fmla="*/ 2 w 37"/>
                <a:gd name="T31" fmla="*/ 18 h 18"/>
                <a:gd name="T32" fmla="*/ 37 w 37"/>
                <a:gd name="T33" fmla="*/ 18 h 18"/>
                <a:gd name="T34" fmla="*/ 37 w 37"/>
                <a:gd name="T35" fmla="*/ 1 h 18"/>
                <a:gd name="T36" fmla="*/ 36 w 37"/>
                <a:gd name="T37" fmla="*/ 0 h 18"/>
                <a:gd name="T38" fmla="*/ 5 w 37"/>
                <a:gd name="T39" fmla="*/ 0 h 18"/>
                <a:gd name="T40" fmla="*/ 3 w 37"/>
                <a:gd name="T41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18">
                  <a:moveTo>
                    <a:pt x="35" y="3"/>
                  </a:moveTo>
                  <a:cubicBezTo>
                    <a:pt x="35" y="4"/>
                    <a:pt x="35" y="4"/>
                    <a:pt x="35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35" y="3"/>
                    <a:pt x="35" y="3"/>
                    <a:pt x="35" y="3"/>
                  </a:cubicBezTo>
                  <a:close/>
                  <a:moveTo>
                    <a:pt x="24" y="3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24" y="3"/>
                    <a:pt x="24" y="3"/>
                    <a:pt x="24" y="3"/>
                  </a:cubicBezTo>
                  <a:close/>
                  <a:moveTo>
                    <a:pt x="3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0" y="13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0"/>
                    <a:pt x="37" y="0"/>
                    <a:pt x="3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3" y="1"/>
                    <a:pt x="3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3" name="îsliḍe"/>
            <p:cNvSpPr/>
            <p:nvPr/>
          </p:nvSpPr>
          <p:spPr bwMode="auto">
            <a:xfrm>
              <a:off x="10149430" y="804015"/>
              <a:ext cx="60187" cy="30708"/>
            </a:xfrm>
            <a:custGeom>
              <a:avLst/>
              <a:gdLst>
                <a:gd name="T0" fmla="*/ 13 w 36"/>
                <a:gd name="T1" fmla="*/ 3 h 18"/>
                <a:gd name="T2" fmla="*/ 20 w 36"/>
                <a:gd name="T3" fmla="*/ 3 h 18"/>
                <a:gd name="T4" fmla="*/ 20 w 36"/>
                <a:gd name="T5" fmla="*/ 4 h 18"/>
                <a:gd name="T6" fmla="*/ 13 w 36"/>
                <a:gd name="T7" fmla="*/ 4 h 18"/>
                <a:gd name="T8" fmla="*/ 13 w 36"/>
                <a:gd name="T9" fmla="*/ 3 h 18"/>
                <a:gd name="T10" fmla="*/ 2 w 36"/>
                <a:gd name="T11" fmla="*/ 3 h 18"/>
                <a:gd name="T12" fmla="*/ 10 w 36"/>
                <a:gd name="T13" fmla="*/ 3 h 18"/>
                <a:gd name="T14" fmla="*/ 10 w 36"/>
                <a:gd name="T15" fmla="*/ 4 h 18"/>
                <a:gd name="T16" fmla="*/ 2 w 36"/>
                <a:gd name="T17" fmla="*/ 4 h 18"/>
                <a:gd name="T18" fmla="*/ 2 w 36"/>
                <a:gd name="T19" fmla="*/ 3 h 18"/>
                <a:gd name="T20" fmla="*/ 0 w 36"/>
                <a:gd name="T21" fmla="*/ 18 h 18"/>
                <a:gd name="T22" fmla="*/ 36 w 36"/>
                <a:gd name="T23" fmla="*/ 18 h 18"/>
                <a:gd name="T24" fmla="*/ 36 w 36"/>
                <a:gd name="T25" fmla="*/ 14 h 18"/>
                <a:gd name="T26" fmla="*/ 32 w 36"/>
                <a:gd name="T27" fmla="*/ 4 h 18"/>
                <a:gd name="T28" fmla="*/ 23 w 36"/>
                <a:gd name="T29" fmla="*/ 4 h 18"/>
                <a:gd name="T30" fmla="*/ 23 w 36"/>
                <a:gd name="T31" fmla="*/ 3 h 18"/>
                <a:gd name="T32" fmla="*/ 33 w 36"/>
                <a:gd name="T33" fmla="*/ 3 h 18"/>
                <a:gd name="T34" fmla="*/ 32 w 36"/>
                <a:gd name="T35" fmla="*/ 0 h 18"/>
                <a:gd name="T36" fmla="*/ 0 w 36"/>
                <a:gd name="T37" fmla="*/ 0 h 18"/>
                <a:gd name="T38" fmla="*/ 0 w 36"/>
                <a:gd name="T3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" h="18">
                  <a:moveTo>
                    <a:pt x="13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lose/>
                  <a:moveTo>
                    <a:pt x="2" y="3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lose/>
                  <a:moveTo>
                    <a:pt x="0" y="18"/>
                  </a:moveTo>
                  <a:cubicBezTo>
                    <a:pt x="36" y="18"/>
                    <a:pt x="36" y="18"/>
                    <a:pt x="36" y="18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2"/>
                    <a:pt x="34" y="4"/>
                    <a:pt x="3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1"/>
                    <a:pt x="33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4" name="îṡḷiďe"/>
            <p:cNvSpPr/>
            <p:nvPr/>
          </p:nvSpPr>
          <p:spPr bwMode="auto">
            <a:xfrm>
              <a:off x="10018411" y="675452"/>
              <a:ext cx="110548" cy="56092"/>
            </a:xfrm>
            <a:custGeom>
              <a:avLst/>
              <a:gdLst>
                <a:gd name="T0" fmla="*/ 26 w 66"/>
                <a:gd name="T1" fmla="*/ 19 h 33"/>
                <a:gd name="T2" fmla="*/ 20 w 66"/>
                <a:gd name="T3" fmla="*/ 16 h 33"/>
                <a:gd name="T4" fmla="*/ 0 w 66"/>
                <a:gd name="T5" fmla="*/ 33 h 33"/>
                <a:gd name="T6" fmla="*/ 11 w 66"/>
                <a:gd name="T7" fmla="*/ 28 h 33"/>
                <a:gd name="T8" fmla="*/ 20 w 66"/>
                <a:gd name="T9" fmla="*/ 21 h 33"/>
                <a:gd name="T10" fmla="*/ 26 w 66"/>
                <a:gd name="T11" fmla="*/ 26 h 33"/>
                <a:gd name="T12" fmla="*/ 39 w 66"/>
                <a:gd name="T13" fmla="*/ 9 h 33"/>
                <a:gd name="T14" fmla="*/ 40 w 66"/>
                <a:gd name="T15" fmla="*/ 9 h 33"/>
                <a:gd name="T16" fmla="*/ 47 w 66"/>
                <a:gd name="T17" fmla="*/ 17 h 33"/>
                <a:gd name="T18" fmla="*/ 50 w 66"/>
                <a:gd name="T19" fmla="*/ 16 h 33"/>
                <a:gd name="T20" fmla="*/ 66 w 66"/>
                <a:gd name="T21" fmla="*/ 32 h 33"/>
                <a:gd name="T22" fmla="*/ 58 w 66"/>
                <a:gd name="T23" fmla="*/ 20 h 33"/>
                <a:gd name="T24" fmla="*/ 51 w 66"/>
                <a:gd name="T25" fmla="*/ 7 h 33"/>
                <a:gd name="T26" fmla="*/ 51 w 66"/>
                <a:gd name="T27" fmla="*/ 7 h 33"/>
                <a:gd name="T28" fmla="*/ 47 w 66"/>
                <a:gd name="T29" fmla="*/ 11 h 33"/>
                <a:gd name="T30" fmla="*/ 39 w 66"/>
                <a:gd name="T31" fmla="*/ 0 h 33"/>
                <a:gd name="T32" fmla="*/ 26 w 66"/>
                <a:gd name="T33" fmla="*/ 1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3">
                  <a:moveTo>
                    <a:pt x="26" y="19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19" y="21"/>
                    <a:pt x="4" y="29"/>
                    <a:pt x="0" y="33"/>
                  </a:cubicBezTo>
                  <a:cubicBezTo>
                    <a:pt x="5" y="31"/>
                    <a:pt x="7" y="30"/>
                    <a:pt x="11" y="28"/>
                  </a:cubicBezTo>
                  <a:cubicBezTo>
                    <a:pt x="16" y="26"/>
                    <a:pt x="17" y="23"/>
                    <a:pt x="20" y="21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30" y="24"/>
                    <a:pt x="38" y="14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11"/>
                    <a:pt x="45" y="17"/>
                    <a:pt x="47" y="17"/>
                  </a:cubicBezTo>
                  <a:cubicBezTo>
                    <a:pt x="48" y="17"/>
                    <a:pt x="49" y="17"/>
                    <a:pt x="50" y="16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30"/>
                    <a:pt x="60" y="22"/>
                    <a:pt x="58" y="20"/>
                  </a:cubicBezTo>
                  <a:cubicBezTo>
                    <a:pt x="57" y="18"/>
                    <a:pt x="52" y="9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6" y="7"/>
                    <a:pt x="33" y="15"/>
                    <a:pt x="26" y="19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" name="î$ḻïḍé"/>
            <p:cNvSpPr/>
            <p:nvPr/>
          </p:nvSpPr>
          <p:spPr bwMode="auto">
            <a:xfrm>
              <a:off x="10228042" y="841273"/>
              <a:ext cx="48722" cy="56092"/>
            </a:xfrm>
            <a:custGeom>
              <a:avLst/>
              <a:gdLst>
                <a:gd name="T0" fmla="*/ 10 w 29"/>
                <a:gd name="T1" fmla="*/ 4 h 33"/>
                <a:gd name="T2" fmla="*/ 18 w 29"/>
                <a:gd name="T3" fmla="*/ 10 h 33"/>
                <a:gd name="T4" fmla="*/ 8 w 29"/>
                <a:gd name="T5" fmla="*/ 11 h 33"/>
                <a:gd name="T6" fmla="*/ 0 w 29"/>
                <a:gd name="T7" fmla="*/ 28 h 33"/>
                <a:gd name="T8" fmla="*/ 3 w 29"/>
                <a:gd name="T9" fmla="*/ 30 h 33"/>
                <a:gd name="T10" fmla="*/ 5 w 29"/>
                <a:gd name="T11" fmla="*/ 25 h 33"/>
                <a:gd name="T12" fmla="*/ 21 w 29"/>
                <a:gd name="T13" fmla="*/ 33 h 33"/>
                <a:gd name="T14" fmla="*/ 22 w 29"/>
                <a:gd name="T15" fmla="*/ 29 h 33"/>
                <a:gd name="T16" fmla="*/ 7 w 29"/>
                <a:gd name="T17" fmla="*/ 21 h 33"/>
                <a:gd name="T18" fmla="*/ 8 w 29"/>
                <a:gd name="T19" fmla="*/ 21 h 33"/>
                <a:gd name="T20" fmla="*/ 10 w 29"/>
                <a:gd name="T21" fmla="*/ 17 h 33"/>
                <a:gd name="T22" fmla="*/ 8 w 29"/>
                <a:gd name="T23" fmla="*/ 15 h 33"/>
                <a:gd name="T24" fmla="*/ 21 w 29"/>
                <a:gd name="T25" fmla="*/ 14 h 33"/>
                <a:gd name="T26" fmla="*/ 28 w 29"/>
                <a:gd name="T27" fmla="*/ 16 h 33"/>
                <a:gd name="T28" fmla="*/ 29 w 29"/>
                <a:gd name="T29" fmla="*/ 13 h 33"/>
                <a:gd name="T30" fmla="*/ 24 w 29"/>
                <a:gd name="T31" fmla="*/ 10 h 33"/>
                <a:gd name="T32" fmla="*/ 19 w 29"/>
                <a:gd name="T33" fmla="*/ 7 h 33"/>
                <a:gd name="T34" fmla="*/ 12 w 29"/>
                <a:gd name="T35" fmla="*/ 0 h 33"/>
                <a:gd name="T36" fmla="*/ 10 w 29"/>
                <a:gd name="T37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33">
                  <a:moveTo>
                    <a:pt x="10" y="4"/>
                  </a:moveTo>
                  <a:cubicBezTo>
                    <a:pt x="18" y="10"/>
                    <a:pt x="18" y="10"/>
                    <a:pt x="18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7" y="12"/>
                    <a:pt x="0" y="28"/>
                    <a:pt x="0" y="28"/>
                  </a:cubicBezTo>
                  <a:cubicBezTo>
                    <a:pt x="0" y="29"/>
                    <a:pt x="2" y="29"/>
                    <a:pt x="3" y="30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7" y="16"/>
                    <a:pt x="28" y="16"/>
                  </a:cubicBezTo>
                  <a:cubicBezTo>
                    <a:pt x="28" y="15"/>
                    <a:pt x="29" y="14"/>
                    <a:pt x="29" y="13"/>
                  </a:cubicBezTo>
                  <a:cubicBezTo>
                    <a:pt x="29" y="12"/>
                    <a:pt x="25" y="11"/>
                    <a:pt x="24" y="10"/>
                  </a:cubicBezTo>
                  <a:cubicBezTo>
                    <a:pt x="21" y="9"/>
                    <a:pt x="22" y="10"/>
                    <a:pt x="19" y="7"/>
                  </a:cubicBezTo>
                  <a:cubicBezTo>
                    <a:pt x="17" y="6"/>
                    <a:pt x="14" y="1"/>
                    <a:pt x="12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" name="iṩḻîḍè"/>
            <p:cNvSpPr/>
            <p:nvPr/>
          </p:nvSpPr>
          <p:spPr bwMode="auto">
            <a:xfrm>
              <a:off x="9959453" y="579236"/>
              <a:ext cx="85572" cy="38897"/>
            </a:xfrm>
            <a:custGeom>
              <a:avLst/>
              <a:gdLst>
                <a:gd name="T0" fmla="*/ 48 w 51"/>
                <a:gd name="T1" fmla="*/ 2 h 23"/>
                <a:gd name="T2" fmla="*/ 49 w 51"/>
                <a:gd name="T3" fmla="*/ 5 h 23"/>
                <a:gd name="T4" fmla="*/ 48 w 51"/>
                <a:gd name="T5" fmla="*/ 5 h 23"/>
                <a:gd name="T6" fmla="*/ 45 w 51"/>
                <a:gd name="T7" fmla="*/ 3 h 23"/>
                <a:gd name="T8" fmla="*/ 45 w 51"/>
                <a:gd name="T9" fmla="*/ 5 h 23"/>
                <a:gd name="T10" fmla="*/ 44 w 51"/>
                <a:gd name="T11" fmla="*/ 6 h 23"/>
                <a:gd name="T12" fmla="*/ 41 w 51"/>
                <a:gd name="T13" fmla="*/ 4 h 23"/>
                <a:gd name="T14" fmla="*/ 36 w 51"/>
                <a:gd name="T15" fmla="*/ 8 h 23"/>
                <a:gd name="T16" fmla="*/ 33 w 51"/>
                <a:gd name="T17" fmla="*/ 6 h 23"/>
                <a:gd name="T18" fmla="*/ 33 w 51"/>
                <a:gd name="T19" fmla="*/ 8 h 23"/>
                <a:gd name="T20" fmla="*/ 30 w 51"/>
                <a:gd name="T21" fmla="*/ 10 h 23"/>
                <a:gd name="T22" fmla="*/ 28 w 51"/>
                <a:gd name="T23" fmla="*/ 10 h 23"/>
                <a:gd name="T24" fmla="*/ 25 w 51"/>
                <a:gd name="T25" fmla="*/ 9 h 23"/>
                <a:gd name="T26" fmla="*/ 25 w 51"/>
                <a:gd name="T27" fmla="*/ 10 h 23"/>
                <a:gd name="T28" fmla="*/ 22 w 51"/>
                <a:gd name="T29" fmla="*/ 13 h 23"/>
                <a:gd name="T30" fmla="*/ 21 w 51"/>
                <a:gd name="T31" fmla="*/ 9 h 23"/>
                <a:gd name="T32" fmla="*/ 12 w 51"/>
                <a:gd name="T33" fmla="*/ 10 h 23"/>
                <a:gd name="T34" fmla="*/ 11 w 51"/>
                <a:gd name="T35" fmla="*/ 14 h 23"/>
                <a:gd name="T36" fmla="*/ 11 w 51"/>
                <a:gd name="T37" fmla="*/ 15 h 23"/>
                <a:gd name="T38" fmla="*/ 15 w 51"/>
                <a:gd name="T39" fmla="*/ 13 h 23"/>
                <a:gd name="T40" fmla="*/ 17 w 51"/>
                <a:gd name="T41" fmla="*/ 13 h 23"/>
                <a:gd name="T42" fmla="*/ 8 w 51"/>
                <a:gd name="T43" fmla="*/ 20 h 23"/>
                <a:gd name="T44" fmla="*/ 0 w 51"/>
                <a:gd name="T45" fmla="*/ 9 h 23"/>
                <a:gd name="T46" fmla="*/ 0 w 51"/>
                <a:gd name="T47" fmla="*/ 10 h 23"/>
                <a:gd name="T48" fmla="*/ 0 w 51"/>
                <a:gd name="T49" fmla="*/ 12 h 23"/>
                <a:gd name="T50" fmla="*/ 9 w 51"/>
                <a:gd name="T51" fmla="*/ 23 h 23"/>
                <a:gd name="T52" fmla="*/ 15 w 51"/>
                <a:gd name="T53" fmla="*/ 20 h 23"/>
                <a:gd name="T54" fmla="*/ 19 w 51"/>
                <a:gd name="T55" fmla="*/ 14 h 23"/>
                <a:gd name="T56" fmla="*/ 22 w 51"/>
                <a:gd name="T57" fmla="*/ 16 h 23"/>
                <a:gd name="T58" fmla="*/ 27 w 51"/>
                <a:gd name="T59" fmla="*/ 13 h 23"/>
                <a:gd name="T60" fmla="*/ 34 w 51"/>
                <a:gd name="T61" fmla="*/ 10 h 23"/>
                <a:gd name="T62" fmla="*/ 36 w 51"/>
                <a:gd name="T63" fmla="*/ 11 h 23"/>
                <a:gd name="T64" fmla="*/ 42 w 51"/>
                <a:gd name="T65" fmla="*/ 8 h 23"/>
                <a:gd name="T66" fmla="*/ 44 w 51"/>
                <a:gd name="T67" fmla="*/ 9 h 23"/>
                <a:gd name="T68" fmla="*/ 46 w 51"/>
                <a:gd name="T69" fmla="*/ 7 h 23"/>
                <a:gd name="T70" fmla="*/ 48 w 51"/>
                <a:gd name="T71" fmla="*/ 8 h 23"/>
                <a:gd name="T72" fmla="*/ 49 w 51"/>
                <a:gd name="T73" fmla="*/ 8 h 23"/>
                <a:gd name="T74" fmla="*/ 51 w 51"/>
                <a:gd name="T75" fmla="*/ 6 h 23"/>
                <a:gd name="T76" fmla="*/ 51 w 51"/>
                <a:gd name="T77" fmla="*/ 5 h 23"/>
                <a:gd name="T78" fmla="*/ 48 w 51"/>
                <a:gd name="T79" fmla="*/ 0 h 23"/>
                <a:gd name="T80" fmla="*/ 48 w 51"/>
                <a:gd name="T8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" h="23">
                  <a:moveTo>
                    <a:pt x="48" y="2"/>
                  </a:moveTo>
                  <a:cubicBezTo>
                    <a:pt x="48" y="3"/>
                    <a:pt x="49" y="4"/>
                    <a:pt x="49" y="5"/>
                  </a:cubicBezTo>
                  <a:cubicBezTo>
                    <a:pt x="49" y="5"/>
                    <a:pt x="49" y="5"/>
                    <a:pt x="48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6"/>
                    <a:pt x="45" y="5"/>
                    <a:pt x="44" y="6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8"/>
                    <a:pt x="38" y="6"/>
                    <a:pt x="36" y="8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0" y="10"/>
                    <a:pt x="30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7" y="9"/>
                    <a:pt x="25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2"/>
                    <a:pt x="23" y="12"/>
                    <a:pt x="22" y="13"/>
                  </a:cubicBezTo>
                  <a:cubicBezTo>
                    <a:pt x="19" y="14"/>
                    <a:pt x="21" y="11"/>
                    <a:pt x="21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3" y="14"/>
                    <a:pt x="13" y="13"/>
                    <a:pt x="15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6"/>
                    <a:pt x="10" y="20"/>
                    <a:pt x="8" y="20"/>
                  </a:cubicBezTo>
                  <a:cubicBezTo>
                    <a:pt x="7" y="20"/>
                    <a:pt x="2" y="10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7" y="23"/>
                    <a:pt x="9" y="23"/>
                  </a:cubicBezTo>
                  <a:cubicBezTo>
                    <a:pt x="10" y="23"/>
                    <a:pt x="14" y="20"/>
                    <a:pt x="15" y="20"/>
                  </a:cubicBezTo>
                  <a:cubicBezTo>
                    <a:pt x="18" y="18"/>
                    <a:pt x="18" y="17"/>
                    <a:pt x="19" y="14"/>
                  </a:cubicBezTo>
                  <a:cubicBezTo>
                    <a:pt x="20" y="15"/>
                    <a:pt x="20" y="16"/>
                    <a:pt x="22" y="16"/>
                  </a:cubicBezTo>
                  <a:cubicBezTo>
                    <a:pt x="25" y="16"/>
                    <a:pt x="26" y="15"/>
                    <a:pt x="27" y="13"/>
                  </a:cubicBezTo>
                  <a:cubicBezTo>
                    <a:pt x="29" y="14"/>
                    <a:pt x="34" y="12"/>
                    <a:pt x="34" y="10"/>
                  </a:cubicBezTo>
                  <a:cubicBezTo>
                    <a:pt x="35" y="10"/>
                    <a:pt x="36" y="11"/>
                    <a:pt x="36" y="11"/>
                  </a:cubicBezTo>
                  <a:cubicBezTo>
                    <a:pt x="38" y="11"/>
                    <a:pt x="41" y="9"/>
                    <a:pt x="42" y="8"/>
                  </a:cubicBezTo>
                  <a:cubicBezTo>
                    <a:pt x="42" y="8"/>
                    <a:pt x="43" y="9"/>
                    <a:pt x="44" y="9"/>
                  </a:cubicBezTo>
                  <a:cubicBezTo>
                    <a:pt x="45" y="9"/>
                    <a:pt x="45" y="8"/>
                    <a:pt x="46" y="7"/>
                  </a:cubicBezTo>
                  <a:cubicBezTo>
                    <a:pt x="47" y="8"/>
                    <a:pt x="47" y="8"/>
                    <a:pt x="4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1" y="7"/>
                    <a:pt x="51" y="6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3"/>
                    <a:pt x="50" y="1"/>
                    <a:pt x="48" y="0"/>
                  </a:cubicBezTo>
                  <a:cubicBezTo>
                    <a:pt x="48" y="1"/>
                    <a:pt x="48" y="1"/>
                    <a:pt x="48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" name="îṩļîḍe"/>
            <p:cNvSpPr/>
            <p:nvPr/>
          </p:nvSpPr>
          <p:spPr bwMode="auto">
            <a:xfrm>
              <a:off x="9872243" y="715987"/>
              <a:ext cx="21700" cy="98265"/>
            </a:xfrm>
            <a:custGeom>
              <a:avLst/>
              <a:gdLst>
                <a:gd name="T0" fmla="*/ 8 w 13"/>
                <a:gd name="T1" fmla="*/ 2 h 58"/>
                <a:gd name="T2" fmla="*/ 10 w 13"/>
                <a:gd name="T3" fmla="*/ 2 h 58"/>
                <a:gd name="T4" fmla="*/ 6 w 13"/>
                <a:gd name="T5" fmla="*/ 5 h 58"/>
                <a:gd name="T6" fmla="*/ 9 w 13"/>
                <a:gd name="T7" fmla="*/ 7 h 58"/>
                <a:gd name="T8" fmla="*/ 8 w 13"/>
                <a:gd name="T9" fmla="*/ 8 h 58"/>
                <a:gd name="T10" fmla="*/ 5 w 13"/>
                <a:gd name="T11" fmla="*/ 8 h 58"/>
                <a:gd name="T12" fmla="*/ 7 w 13"/>
                <a:gd name="T13" fmla="*/ 11 h 58"/>
                <a:gd name="T14" fmla="*/ 3 w 13"/>
                <a:gd name="T15" fmla="*/ 16 h 58"/>
                <a:gd name="T16" fmla="*/ 3 w 13"/>
                <a:gd name="T17" fmla="*/ 16 h 58"/>
                <a:gd name="T18" fmla="*/ 5 w 13"/>
                <a:gd name="T19" fmla="*/ 18 h 58"/>
                <a:gd name="T20" fmla="*/ 4 w 13"/>
                <a:gd name="T21" fmla="*/ 23 h 58"/>
                <a:gd name="T22" fmla="*/ 1 w 13"/>
                <a:gd name="T23" fmla="*/ 24 h 58"/>
                <a:gd name="T24" fmla="*/ 4 w 13"/>
                <a:gd name="T25" fmla="*/ 27 h 58"/>
                <a:gd name="T26" fmla="*/ 3 w 13"/>
                <a:gd name="T27" fmla="*/ 31 h 58"/>
                <a:gd name="T28" fmla="*/ 0 w 13"/>
                <a:gd name="T29" fmla="*/ 33 h 58"/>
                <a:gd name="T30" fmla="*/ 1 w 13"/>
                <a:gd name="T31" fmla="*/ 33 h 58"/>
                <a:gd name="T32" fmla="*/ 3 w 13"/>
                <a:gd name="T33" fmla="*/ 35 h 58"/>
                <a:gd name="T34" fmla="*/ 3 w 13"/>
                <a:gd name="T35" fmla="*/ 38 h 58"/>
                <a:gd name="T36" fmla="*/ 0 w 13"/>
                <a:gd name="T37" fmla="*/ 41 h 58"/>
                <a:gd name="T38" fmla="*/ 3 w 13"/>
                <a:gd name="T39" fmla="*/ 44 h 58"/>
                <a:gd name="T40" fmla="*/ 3 w 13"/>
                <a:gd name="T41" fmla="*/ 46 h 58"/>
                <a:gd name="T42" fmla="*/ 3 w 13"/>
                <a:gd name="T43" fmla="*/ 47 h 58"/>
                <a:gd name="T44" fmla="*/ 7 w 13"/>
                <a:gd name="T45" fmla="*/ 50 h 58"/>
                <a:gd name="T46" fmla="*/ 9 w 13"/>
                <a:gd name="T47" fmla="*/ 49 h 58"/>
                <a:gd name="T48" fmla="*/ 9 w 13"/>
                <a:gd name="T49" fmla="*/ 47 h 58"/>
                <a:gd name="T50" fmla="*/ 10 w 13"/>
                <a:gd name="T51" fmla="*/ 50 h 58"/>
                <a:gd name="T52" fmla="*/ 10 w 13"/>
                <a:gd name="T53" fmla="*/ 54 h 58"/>
                <a:gd name="T54" fmla="*/ 4 w 13"/>
                <a:gd name="T55" fmla="*/ 57 h 58"/>
                <a:gd name="T56" fmla="*/ 5 w 13"/>
                <a:gd name="T57" fmla="*/ 58 h 58"/>
                <a:gd name="T58" fmla="*/ 9 w 13"/>
                <a:gd name="T59" fmla="*/ 58 h 58"/>
                <a:gd name="T60" fmla="*/ 13 w 13"/>
                <a:gd name="T61" fmla="*/ 53 h 58"/>
                <a:gd name="T62" fmla="*/ 13 w 13"/>
                <a:gd name="T63" fmla="*/ 52 h 58"/>
                <a:gd name="T64" fmla="*/ 8 w 13"/>
                <a:gd name="T65" fmla="*/ 45 h 58"/>
                <a:gd name="T66" fmla="*/ 7 w 13"/>
                <a:gd name="T67" fmla="*/ 47 h 58"/>
                <a:gd name="T68" fmla="*/ 7 w 13"/>
                <a:gd name="T69" fmla="*/ 48 h 58"/>
                <a:gd name="T70" fmla="*/ 6 w 13"/>
                <a:gd name="T71" fmla="*/ 43 h 58"/>
                <a:gd name="T72" fmla="*/ 4 w 13"/>
                <a:gd name="T73" fmla="*/ 42 h 58"/>
                <a:gd name="T74" fmla="*/ 6 w 13"/>
                <a:gd name="T75" fmla="*/ 38 h 58"/>
                <a:gd name="T76" fmla="*/ 6 w 13"/>
                <a:gd name="T77" fmla="*/ 35 h 58"/>
                <a:gd name="T78" fmla="*/ 5 w 13"/>
                <a:gd name="T79" fmla="*/ 33 h 58"/>
                <a:gd name="T80" fmla="*/ 7 w 13"/>
                <a:gd name="T81" fmla="*/ 27 h 58"/>
                <a:gd name="T82" fmla="*/ 6 w 13"/>
                <a:gd name="T83" fmla="*/ 25 h 58"/>
                <a:gd name="T84" fmla="*/ 7 w 13"/>
                <a:gd name="T85" fmla="*/ 23 h 58"/>
                <a:gd name="T86" fmla="*/ 8 w 13"/>
                <a:gd name="T87" fmla="*/ 18 h 58"/>
                <a:gd name="T88" fmla="*/ 7 w 13"/>
                <a:gd name="T89" fmla="*/ 17 h 58"/>
                <a:gd name="T90" fmla="*/ 9 w 13"/>
                <a:gd name="T91" fmla="*/ 16 h 58"/>
                <a:gd name="T92" fmla="*/ 10 w 13"/>
                <a:gd name="T93" fmla="*/ 12 h 58"/>
                <a:gd name="T94" fmla="*/ 9 w 13"/>
                <a:gd name="T95" fmla="*/ 9 h 58"/>
                <a:gd name="T96" fmla="*/ 11 w 13"/>
                <a:gd name="T97" fmla="*/ 8 h 58"/>
                <a:gd name="T98" fmla="*/ 10 w 13"/>
                <a:gd name="T99" fmla="*/ 6 h 58"/>
                <a:gd name="T100" fmla="*/ 13 w 13"/>
                <a:gd name="T101" fmla="*/ 4 h 58"/>
                <a:gd name="T102" fmla="*/ 13 w 13"/>
                <a:gd name="T103" fmla="*/ 3 h 58"/>
                <a:gd name="T104" fmla="*/ 9 w 13"/>
                <a:gd name="T105" fmla="*/ 0 h 58"/>
                <a:gd name="T106" fmla="*/ 6 w 13"/>
                <a:gd name="T107" fmla="*/ 0 h 58"/>
                <a:gd name="T108" fmla="*/ 8 w 13"/>
                <a:gd name="T109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" h="58">
                  <a:moveTo>
                    <a:pt x="8" y="2"/>
                  </a:moveTo>
                  <a:cubicBezTo>
                    <a:pt x="10" y="2"/>
                    <a:pt x="10" y="2"/>
                    <a:pt x="10" y="2"/>
                  </a:cubicBezTo>
                  <a:cubicBezTo>
                    <a:pt x="10" y="5"/>
                    <a:pt x="9" y="3"/>
                    <a:pt x="6" y="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9"/>
                    <a:pt x="7" y="10"/>
                    <a:pt x="7" y="11"/>
                  </a:cubicBezTo>
                  <a:cubicBezTo>
                    <a:pt x="7" y="14"/>
                    <a:pt x="6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2" y="34"/>
                    <a:pt x="3" y="34"/>
                    <a:pt x="3" y="35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40"/>
                    <a:pt x="2" y="40"/>
                    <a:pt x="0" y="41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3" y="45"/>
                    <a:pt x="3" y="46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8"/>
                    <a:pt x="5" y="50"/>
                    <a:pt x="7" y="50"/>
                  </a:cubicBezTo>
                  <a:cubicBezTo>
                    <a:pt x="7" y="50"/>
                    <a:pt x="8" y="49"/>
                    <a:pt x="9" y="49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7"/>
                    <a:pt x="10" y="48"/>
                    <a:pt x="10" y="50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56"/>
                    <a:pt x="7" y="57"/>
                    <a:pt x="4" y="57"/>
                  </a:cubicBezTo>
                  <a:cubicBezTo>
                    <a:pt x="4" y="58"/>
                    <a:pt x="4" y="58"/>
                    <a:pt x="5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2" y="58"/>
                    <a:pt x="13" y="56"/>
                    <a:pt x="13" y="53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3" y="49"/>
                    <a:pt x="11" y="45"/>
                    <a:pt x="8" y="45"/>
                  </a:cubicBezTo>
                  <a:cubicBezTo>
                    <a:pt x="7" y="45"/>
                    <a:pt x="7" y="45"/>
                    <a:pt x="7" y="47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5" y="47"/>
                    <a:pt x="6" y="46"/>
                    <a:pt x="6" y="43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5" y="41"/>
                    <a:pt x="6" y="40"/>
                    <a:pt x="6" y="3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4"/>
                    <a:pt x="5" y="34"/>
                    <a:pt x="5" y="33"/>
                  </a:cubicBezTo>
                  <a:cubicBezTo>
                    <a:pt x="6" y="32"/>
                    <a:pt x="7" y="30"/>
                    <a:pt x="7" y="27"/>
                  </a:cubicBezTo>
                  <a:cubicBezTo>
                    <a:pt x="7" y="26"/>
                    <a:pt x="6" y="26"/>
                    <a:pt x="6" y="25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3"/>
                    <a:pt x="10" y="13"/>
                    <a:pt x="10" y="12"/>
                  </a:cubicBezTo>
                  <a:cubicBezTo>
                    <a:pt x="10" y="10"/>
                    <a:pt x="9" y="11"/>
                    <a:pt x="9" y="9"/>
                  </a:cubicBezTo>
                  <a:cubicBezTo>
                    <a:pt x="10" y="9"/>
                    <a:pt x="11" y="10"/>
                    <a:pt x="11" y="8"/>
                  </a:cubicBezTo>
                  <a:cubicBezTo>
                    <a:pt x="11" y="7"/>
                    <a:pt x="11" y="8"/>
                    <a:pt x="10" y="6"/>
                  </a:cubicBezTo>
                  <a:cubicBezTo>
                    <a:pt x="12" y="6"/>
                    <a:pt x="13" y="5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0" y="0"/>
                    <a:pt x="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7" y="2"/>
                    <a:pt x="8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" name="íṥlíḑe"/>
            <p:cNvSpPr/>
            <p:nvPr/>
          </p:nvSpPr>
          <p:spPr bwMode="auto">
            <a:xfrm>
              <a:off x="10011451" y="963285"/>
              <a:ext cx="30299" cy="37259"/>
            </a:xfrm>
            <a:custGeom>
              <a:avLst/>
              <a:gdLst>
                <a:gd name="T0" fmla="*/ 4 w 18"/>
                <a:gd name="T1" fmla="*/ 11 h 22"/>
                <a:gd name="T2" fmla="*/ 10 w 18"/>
                <a:gd name="T3" fmla="*/ 3 h 22"/>
                <a:gd name="T4" fmla="*/ 14 w 18"/>
                <a:gd name="T5" fmla="*/ 6 h 22"/>
                <a:gd name="T6" fmla="*/ 14 w 18"/>
                <a:gd name="T7" fmla="*/ 8 h 22"/>
                <a:gd name="T8" fmla="*/ 18 w 18"/>
                <a:gd name="T9" fmla="*/ 9 h 22"/>
                <a:gd name="T10" fmla="*/ 18 w 18"/>
                <a:gd name="T11" fmla="*/ 7 h 22"/>
                <a:gd name="T12" fmla="*/ 11 w 18"/>
                <a:gd name="T13" fmla="*/ 0 h 22"/>
                <a:gd name="T14" fmla="*/ 9 w 18"/>
                <a:gd name="T15" fmla="*/ 0 h 22"/>
                <a:gd name="T16" fmla="*/ 0 w 18"/>
                <a:gd name="T17" fmla="*/ 11 h 22"/>
                <a:gd name="T18" fmla="*/ 0 w 18"/>
                <a:gd name="T19" fmla="*/ 13 h 22"/>
                <a:gd name="T20" fmla="*/ 8 w 18"/>
                <a:gd name="T21" fmla="*/ 21 h 22"/>
                <a:gd name="T22" fmla="*/ 8 w 18"/>
                <a:gd name="T23" fmla="*/ 21 h 22"/>
                <a:gd name="T24" fmla="*/ 12 w 18"/>
                <a:gd name="T25" fmla="*/ 19 h 22"/>
                <a:gd name="T26" fmla="*/ 12 w 18"/>
                <a:gd name="T27" fmla="*/ 22 h 22"/>
                <a:gd name="T28" fmla="*/ 14 w 18"/>
                <a:gd name="T29" fmla="*/ 22 h 22"/>
                <a:gd name="T30" fmla="*/ 17 w 18"/>
                <a:gd name="T31" fmla="*/ 11 h 22"/>
                <a:gd name="T32" fmla="*/ 10 w 18"/>
                <a:gd name="T33" fmla="*/ 9 h 22"/>
                <a:gd name="T34" fmla="*/ 9 w 18"/>
                <a:gd name="T35" fmla="*/ 13 h 22"/>
                <a:gd name="T36" fmla="*/ 13 w 18"/>
                <a:gd name="T37" fmla="*/ 14 h 22"/>
                <a:gd name="T38" fmla="*/ 9 w 18"/>
                <a:gd name="T39" fmla="*/ 17 h 22"/>
                <a:gd name="T40" fmla="*/ 4 w 18"/>
                <a:gd name="T41" fmla="*/ 12 h 22"/>
                <a:gd name="T42" fmla="*/ 4 w 18"/>
                <a:gd name="T4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22">
                  <a:moveTo>
                    <a:pt x="4" y="11"/>
                  </a:moveTo>
                  <a:cubicBezTo>
                    <a:pt x="4" y="8"/>
                    <a:pt x="7" y="3"/>
                    <a:pt x="10" y="3"/>
                  </a:cubicBezTo>
                  <a:cubicBezTo>
                    <a:pt x="12" y="3"/>
                    <a:pt x="14" y="5"/>
                    <a:pt x="14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3"/>
                    <a:pt x="14" y="0"/>
                    <a:pt x="1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6"/>
                    <a:pt x="0" y="1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4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0" y="21"/>
                    <a:pt x="11" y="20"/>
                    <a:pt x="12" y="19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6"/>
                    <a:pt x="11" y="17"/>
                    <a:pt x="9" y="17"/>
                  </a:cubicBezTo>
                  <a:cubicBezTo>
                    <a:pt x="6" y="17"/>
                    <a:pt x="4" y="15"/>
                    <a:pt x="4" y="12"/>
                  </a:cubicBezTo>
                  <a:lnTo>
                    <a:pt x="4" y="1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" name="îsļïdè"/>
            <p:cNvSpPr/>
            <p:nvPr/>
          </p:nvSpPr>
          <p:spPr bwMode="auto">
            <a:xfrm>
              <a:off x="9899265" y="885493"/>
              <a:ext cx="41762" cy="40535"/>
            </a:xfrm>
            <a:custGeom>
              <a:avLst/>
              <a:gdLst>
                <a:gd name="T0" fmla="*/ 14 w 25"/>
                <a:gd name="T1" fmla="*/ 8 h 24"/>
                <a:gd name="T2" fmla="*/ 14 w 25"/>
                <a:gd name="T3" fmla="*/ 8 h 24"/>
                <a:gd name="T4" fmla="*/ 12 w 25"/>
                <a:gd name="T5" fmla="*/ 17 h 24"/>
                <a:gd name="T6" fmla="*/ 20 w 25"/>
                <a:gd name="T7" fmla="*/ 3 h 24"/>
                <a:gd name="T8" fmla="*/ 17 w 25"/>
                <a:gd name="T9" fmla="*/ 0 h 24"/>
                <a:gd name="T10" fmla="*/ 0 w 25"/>
                <a:gd name="T11" fmla="*/ 12 h 24"/>
                <a:gd name="T12" fmla="*/ 2 w 25"/>
                <a:gd name="T13" fmla="*/ 15 h 24"/>
                <a:gd name="T14" fmla="*/ 13 w 25"/>
                <a:gd name="T15" fmla="*/ 7 h 24"/>
                <a:gd name="T16" fmla="*/ 13 w 25"/>
                <a:gd name="T17" fmla="*/ 8 h 24"/>
                <a:gd name="T18" fmla="*/ 7 w 25"/>
                <a:gd name="T19" fmla="*/ 21 h 24"/>
                <a:gd name="T20" fmla="*/ 9 w 25"/>
                <a:gd name="T21" fmla="*/ 24 h 24"/>
                <a:gd name="T22" fmla="*/ 25 w 25"/>
                <a:gd name="T23" fmla="*/ 12 h 24"/>
                <a:gd name="T24" fmla="*/ 24 w 25"/>
                <a:gd name="T25" fmla="*/ 9 h 24"/>
                <a:gd name="T26" fmla="*/ 12 w 25"/>
                <a:gd name="T27" fmla="*/ 1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24">
                  <a:moveTo>
                    <a:pt x="14" y="8"/>
                  </a:moveTo>
                  <a:cubicBezTo>
                    <a:pt x="13" y="8"/>
                    <a:pt x="14" y="7"/>
                    <a:pt x="14" y="8"/>
                  </a:cubicBezTo>
                  <a:close/>
                  <a:moveTo>
                    <a:pt x="12" y="17"/>
                  </a:moveTo>
                  <a:cubicBezTo>
                    <a:pt x="13" y="15"/>
                    <a:pt x="20" y="4"/>
                    <a:pt x="20" y="3"/>
                  </a:cubicBezTo>
                  <a:cubicBezTo>
                    <a:pt x="20" y="3"/>
                    <a:pt x="18" y="0"/>
                    <a:pt x="17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4" y="9"/>
                    <a:pt x="24" y="9"/>
                    <a:pt x="24" y="9"/>
                  </a:cubicBezTo>
                  <a:lnTo>
                    <a:pt x="12" y="17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" name="íṣľïḋé"/>
            <p:cNvSpPr/>
            <p:nvPr/>
          </p:nvSpPr>
          <p:spPr bwMode="auto">
            <a:xfrm>
              <a:off x="9977877" y="948136"/>
              <a:ext cx="37259" cy="42172"/>
            </a:xfrm>
            <a:custGeom>
              <a:avLst/>
              <a:gdLst>
                <a:gd name="T0" fmla="*/ 22 w 22"/>
                <a:gd name="T1" fmla="*/ 6 h 25"/>
                <a:gd name="T2" fmla="*/ 18 w 22"/>
                <a:gd name="T3" fmla="*/ 5 h 25"/>
                <a:gd name="T4" fmla="*/ 13 w 22"/>
                <a:gd name="T5" fmla="*/ 18 h 25"/>
                <a:gd name="T6" fmla="*/ 12 w 22"/>
                <a:gd name="T7" fmla="*/ 2 h 25"/>
                <a:gd name="T8" fmla="*/ 9 w 22"/>
                <a:gd name="T9" fmla="*/ 0 h 25"/>
                <a:gd name="T10" fmla="*/ 0 w 22"/>
                <a:gd name="T11" fmla="*/ 19 h 25"/>
                <a:gd name="T12" fmla="*/ 3 w 22"/>
                <a:gd name="T13" fmla="*/ 20 h 25"/>
                <a:gd name="T14" fmla="*/ 9 w 22"/>
                <a:gd name="T15" fmla="*/ 8 h 25"/>
                <a:gd name="T16" fmla="*/ 10 w 22"/>
                <a:gd name="T17" fmla="*/ 24 h 25"/>
                <a:gd name="T18" fmla="*/ 13 w 22"/>
                <a:gd name="T19" fmla="*/ 25 h 25"/>
                <a:gd name="T20" fmla="*/ 22 w 22"/>
                <a:gd name="T21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25">
                  <a:moveTo>
                    <a:pt x="22" y="6"/>
                  </a:moveTo>
                  <a:cubicBezTo>
                    <a:pt x="18" y="5"/>
                    <a:pt x="18" y="5"/>
                    <a:pt x="18" y="5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9" y="0"/>
                    <a:pt x="9" y="0"/>
                  </a:cubicBezTo>
                  <a:cubicBezTo>
                    <a:pt x="8" y="0"/>
                    <a:pt x="0" y="17"/>
                    <a:pt x="0" y="19"/>
                  </a:cubicBezTo>
                  <a:cubicBezTo>
                    <a:pt x="1" y="19"/>
                    <a:pt x="2" y="20"/>
                    <a:pt x="3" y="20"/>
                  </a:cubicBezTo>
                  <a:cubicBezTo>
                    <a:pt x="4" y="20"/>
                    <a:pt x="8" y="9"/>
                    <a:pt x="9" y="8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2" y="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" name="îšḷîḋè"/>
            <p:cNvSpPr/>
            <p:nvPr/>
          </p:nvSpPr>
          <p:spPr bwMode="auto">
            <a:xfrm>
              <a:off x="10099070" y="961648"/>
              <a:ext cx="29889" cy="42172"/>
            </a:xfrm>
            <a:custGeom>
              <a:avLst/>
              <a:gdLst>
                <a:gd name="T0" fmla="*/ 2 w 18"/>
                <a:gd name="T1" fmla="*/ 4 h 25"/>
                <a:gd name="T2" fmla="*/ 0 w 18"/>
                <a:gd name="T3" fmla="*/ 5 h 25"/>
                <a:gd name="T4" fmla="*/ 4 w 18"/>
                <a:gd name="T5" fmla="*/ 25 h 25"/>
                <a:gd name="T6" fmla="*/ 7 w 18"/>
                <a:gd name="T7" fmla="*/ 25 h 25"/>
                <a:gd name="T8" fmla="*/ 5 w 18"/>
                <a:gd name="T9" fmla="*/ 11 h 25"/>
                <a:gd name="T10" fmla="*/ 5 w 18"/>
                <a:gd name="T11" fmla="*/ 11 h 25"/>
                <a:gd name="T12" fmla="*/ 15 w 18"/>
                <a:gd name="T13" fmla="*/ 23 h 25"/>
                <a:gd name="T14" fmla="*/ 18 w 18"/>
                <a:gd name="T15" fmla="*/ 22 h 25"/>
                <a:gd name="T16" fmla="*/ 15 w 18"/>
                <a:gd name="T17" fmla="*/ 4 h 25"/>
                <a:gd name="T18" fmla="*/ 12 w 18"/>
                <a:gd name="T19" fmla="*/ 6 h 25"/>
                <a:gd name="T20" fmla="*/ 13 w 18"/>
                <a:gd name="T21" fmla="*/ 16 h 25"/>
                <a:gd name="T22" fmla="*/ 3 w 18"/>
                <a:gd name="T23" fmla="*/ 4 h 25"/>
                <a:gd name="T24" fmla="*/ 2 w 18"/>
                <a:gd name="T25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5">
                  <a:moveTo>
                    <a:pt x="2" y="4"/>
                  </a:moveTo>
                  <a:cubicBezTo>
                    <a:pt x="1" y="4"/>
                    <a:pt x="1" y="4"/>
                    <a:pt x="0" y="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18"/>
                    <a:pt x="16" y="9"/>
                    <a:pt x="15" y="4"/>
                  </a:cubicBezTo>
                  <a:cubicBezTo>
                    <a:pt x="15" y="1"/>
                    <a:pt x="10" y="0"/>
                    <a:pt x="12" y="6"/>
                  </a:cubicBezTo>
                  <a:cubicBezTo>
                    <a:pt x="12" y="8"/>
                    <a:pt x="13" y="13"/>
                    <a:pt x="13" y="16"/>
                  </a:cubicBezTo>
                  <a:cubicBezTo>
                    <a:pt x="10" y="14"/>
                    <a:pt x="5" y="4"/>
                    <a:pt x="3" y="4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" name="işļïḋê"/>
            <p:cNvSpPr/>
            <p:nvPr/>
          </p:nvSpPr>
          <p:spPr bwMode="auto">
            <a:xfrm>
              <a:off x="10184642" y="922751"/>
              <a:ext cx="41762" cy="38897"/>
            </a:xfrm>
            <a:custGeom>
              <a:avLst/>
              <a:gdLst>
                <a:gd name="T0" fmla="*/ 5 w 25"/>
                <a:gd name="T1" fmla="*/ 8 h 23"/>
                <a:gd name="T2" fmla="*/ 11 w 25"/>
                <a:gd name="T3" fmla="*/ 4 h 23"/>
                <a:gd name="T4" fmla="*/ 13 w 25"/>
                <a:gd name="T5" fmla="*/ 6 h 23"/>
                <a:gd name="T6" fmla="*/ 13 w 25"/>
                <a:gd name="T7" fmla="*/ 7 h 23"/>
                <a:gd name="T8" fmla="*/ 9 w 25"/>
                <a:gd name="T9" fmla="*/ 11 h 23"/>
                <a:gd name="T10" fmla="*/ 5 w 25"/>
                <a:gd name="T11" fmla="*/ 8 h 23"/>
                <a:gd name="T12" fmla="*/ 16 w 25"/>
                <a:gd name="T13" fmla="*/ 8 h 23"/>
                <a:gd name="T14" fmla="*/ 11 w 25"/>
                <a:gd name="T15" fmla="*/ 0 h 23"/>
                <a:gd name="T16" fmla="*/ 0 w 25"/>
                <a:gd name="T17" fmla="*/ 8 h 23"/>
                <a:gd name="T18" fmla="*/ 13 w 25"/>
                <a:gd name="T19" fmla="*/ 23 h 23"/>
                <a:gd name="T20" fmla="*/ 16 w 25"/>
                <a:gd name="T21" fmla="*/ 21 h 23"/>
                <a:gd name="T22" fmla="*/ 11 w 25"/>
                <a:gd name="T23" fmla="*/ 15 h 23"/>
                <a:gd name="T24" fmla="*/ 15 w 25"/>
                <a:gd name="T25" fmla="*/ 11 h 23"/>
                <a:gd name="T26" fmla="*/ 16 w 25"/>
                <a:gd name="T27" fmla="*/ 11 h 23"/>
                <a:gd name="T28" fmla="*/ 22 w 25"/>
                <a:gd name="T29" fmla="*/ 16 h 23"/>
                <a:gd name="T30" fmla="*/ 25 w 25"/>
                <a:gd name="T31" fmla="*/ 13 h 23"/>
                <a:gd name="T32" fmla="*/ 24 w 25"/>
                <a:gd name="T33" fmla="*/ 13 h 23"/>
                <a:gd name="T34" fmla="*/ 19 w 25"/>
                <a:gd name="T35" fmla="*/ 8 h 23"/>
                <a:gd name="T36" fmla="*/ 16 w 25"/>
                <a:gd name="T37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" h="23">
                  <a:moveTo>
                    <a:pt x="5" y="8"/>
                  </a:moveTo>
                  <a:cubicBezTo>
                    <a:pt x="7" y="7"/>
                    <a:pt x="8" y="4"/>
                    <a:pt x="11" y="4"/>
                  </a:cubicBezTo>
                  <a:cubicBezTo>
                    <a:pt x="12" y="4"/>
                    <a:pt x="13" y="5"/>
                    <a:pt x="13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9"/>
                    <a:pt x="10" y="11"/>
                    <a:pt x="9" y="11"/>
                  </a:cubicBezTo>
                  <a:cubicBezTo>
                    <a:pt x="5" y="8"/>
                    <a:pt x="5" y="8"/>
                    <a:pt x="5" y="8"/>
                  </a:cubicBezTo>
                  <a:close/>
                  <a:moveTo>
                    <a:pt x="16" y="8"/>
                  </a:moveTo>
                  <a:cubicBezTo>
                    <a:pt x="18" y="4"/>
                    <a:pt x="14" y="0"/>
                    <a:pt x="11" y="0"/>
                  </a:cubicBezTo>
                  <a:cubicBezTo>
                    <a:pt x="8" y="0"/>
                    <a:pt x="1" y="6"/>
                    <a:pt x="0" y="8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4"/>
                    <a:pt x="14" y="11"/>
                    <a:pt x="15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8" y="11"/>
                    <a:pt x="20" y="16"/>
                    <a:pt x="22" y="16"/>
                  </a:cubicBezTo>
                  <a:cubicBezTo>
                    <a:pt x="23" y="16"/>
                    <a:pt x="24" y="14"/>
                    <a:pt x="25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19" y="8"/>
                    <a:pt x="19" y="8"/>
                    <a:pt x="19" y="8"/>
                  </a:cubicBezTo>
                  <a:lnTo>
                    <a:pt x="16" y="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" name="îSḻíďè"/>
            <p:cNvSpPr/>
            <p:nvPr/>
          </p:nvSpPr>
          <p:spPr bwMode="auto">
            <a:xfrm>
              <a:off x="10251789" y="739734"/>
              <a:ext cx="45448" cy="28661"/>
            </a:xfrm>
            <a:custGeom>
              <a:avLst/>
              <a:gdLst>
                <a:gd name="T0" fmla="*/ 18 w 27"/>
                <a:gd name="T1" fmla="*/ 11 h 17"/>
                <a:gd name="T2" fmla="*/ 22 w 27"/>
                <a:gd name="T3" fmla="*/ 13 h 17"/>
                <a:gd name="T4" fmla="*/ 12 w 27"/>
                <a:gd name="T5" fmla="*/ 9 h 17"/>
                <a:gd name="T6" fmla="*/ 13 w 27"/>
                <a:gd name="T7" fmla="*/ 8 h 17"/>
                <a:gd name="T8" fmla="*/ 16 w 27"/>
                <a:gd name="T9" fmla="*/ 14 h 17"/>
                <a:gd name="T10" fmla="*/ 13 w 27"/>
                <a:gd name="T11" fmla="*/ 10 h 17"/>
                <a:gd name="T12" fmla="*/ 4 w 27"/>
                <a:gd name="T13" fmla="*/ 11 h 17"/>
                <a:gd name="T14" fmla="*/ 6 w 27"/>
                <a:gd name="T15" fmla="*/ 10 h 17"/>
                <a:gd name="T16" fmla="*/ 4 w 27"/>
                <a:gd name="T17" fmla="*/ 11 h 17"/>
                <a:gd name="T18" fmla="*/ 18 w 27"/>
                <a:gd name="T19" fmla="*/ 9 h 17"/>
                <a:gd name="T20" fmla="*/ 16 w 27"/>
                <a:gd name="T21" fmla="*/ 7 h 17"/>
                <a:gd name="T22" fmla="*/ 18 w 27"/>
                <a:gd name="T23" fmla="*/ 10 h 17"/>
                <a:gd name="T24" fmla="*/ 9 w 27"/>
                <a:gd name="T25" fmla="*/ 3 h 17"/>
                <a:gd name="T26" fmla="*/ 14 w 27"/>
                <a:gd name="T27" fmla="*/ 8 h 17"/>
                <a:gd name="T28" fmla="*/ 8 w 27"/>
                <a:gd name="T29" fmla="*/ 3 h 17"/>
                <a:gd name="T30" fmla="*/ 12 w 27"/>
                <a:gd name="T31" fmla="*/ 8 h 17"/>
                <a:gd name="T32" fmla="*/ 17 w 27"/>
                <a:gd name="T33" fmla="*/ 7 h 17"/>
                <a:gd name="T34" fmla="*/ 6 w 27"/>
                <a:gd name="T35" fmla="*/ 2 h 17"/>
                <a:gd name="T36" fmla="*/ 12 w 27"/>
                <a:gd name="T37" fmla="*/ 7 h 17"/>
                <a:gd name="T38" fmla="*/ 10 w 27"/>
                <a:gd name="T39" fmla="*/ 8 h 17"/>
                <a:gd name="T40" fmla="*/ 10 w 27"/>
                <a:gd name="T41" fmla="*/ 11 h 17"/>
                <a:gd name="T42" fmla="*/ 0 w 27"/>
                <a:gd name="T43" fmla="*/ 10 h 17"/>
                <a:gd name="T44" fmla="*/ 4 w 27"/>
                <a:gd name="T45" fmla="*/ 13 h 17"/>
                <a:gd name="T46" fmla="*/ 9 w 27"/>
                <a:gd name="T47" fmla="*/ 16 h 17"/>
                <a:gd name="T48" fmla="*/ 9 w 27"/>
                <a:gd name="T49" fmla="*/ 12 h 17"/>
                <a:gd name="T50" fmla="*/ 18 w 27"/>
                <a:gd name="T51" fmla="*/ 15 h 17"/>
                <a:gd name="T52" fmla="*/ 21 w 27"/>
                <a:gd name="T53" fmla="*/ 14 h 17"/>
                <a:gd name="T54" fmla="*/ 25 w 27"/>
                <a:gd name="T55" fmla="*/ 15 h 17"/>
                <a:gd name="T56" fmla="*/ 22 w 27"/>
                <a:gd name="T57" fmla="*/ 10 h 17"/>
                <a:gd name="T58" fmla="*/ 27 w 27"/>
                <a:gd name="T59" fmla="*/ 9 h 17"/>
                <a:gd name="T60" fmla="*/ 21 w 27"/>
                <a:gd name="T61" fmla="*/ 7 h 17"/>
                <a:gd name="T62" fmla="*/ 17 w 27"/>
                <a:gd name="T63" fmla="*/ 5 h 17"/>
                <a:gd name="T64" fmla="*/ 18 w 27"/>
                <a:gd name="T65" fmla="*/ 1 h 17"/>
                <a:gd name="T66" fmla="*/ 8 w 27"/>
                <a:gd name="T67" fmla="*/ 0 h 17"/>
                <a:gd name="T68" fmla="*/ 6 w 27"/>
                <a:gd name="T6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" h="17">
                  <a:moveTo>
                    <a:pt x="22" y="13"/>
                  </a:moveTo>
                  <a:cubicBezTo>
                    <a:pt x="20" y="13"/>
                    <a:pt x="18" y="13"/>
                    <a:pt x="18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1"/>
                    <a:pt x="22" y="12"/>
                    <a:pt x="22" y="13"/>
                  </a:cubicBezTo>
                  <a:close/>
                  <a:moveTo>
                    <a:pt x="13" y="10"/>
                  </a:moveTo>
                  <a:cubicBezTo>
                    <a:pt x="13" y="10"/>
                    <a:pt x="12" y="10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lose/>
                  <a:moveTo>
                    <a:pt x="4" y="11"/>
                  </a:moveTo>
                  <a:cubicBezTo>
                    <a:pt x="1" y="11"/>
                    <a:pt x="3" y="9"/>
                    <a:pt x="3" y="6"/>
                  </a:cubicBezTo>
                  <a:cubicBezTo>
                    <a:pt x="5" y="7"/>
                    <a:pt x="6" y="8"/>
                    <a:pt x="6" y="10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8" y="10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6" y="9"/>
                    <a:pt x="16" y="10"/>
                    <a:pt x="18" y="10"/>
                  </a:cubicBezTo>
                  <a:close/>
                  <a:moveTo>
                    <a:pt x="8" y="3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8" y="3"/>
                    <a:pt x="8" y="3"/>
                    <a:pt x="8" y="3"/>
                  </a:cubicBezTo>
                  <a:close/>
                  <a:moveTo>
                    <a:pt x="12" y="8"/>
                  </a:moveTo>
                  <a:cubicBezTo>
                    <a:pt x="13" y="7"/>
                    <a:pt x="11" y="8"/>
                    <a:pt x="12" y="8"/>
                  </a:cubicBezTo>
                  <a:close/>
                  <a:moveTo>
                    <a:pt x="14" y="4"/>
                  </a:moveTo>
                  <a:cubicBezTo>
                    <a:pt x="14" y="7"/>
                    <a:pt x="15" y="7"/>
                    <a:pt x="17" y="7"/>
                  </a:cubicBezTo>
                  <a:cubicBezTo>
                    <a:pt x="16" y="5"/>
                    <a:pt x="15" y="5"/>
                    <a:pt x="14" y="4"/>
                  </a:cubicBezTo>
                  <a:close/>
                  <a:moveTo>
                    <a:pt x="6" y="2"/>
                  </a:moveTo>
                  <a:cubicBezTo>
                    <a:pt x="6" y="5"/>
                    <a:pt x="6" y="5"/>
                    <a:pt x="6" y="5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3"/>
                    <a:pt x="0" y="10"/>
                    <a:pt x="0" y="10"/>
                  </a:cubicBezTo>
                  <a:cubicBezTo>
                    <a:pt x="0" y="11"/>
                    <a:pt x="1" y="13"/>
                    <a:pt x="2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2"/>
                    <a:pt x="7" y="12"/>
                  </a:cubicBezTo>
                  <a:cubicBezTo>
                    <a:pt x="7" y="13"/>
                    <a:pt x="7" y="16"/>
                    <a:pt x="9" y="16"/>
                  </a:cubicBezTo>
                  <a:cubicBezTo>
                    <a:pt x="10" y="16"/>
                    <a:pt x="11" y="15"/>
                    <a:pt x="11" y="14"/>
                  </a:cubicBezTo>
                  <a:cubicBezTo>
                    <a:pt x="11" y="13"/>
                    <a:pt x="10" y="12"/>
                    <a:pt x="9" y="12"/>
                  </a:cubicBezTo>
                  <a:cubicBezTo>
                    <a:pt x="14" y="12"/>
                    <a:pt x="15" y="17"/>
                    <a:pt x="16" y="17"/>
                  </a:cubicBezTo>
                  <a:cubicBezTo>
                    <a:pt x="17" y="17"/>
                    <a:pt x="18" y="16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5"/>
                    <a:pt x="23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5" y="12"/>
                    <a:pt x="24" y="13"/>
                    <a:pt x="22" y="12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" name="ïṩļïḍè"/>
            <p:cNvSpPr/>
            <p:nvPr/>
          </p:nvSpPr>
          <p:spPr bwMode="auto">
            <a:xfrm>
              <a:off x="10162942" y="937900"/>
              <a:ext cx="36850" cy="42172"/>
            </a:xfrm>
            <a:custGeom>
              <a:avLst/>
              <a:gdLst>
                <a:gd name="T0" fmla="*/ 13 w 22"/>
                <a:gd name="T1" fmla="*/ 3 h 25"/>
                <a:gd name="T2" fmla="*/ 10 w 22"/>
                <a:gd name="T3" fmla="*/ 0 h 25"/>
                <a:gd name="T4" fmla="*/ 0 w 22"/>
                <a:gd name="T5" fmla="*/ 7 h 25"/>
                <a:gd name="T6" fmla="*/ 10 w 22"/>
                <a:gd name="T7" fmla="*/ 25 h 25"/>
                <a:gd name="T8" fmla="*/ 22 w 22"/>
                <a:gd name="T9" fmla="*/ 17 h 25"/>
                <a:gd name="T10" fmla="*/ 20 w 22"/>
                <a:gd name="T11" fmla="*/ 14 h 25"/>
                <a:gd name="T12" fmla="*/ 12 w 22"/>
                <a:gd name="T13" fmla="*/ 19 h 25"/>
                <a:gd name="T14" fmla="*/ 9 w 22"/>
                <a:gd name="T15" fmla="*/ 15 h 25"/>
                <a:gd name="T16" fmla="*/ 16 w 22"/>
                <a:gd name="T17" fmla="*/ 10 h 25"/>
                <a:gd name="T18" fmla="*/ 15 w 22"/>
                <a:gd name="T19" fmla="*/ 7 h 25"/>
                <a:gd name="T20" fmla="*/ 7 w 22"/>
                <a:gd name="T21" fmla="*/ 12 h 25"/>
                <a:gd name="T22" fmla="*/ 5 w 22"/>
                <a:gd name="T23" fmla="*/ 8 h 25"/>
                <a:gd name="T24" fmla="*/ 13 w 22"/>
                <a:gd name="T25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5">
                  <a:moveTo>
                    <a:pt x="13" y="3"/>
                  </a:moveTo>
                  <a:cubicBezTo>
                    <a:pt x="13" y="2"/>
                    <a:pt x="12" y="0"/>
                    <a:pt x="10" y="0"/>
                  </a:cubicBezTo>
                  <a:cubicBezTo>
                    <a:pt x="10" y="0"/>
                    <a:pt x="0" y="6"/>
                    <a:pt x="0" y="7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8"/>
                    <a:pt x="5" y="8"/>
                    <a:pt x="5" y="8"/>
                  </a:cubicBezTo>
                  <a:lnTo>
                    <a:pt x="13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" name="ïsľíḍê"/>
            <p:cNvSpPr/>
            <p:nvPr/>
          </p:nvSpPr>
          <p:spPr bwMode="auto">
            <a:xfrm>
              <a:off x="10209617" y="902279"/>
              <a:ext cx="33574" cy="33984"/>
            </a:xfrm>
            <a:custGeom>
              <a:avLst/>
              <a:gdLst>
                <a:gd name="T0" fmla="*/ 11 w 20"/>
                <a:gd name="T1" fmla="*/ 2 h 20"/>
                <a:gd name="T2" fmla="*/ 7 w 20"/>
                <a:gd name="T3" fmla="*/ 0 h 20"/>
                <a:gd name="T4" fmla="*/ 6 w 20"/>
                <a:gd name="T5" fmla="*/ 0 h 20"/>
                <a:gd name="T6" fmla="*/ 0 w 20"/>
                <a:gd name="T7" fmla="*/ 8 h 20"/>
                <a:gd name="T8" fmla="*/ 0 w 20"/>
                <a:gd name="T9" fmla="*/ 8 h 20"/>
                <a:gd name="T10" fmla="*/ 6 w 20"/>
                <a:gd name="T11" fmla="*/ 14 h 20"/>
                <a:gd name="T12" fmla="*/ 7 w 20"/>
                <a:gd name="T13" fmla="*/ 14 h 20"/>
                <a:gd name="T14" fmla="*/ 15 w 20"/>
                <a:gd name="T15" fmla="*/ 9 h 20"/>
                <a:gd name="T16" fmla="*/ 16 w 20"/>
                <a:gd name="T17" fmla="*/ 11 h 20"/>
                <a:gd name="T18" fmla="*/ 16 w 20"/>
                <a:gd name="T19" fmla="*/ 12 h 20"/>
                <a:gd name="T20" fmla="*/ 13 w 20"/>
                <a:gd name="T21" fmla="*/ 16 h 20"/>
                <a:gd name="T22" fmla="*/ 10 w 20"/>
                <a:gd name="T23" fmla="*/ 16 h 20"/>
                <a:gd name="T24" fmla="*/ 8 w 20"/>
                <a:gd name="T25" fmla="*/ 18 h 20"/>
                <a:gd name="T26" fmla="*/ 12 w 20"/>
                <a:gd name="T27" fmla="*/ 20 h 20"/>
                <a:gd name="T28" fmla="*/ 13 w 20"/>
                <a:gd name="T29" fmla="*/ 20 h 20"/>
                <a:gd name="T30" fmla="*/ 20 w 20"/>
                <a:gd name="T31" fmla="*/ 12 h 20"/>
                <a:gd name="T32" fmla="*/ 20 w 20"/>
                <a:gd name="T33" fmla="*/ 12 h 20"/>
                <a:gd name="T34" fmla="*/ 15 w 20"/>
                <a:gd name="T35" fmla="*/ 5 h 20"/>
                <a:gd name="T36" fmla="*/ 6 w 20"/>
                <a:gd name="T37" fmla="*/ 10 h 20"/>
                <a:gd name="T38" fmla="*/ 5 w 20"/>
                <a:gd name="T39" fmla="*/ 10 h 20"/>
                <a:gd name="T40" fmla="*/ 3 w 20"/>
                <a:gd name="T41" fmla="*/ 8 h 20"/>
                <a:gd name="T42" fmla="*/ 6 w 20"/>
                <a:gd name="T43" fmla="*/ 4 h 20"/>
                <a:gd name="T44" fmla="*/ 9 w 20"/>
                <a:gd name="T45" fmla="*/ 4 h 20"/>
                <a:gd name="T46" fmla="*/ 11 w 20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0">
                  <a:moveTo>
                    <a:pt x="11" y="2"/>
                  </a:moveTo>
                  <a:cubicBezTo>
                    <a:pt x="10" y="1"/>
                    <a:pt x="9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2"/>
                    <a:pt x="2" y="14"/>
                    <a:pt x="6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8" y="14"/>
                    <a:pt x="13" y="9"/>
                    <a:pt x="15" y="9"/>
                  </a:cubicBezTo>
                  <a:cubicBezTo>
                    <a:pt x="16" y="9"/>
                    <a:pt x="16" y="10"/>
                    <a:pt x="16" y="11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4"/>
                    <a:pt x="15" y="16"/>
                    <a:pt x="13" y="16"/>
                  </a:cubicBezTo>
                  <a:cubicBezTo>
                    <a:pt x="12" y="16"/>
                    <a:pt x="12" y="16"/>
                    <a:pt x="10" y="16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9"/>
                    <a:pt x="10" y="20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6" y="20"/>
                    <a:pt x="20" y="15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9"/>
                    <a:pt x="17" y="5"/>
                    <a:pt x="15" y="5"/>
                  </a:cubicBezTo>
                  <a:cubicBezTo>
                    <a:pt x="11" y="5"/>
                    <a:pt x="7" y="10"/>
                    <a:pt x="6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3" y="9"/>
                    <a:pt x="3" y="8"/>
                  </a:cubicBezTo>
                  <a:cubicBezTo>
                    <a:pt x="3" y="6"/>
                    <a:pt x="4" y="5"/>
                    <a:pt x="6" y="4"/>
                  </a:cubicBezTo>
                  <a:cubicBezTo>
                    <a:pt x="9" y="4"/>
                    <a:pt x="9" y="4"/>
                    <a:pt x="9" y="4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6" name="iṧlïďé"/>
            <p:cNvSpPr/>
            <p:nvPr/>
          </p:nvSpPr>
          <p:spPr bwMode="auto">
            <a:xfrm>
              <a:off x="10070409" y="969836"/>
              <a:ext cx="24976" cy="35621"/>
            </a:xfrm>
            <a:custGeom>
              <a:avLst/>
              <a:gdLst>
                <a:gd name="T0" fmla="*/ 11 w 15"/>
                <a:gd name="T1" fmla="*/ 16 h 21"/>
                <a:gd name="T2" fmla="*/ 9 w 15"/>
                <a:gd name="T3" fmla="*/ 17 h 21"/>
                <a:gd name="T4" fmla="*/ 7 w 15"/>
                <a:gd name="T5" fmla="*/ 17 h 21"/>
                <a:gd name="T6" fmla="*/ 4 w 15"/>
                <a:gd name="T7" fmla="*/ 15 h 21"/>
                <a:gd name="T8" fmla="*/ 4 w 15"/>
                <a:gd name="T9" fmla="*/ 0 h 21"/>
                <a:gd name="T10" fmla="*/ 0 w 15"/>
                <a:gd name="T11" fmla="*/ 0 h 21"/>
                <a:gd name="T12" fmla="*/ 0 w 15"/>
                <a:gd name="T13" fmla="*/ 13 h 21"/>
                <a:gd name="T14" fmla="*/ 6 w 15"/>
                <a:gd name="T15" fmla="*/ 21 h 21"/>
                <a:gd name="T16" fmla="*/ 9 w 15"/>
                <a:gd name="T17" fmla="*/ 21 h 21"/>
                <a:gd name="T18" fmla="*/ 15 w 15"/>
                <a:gd name="T19" fmla="*/ 15 h 21"/>
                <a:gd name="T20" fmla="*/ 15 w 15"/>
                <a:gd name="T21" fmla="*/ 0 h 21"/>
                <a:gd name="T22" fmla="*/ 11 w 15"/>
                <a:gd name="T23" fmla="*/ 0 h 21"/>
                <a:gd name="T24" fmla="*/ 11 w 15"/>
                <a:gd name="T25" fmla="*/ 11 h 21"/>
                <a:gd name="T26" fmla="*/ 11 w 15"/>
                <a:gd name="T27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1">
                  <a:moveTo>
                    <a:pt x="11" y="16"/>
                  </a:moveTo>
                  <a:cubicBezTo>
                    <a:pt x="10" y="17"/>
                    <a:pt x="10" y="17"/>
                    <a:pt x="9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5" y="17"/>
                    <a:pt x="5" y="16"/>
                    <a:pt x="4" y="1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2" y="21"/>
                    <a:pt x="6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21"/>
                    <a:pt x="15" y="18"/>
                    <a:pt x="15" y="1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11"/>
                    <a:pt x="11" y="11"/>
                    <a:pt x="11" y="11"/>
                  </a:cubicBezTo>
                  <a:lnTo>
                    <a:pt x="11" y="1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7" name="íṣlïḋé"/>
            <p:cNvSpPr/>
            <p:nvPr/>
          </p:nvSpPr>
          <p:spPr bwMode="auto">
            <a:xfrm>
              <a:off x="10102346" y="579236"/>
              <a:ext cx="43400" cy="31936"/>
            </a:xfrm>
            <a:custGeom>
              <a:avLst/>
              <a:gdLst>
                <a:gd name="T0" fmla="*/ 5 w 26"/>
                <a:gd name="T1" fmla="*/ 16 h 19"/>
                <a:gd name="T2" fmla="*/ 11 w 26"/>
                <a:gd name="T3" fmla="*/ 12 h 19"/>
                <a:gd name="T4" fmla="*/ 12 w 26"/>
                <a:gd name="T5" fmla="*/ 12 h 19"/>
                <a:gd name="T6" fmla="*/ 5 w 26"/>
                <a:gd name="T7" fmla="*/ 16 h 19"/>
                <a:gd name="T8" fmla="*/ 14 w 26"/>
                <a:gd name="T9" fmla="*/ 12 h 19"/>
                <a:gd name="T10" fmla="*/ 17 w 26"/>
                <a:gd name="T11" fmla="*/ 10 h 19"/>
                <a:gd name="T12" fmla="*/ 16 w 26"/>
                <a:gd name="T13" fmla="*/ 14 h 19"/>
                <a:gd name="T14" fmla="*/ 14 w 26"/>
                <a:gd name="T15" fmla="*/ 12 h 19"/>
                <a:gd name="T16" fmla="*/ 17 w 26"/>
                <a:gd name="T17" fmla="*/ 2 h 19"/>
                <a:gd name="T18" fmla="*/ 15 w 26"/>
                <a:gd name="T19" fmla="*/ 2 h 19"/>
                <a:gd name="T20" fmla="*/ 12 w 26"/>
                <a:gd name="T21" fmla="*/ 1 h 19"/>
                <a:gd name="T22" fmla="*/ 10 w 26"/>
                <a:gd name="T23" fmla="*/ 3 h 19"/>
                <a:gd name="T24" fmla="*/ 11 w 26"/>
                <a:gd name="T25" fmla="*/ 5 h 19"/>
                <a:gd name="T26" fmla="*/ 14 w 26"/>
                <a:gd name="T27" fmla="*/ 4 h 19"/>
                <a:gd name="T28" fmla="*/ 14 w 26"/>
                <a:gd name="T29" fmla="*/ 7 h 19"/>
                <a:gd name="T30" fmla="*/ 11 w 26"/>
                <a:gd name="T31" fmla="*/ 7 h 19"/>
                <a:gd name="T32" fmla="*/ 11 w 26"/>
                <a:gd name="T33" fmla="*/ 7 h 19"/>
                <a:gd name="T34" fmla="*/ 13 w 26"/>
                <a:gd name="T35" fmla="*/ 9 h 19"/>
                <a:gd name="T36" fmla="*/ 2 w 26"/>
                <a:gd name="T37" fmla="*/ 14 h 19"/>
                <a:gd name="T38" fmla="*/ 0 w 26"/>
                <a:gd name="T39" fmla="*/ 14 h 19"/>
                <a:gd name="T40" fmla="*/ 2 w 26"/>
                <a:gd name="T41" fmla="*/ 17 h 19"/>
                <a:gd name="T42" fmla="*/ 5 w 26"/>
                <a:gd name="T43" fmla="*/ 16 h 19"/>
                <a:gd name="T44" fmla="*/ 5 w 26"/>
                <a:gd name="T45" fmla="*/ 18 h 19"/>
                <a:gd name="T46" fmla="*/ 6 w 26"/>
                <a:gd name="T47" fmla="*/ 18 h 19"/>
                <a:gd name="T48" fmla="*/ 11 w 26"/>
                <a:gd name="T49" fmla="*/ 15 h 19"/>
                <a:gd name="T50" fmla="*/ 9 w 26"/>
                <a:gd name="T51" fmla="*/ 16 h 19"/>
                <a:gd name="T52" fmla="*/ 11 w 26"/>
                <a:gd name="T53" fmla="*/ 19 h 19"/>
                <a:gd name="T54" fmla="*/ 13 w 26"/>
                <a:gd name="T55" fmla="*/ 16 h 19"/>
                <a:gd name="T56" fmla="*/ 16 w 26"/>
                <a:gd name="T57" fmla="*/ 17 h 19"/>
                <a:gd name="T58" fmla="*/ 21 w 26"/>
                <a:gd name="T59" fmla="*/ 14 h 19"/>
                <a:gd name="T60" fmla="*/ 19 w 26"/>
                <a:gd name="T61" fmla="*/ 18 h 19"/>
                <a:gd name="T62" fmla="*/ 21 w 26"/>
                <a:gd name="T63" fmla="*/ 19 h 19"/>
                <a:gd name="T64" fmla="*/ 22 w 26"/>
                <a:gd name="T65" fmla="*/ 17 h 19"/>
                <a:gd name="T66" fmla="*/ 23 w 26"/>
                <a:gd name="T67" fmla="*/ 14 h 19"/>
                <a:gd name="T68" fmla="*/ 26 w 26"/>
                <a:gd name="T69" fmla="*/ 12 h 19"/>
                <a:gd name="T70" fmla="*/ 26 w 26"/>
                <a:gd name="T71" fmla="*/ 10 h 19"/>
                <a:gd name="T72" fmla="*/ 19 w 26"/>
                <a:gd name="T73" fmla="*/ 12 h 19"/>
                <a:gd name="T74" fmla="*/ 16 w 26"/>
                <a:gd name="T75" fmla="*/ 9 h 19"/>
                <a:gd name="T76" fmla="*/ 19 w 26"/>
                <a:gd name="T77" fmla="*/ 6 h 19"/>
                <a:gd name="T78" fmla="*/ 22 w 26"/>
                <a:gd name="T79" fmla="*/ 5 h 19"/>
                <a:gd name="T80" fmla="*/ 21 w 26"/>
                <a:gd name="T81" fmla="*/ 3 h 19"/>
                <a:gd name="T82" fmla="*/ 17 w 26"/>
                <a:gd name="T83" fmla="*/ 5 h 19"/>
                <a:gd name="T84" fmla="*/ 18 w 26"/>
                <a:gd name="T85" fmla="*/ 5 h 19"/>
                <a:gd name="T86" fmla="*/ 18 w 26"/>
                <a:gd name="T87" fmla="*/ 6 h 19"/>
                <a:gd name="T88" fmla="*/ 16 w 26"/>
                <a:gd name="T89" fmla="*/ 5 h 19"/>
                <a:gd name="T90" fmla="*/ 16 w 26"/>
                <a:gd name="T91" fmla="*/ 4 h 19"/>
                <a:gd name="T92" fmla="*/ 21 w 26"/>
                <a:gd name="T93" fmla="*/ 3 h 19"/>
                <a:gd name="T94" fmla="*/ 22 w 26"/>
                <a:gd name="T95" fmla="*/ 0 h 19"/>
                <a:gd name="T96" fmla="*/ 20 w 26"/>
                <a:gd name="T97" fmla="*/ 0 h 19"/>
                <a:gd name="T98" fmla="*/ 17 w 26"/>
                <a:gd name="T9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" h="19">
                  <a:moveTo>
                    <a:pt x="5" y="16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5" y="16"/>
                    <a:pt x="5" y="16"/>
                    <a:pt x="5" y="16"/>
                  </a:cubicBezTo>
                  <a:close/>
                  <a:moveTo>
                    <a:pt x="14" y="12"/>
                  </a:moveTo>
                  <a:cubicBezTo>
                    <a:pt x="14" y="11"/>
                    <a:pt x="16" y="11"/>
                    <a:pt x="17" y="10"/>
                  </a:cubicBezTo>
                  <a:cubicBezTo>
                    <a:pt x="17" y="12"/>
                    <a:pt x="17" y="13"/>
                    <a:pt x="16" y="14"/>
                  </a:cubicBezTo>
                  <a:cubicBezTo>
                    <a:pt x="15" y="14"/>
                    <a:pt x="14" y="13"/>
                    <a:pt x="14" y="12"/>
                  </a:cubicBezTo>
                  <a:close/>
                  <a:moveTo>
                    <a:pt x="17" y="2"/>
                  </a:moveTo>
                  <a:cubicBezTo>
                    <a:pt x="15" y="2"/>
                    <a:pt x="15" y="2"/>
                    <a:pt x="15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1"/>
                    <a:pt x="5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7"/>
                    <a:pt x="3" y="18"/>
                    <a:pt x="5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8" y="18"/>
                    <a:pt x="7" y="15"/>
                    <a:pt x="11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7"/>
                    <a:pt x="10" y="19"/>
                    <a:pt x="11" y="19"/>
                  </a:cubicBezTo>
                  <a:cubicBezTo>
                    <a:pt x="13" y="19"/>
                    <a:pt x="13" y="17"/>
                    <a:pt x="13" y="16"/>
                  </a:cubicBezTo>
                  <a:cubicBezTo>
                    <a:pt x="14" y="16"/>
                    <a:pt x="15" y="17"/>
                    <a:pt x="16" y="17"/>
                  </a:cubicBezTo>
                  <a:cubicBezTo>
                    <a:pt x="18" y="17"/>
                    <a:pt x="18" y="14"/>
                    <a:pt x="21" y="14"/>
                  </a:cubicBezTo>
                  <a:cubicBezTo>
                    <a:pt x="21" y="15"/>
                    <a:pt x="19" y="15"/>
                    <a:pt x="19" y="18"/>
                  </a:cubicBezTo>
                  <a:cubicBezTo>
                    <a:pt x="19" y="19"/>
                    <a:pt x="20" y="19"/>
                    <a:pt x="21" y="19"/>
                  </a:cubicBezTo>
                  <a:cubicBezTo>
                    <a:pt x="21" y="19"/>
                    <a:pt x="22" y="18"/>
                    <a:pt x="22" y="17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9"/>
                    <a:pt x="19" y="11"/>
                    <a:pt x="16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2" y="6"/>
                    <a:pt x="22" y="5"/>
                  </a:cubicBezTo>
                  <a:cubicBezTo>
                    <a:pt x="22" y="4"/>
                    <a:pt x="21" y="3"/>
                    <a:pt x="21" y="3"/>
                  </a:cubicBezTo>
                  <a:cubicBezTo>
                    <a:pt x="19" y="3"/>
                    <a:pt x="18" y="4"/>
                    <a:pt x="17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6" y="6"/>
                    <a:pt x="16" y="6"/>
                    <a:pt x="16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0"/>
                    <a:pt x="19" y="2"/>
                    <a:pt x="17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8" name="íŝḷîḍe"/>
            <p:cNvSpPr/>
            <p:nvPr/>
          </p:nvSpPr>
          <p:spPr bwMode="auto">
            <a:xfrm>
              <a:off x="9947989" y="937900"/>
              <a:ext cx="33574" cy="37259"/>
            </a:xfrm>
            <a:custGeom>
              <a:avLst/>
              <a:gdLst>
                <a:gd name="T0" fmla="*/ 10 w 20"/>
                <a:gd name="T1" fmla="*/ 10 h 22"/>
                <a:gd name="T2" fmla="*/ 15 w 20"/>
                <a:gd name="T3" fmla="*/ 5 h 22"/>
                <a:gd name="T4" fmla="*/ 13 w 20"/>
                <a:gd name="T5" fmla="*/ 12 h 22"/>
                <a:gd name="T6" fmla="*/ 10 w 20"/>
                <a:gd name="T7" fmla="*/ 10 h 22"/>
                <a:gd name="T8" fmla="*/ 20 w 20"/>
                <a:gd name="T9" fmla="*/ 2 h 22"/>
                <a:gd name="T10" fmla="*/ 17 w 20"/>
                <a:gd name="T11" fmla="*/ 0 h 22"/>
                <a:gd name="T12" fmla="*/ 0 w 20"/>
                <a:gd name="T13" fmla="*/ 13 h 22"/>
                <a:gd name="T14" fmla="*/ 3 w 20"/>
                <a:gd name="T15" fmla="*/ 15 h 22"/>
                <a:gd name="T16" fmla="*/ 6 w 20"/>
                <a:gd name="T17" fmla="*/ 12 h 22"/>
                <a:gd name="T18" fmla="*/ 12 w 20"/>
                <a:gd name="T19" fmla="*/ 16 h 22"/>
                <a:gd name="T20" fmla="*/ 10 w 20"/>
                <a:gd name="T21" fmla="*/ 20 h 22"/>
                <a:gd name="T22" fmla="*/ 14 w 20"/>
                <a:gd name="T23" fmla="*/ 22 h 22"/>
                <a:gd name="T24" fmla="*/ 20 w 20"/>
                <a:gd name="T25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10" y="10"/>
                  </a:moveTo>
                  <a:cubicBezTo>
                    <a:pt x="10" y="10"/>
                    <a:pt x="15" y="5"/>
                    <a:pt x="15" y="5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2" y="12"/>
                    <a:pt x="10" y="11"/>
                    <a:pt x="10" y="10"/>
                  </a:cubicBezTo>
                  <a:close/>
                  <a:moveTo>
                    <a:pt x="20" y="2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0" y="20"/>
                    <a:pt x="10" y="20"/>
                  </a:cubicBezTo>
                  <a:cubicBezTo>
                    <a:pt x="10" y="21"/>
                    <a:pt x="13" y="22"/>
                    <a:pt x="14" y="22"/>
                  </a:cubicBezTo>
                  <a:lnTo>
                    <a:pt x="20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9" name="íšḷïďê"/>
            <p:cNvSpPr/>
            <p:nvPr/>
          </p:nvSpPr>
          <p:spPr bwMode="auto">
            <a:xfrm>
              <a:off x="9880842" y="849872"/>
              <a:ext cx="40124" cy="37259"/>
            </a:xfrm>
            <a:custGeom>
              <a:avLst/>
              <a:gdLst>
                <a:gd name="T0" fmla="*/ 11 w 24"/>
                <a:gd name="T1" fmla="*/ 8 h 22"/>
                <a:gd name="T2" fmla="*/ 0 w 24"/>
                <a:gd name="T3" fmla="*/ 7 h 22"/>
                <a:gd name="T4" fmla="*/ 1 w 24"/>
                <a:gd name="T5" fmla="*/ 11 h 22"/>
                <a:gd name="T6" fmla="*/ 8 w 24"/>
                <a:gd name="T7" fmla="*/ 12 h 22"/>
                <a:gd name="T8" fmla="*/ 4 w 24"/>
                <a:gd name="T9" fmla="*/ 18 h 22"/>
                <a:gd name="T10" fmla="*/ 5 w 24"/>
                <a:gd name="T11" fmla="*/ 22 h 22"/>
                <a:gd name="T12" fmla="*/ 13 w 24"/>
                <a:gd name="T13" fmla="*/ 13 h 22"/>
                <a:gd name="T14" fmla="*/ 24 w 24"/>
                <a:gd name="T15" fmla="*/ 14 h 22"/>
                <a:gd name="T16" fmla="*/ 21 w 24"/>
                <a:gd name="T17" fmla="*/ 10 h 22"/>
                <a:gd name="T18" fmla="*/ 16 w 24"/>
                <a:gd name="T19" fmla="*/ 10 h 22"/>
                <a:gd name="T20" fmla="*/ 20 w 24"/>
                <a:gd name="T21" fmla="*/ 4 h 22"/>
                <a:gd name="T22" fmla="*/ 19 w 24"/>
                <a:gd name="T23" fmla="*/ 0 h 22"/>
                <a:gd name="T24" fmla="*/ 18 w 24"/>
                <a:gd name="T25" fmla="*/ 0 h 22"/>
                <a:gd name="T26" fmla="*/ 11 w 24"/>
                <a:gd name="T27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22">
                  <a:moveTo>
                    <a:pt x="11" y="8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4" y="17"/>
                    <a:pt x="4" y="18"/>
                  </a:cubicBezTo>
                  <a:cubicBezTo>
                    <a:pt x="4" y="18"/>
                    <a:pt x="5" y="21"/>
                    <a:pt x="5" y="2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3"/>
                    <a:pt x="23" y="10"/>
                    <a:pt x="21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20" y="5"/>
                    <a:pt x="20" y="4"/>
                  </a:cubicBezTo>
                  <a:cubicBezTo>
                    <a:pt x="20" y="4"/>
                    <a:pt x="19" y="1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1" y="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0" name="išľîḓe"/>
            <p:cNvSpPr/>
            <p:nvPr/>
          </p:nvSpPr>
          <p:spPr bwMode="auto">
            <a:xfrm>
              <a:off x="10135919" y="951412"/>
              <a:ext cx="28661" cy="37259"/>
            </a:xfrm>
            <a:custGeom>
              <a:avLst/>
              <a:gdLst>
                <a:gd name="T0" fmla="*/ 13 w 17"/>
                <a:gd name="T1" fmla="*/ 16 h 22"/>
                <a:gd name="T2" fmla="*/ 4 w 17"/>
                <a:gd name="T3" fmla="*/ 4 h 22"/>
                <a:gd name="T4" fmla="*/ 0 w 17"/>
                <a:gd name="T5" fmla="*/ 6 h 22"/>
                <a:gd name="T6" fmla="*/ 14 w 17"/>
                <a:gd name="T7" fmla="*/ 22 h 22"/>
                <a:gd name="T8" fmla="*/ 15 w 17"/>
                <a:gd name="T9" fmla="*/ 22 h 22"/>
                <a:gd name="T10" fmla="*/ 17 w 17"/>
                <a:gd name="T11" fmla="*/ 21 h 22"/>
                <a:gd name="T12" fmla="*/ 15 w 17"/>
                <a:gd name="T13" fmla="*/ 0 h 22"/>
                <a:gd name="T14" fmla="*/ 11 w 17"/>
                <a:gd name="T15" fmla="*/ 2 h 22"/>
                <a:gd name="T16" fmla="*/ 11 w 17"/>
                <a:gd name="T17" fmla="*/ 3 h 22"/>
                <a:gd name="T18" fmla="*/ 13 w 17"/>
                <a:gd name="T1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2">
                  <a:moveTo>
                    <a:pt x="13" y="16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8"/>
                    <a:pt x="13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7" y="21"/>
                    <a:pt x="17" y="2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0"/>
                    <a:pt x="11" y="1"/>
                    <a:pt x="11" y="2"/>
                  </a:cubicBezTo>
                  <a:cubicBezTo>
                    <a:pt x="11" y="3"/>
                    <a:pt x="11" y="3"/>
                    <a:pt x="11" y="3"/>
                  </a:cubicBezTo>
                  <a:lnTo>
                    <a:pt x="13" y="1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1" name="ïṣļïḑé"/>
            <p:cNvSpPr/>
            <p:nvPr/>
          </p:nvSpPr>
          <p:spPr bwMode="auto">
            <a:xfrm>
              <a:off x="9920966" y="917428"/>
              <a:ext cx="35212" cy="25385"/>
            </a:xfrm>
            <a:custGeom>
              <a:avLst/>
              <a:gdLst>
                <a:gd name="T0" fmla="*/ 7 w 21"/>
                <a:gd name="T1" fmla="*/ 15 h 15"/>
                <a:gd name="T2" fmla="*/ 21 w 21"/>
                <a:gd name="T3" fmla="*/ 2 h 15"/>
                <a:gd name="T4" fmla="*/ 19 w 21"/>
                <a:gd name="T5" fmla="*/ 0 h 15"/>
                <a:gd name="T6" fmla="*/ 6 w 21"/>
                <a:gd name="T7" fmla="*/ 11 h 15"/>
                <a:gd name="T8" fmla="*/ 4 w 21"/>
                <a:gd name="T9" fmla="*/ 9 h 15"/>
                <a:gd name="T10" fmla="*/ 4 w 21"/>
                <a:gd name="T11" fmla="*/ 9 h 15"/>
                <a:gd name="T12" fmla="*/ 7 w 21"/>
                <a:gd name="T13" fmla="*/ 5 h 15"/>
                <a:gd name="T14" fmla="*/ 4 w 21"/>
                <a:gd name="T15" fmla="*/ 3 h 15"/>
                <a:gd name="T16" fmla="*/ 0 w 21"/>
                <a:gd name="T17" fmla="*/ 9 h 15"/>
                <a:gd name="T18" fmla="*/ 6 w 21"/>
                <a:gd name="T19" fmla="*/ 15 h 15"/>
                <a:gd name="T20" fmla="*/ 7 w 21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5">
                  <a:moveTo>
                    <a:pt x="7" y="15"/>
                  </a:moveTo>
                  <a:cubicBezTo>
                    <a:pt x="9" y="15"/>
                    <a:pt x="20" y="4"/>
                    <a:pt x="21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6" y="2"/>
                    <a:pt x="8" y="11"/>
                    <a:pt x="6" y="11"/>
                  </a:cubicBezTo>
                  <a:cubicBezTo>
                    <a:pt x="5" y="11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7"/>
                    <a:pt x="6" y="6"/>
                    <a:pt x="7" y="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0" y="7"/>
                    <a:pt x="0" y="9"/>
                  </a:cubicBezTo>
                  <a:cubicBezTo>
                    <a:pt x="0" y="11"/>
                    <a:pt x="3" y="15"/>
                    <a:pt x="6" y="15"/>
                  </a:cubicBezTo>
                  <a:lnTo>
                    <a:pt x="7" y="15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2" name="îṣ1íďè"/>
            <p:cNvSpPr/>
            <p:nvPr/>
          </p:nvSpPr>
          <p:spPr bwMode="auto">
            <a:xfrm>
              <a:off x="9897628" y="653343"/>
              <a:ext cx="26614" cy="45856"/>
            </a:xfrm>
            <a:custGeom>
              <a:avLst/>
              <a:gdLst>
                <a:gd name="T0" fmla="*/ 3 w 16"/>
                <a:gd name="T1" fmla="*/ 20 h 27"/>
                <a:gd name="T2" fmla="*/ 2 w 16"/>
                <a:gd name="T3" fmla="*/ 19 h 27"/>
                <a:gd name="T4" fmla="*/ 4 w 16"/>
                <a:gd name="T5" fmla="*/ 18 h 27"/>
                <a:gd name="T6" fmla="*/ 3 w 16"/>
                <a:gd name="T7" fmla="*/ 20 h 27"/>
                <a:gd name="T8" fmla="*/ 13 w 16"/>
                <a:gd name="T9" fmla="*/ 4 h 27"/>
                <a:gd name="T10" fmla="*/ 9 w 16"/>
                <a:gd name="T11" fmla="*/ 10 h 27"/>
                <a:gd name="T12" fmla="*/ 6 w 16"/>
                <a:gd name="T13" fmla="*/ 10 h 27"/>
                <a:gd name="T14" fmla="*/ 7 w 16"/>
                <a:gd name="T15" fmla="*/ 12 h 27"/>
                <a:gd name="T16" fmla="*/ 5 w 16"/>
                <a:gd name="T17" fmla="*/ 16 h 27"/>
                <a:gd name="T18" fmla="*/ 0 w 16"/>
                <a:gd name="T19" fmla="*/ 17 h 27"/>
                <a:gd name="T20" fmla="*/ 4 w 16"/>
                <a:gd name="T21" fmla="*/ 22 h 27"/>
                <a:gd name="T22" fmla="*/ 4 w 16"/>
                <a:gd name="T23" fmla="*/ 22 h 27"/>
                <a:gd name="T24" fmla="*/ 7 w 16"/>
                <a:gd name="T25" fmla="*/ 18 h 27"/>
                <a:gd name="T26" fmla="*/ 9 w 16"/>
                <a:gd name="T27" fmla="*/ 22 h 27"/>
                <a:gd name="T28" fmla="*/ 9 w 16"/>
                <a:gd name="T29" fmla="*/ 22 h 27"/>
                <a:gd name="T30" fmla="*/ 8 w 16"/>
                <a:gd name="T31" fmla="*/ 27 h 27"/>
                <a:gd name="T32" fmla="*/ 12 w 16"/>
                <a:gd name="T33" fmla="*/ 24 h 27"/>
                <a:gd name="T34" fmla="*/ 9 w 16"/>
                <a:gd name="T35" fmla="*/ 17 h 27"/>
                <a:gd name="T36" fmla="*/ 10 w 16"/>
                <a:gd name="T37" fmla="*/ 12 h 27"/>
                <a:gd name="T38" fmla="*/ 16 w 16"/>
                <a:gd name="T39" fmla="*/ 5 h 27"/>
                <a:gd name="T40" fmla="*/ 10 w 16"/>
                <a:gd name="T41" fmla="*/ 0 h 27"/>
                <a:gd name="T42" fmla="*/ 13 w 16"/>
                <a:gd name="T43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27">
                  <a:moveTo>
                    <a:pt x="3" y="20"/>
                  </a:moveTo>
                  <a:cubicBezTo>
                    <a:pt x="2" y="20"/>
                    <a:pt x="2" y="19"/>
                    <a:pt x="2" y="19"/>
                  </a:cubicBezTo>
                  <a:cubicBezTo>
                    <a:pt x="2" y="18"/>
                    <a:pt x="3" y="18"/>
                    <a:pt x="4" y="18"/>
                  </a:cubicBezTo>
                  <a:cubicBezTo>
                    <a:pt x="4" y="19"/>
                    <a:pt x="4" y="20"/>
                    <a:pt x="3" y="20"/>
                  </a:cubicBezTo>
                  <a:close/>
                  <a:moveTo>
                    <a:pt x="13" y="4"/>
                  </a:moveTo>
                  <a:cubicBezTo>
                    <a:pt x="13" y="5"/>
                    <a:pt x="10" y="9"/>
                    <a:pt x="9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7" y="11"/>
                    <a:pt x="7" y="12"/>
                  </a:cubicBezTo>
                  <a:cubicBezTo>
                    <a:pt x="7" y="14"/>
                    <a:pt x="6" y="15"/>
                    <a:pt x="5" y="16"/>
                  </a:cubicBezTo>
                  <a:cubicBezTo>
                    <a:pt x="3" y="16"/>
                    <a:pt x="0" y="15"/>
                    <a:pt x="0" y="17"/>
                  </a:cubicBezTo>
                  <a:cubicBezTo>
                    <a:pt x="0" y="19"/>
                    <a:pt x="3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6" y="22"/>
                    <a:pt x="7" y="20"/>
                    <a:pt x="7" y="18"/>
                  </a:cubicBezTo>
                  <a:cubicBezTo>
                    <a:pt x="9" y="19"/>
                    <a:pt x="9" y="20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4"/>
                    <a:pt x="9" y="25"/>
                    <a:pt x="8" y="27"/>
                  </a:cubicBezTo>
                  <a:cubicBezTo>
                    <a:pt x="9" y="27"/>
                    <a:pt x="12" y="25"/>
                    <a:pt x="12" y="24"/>
                  </a:cubicBezTo>
                  <a:cubicBezTo>
                    <a:pt x="12" y="20"/>
                    <a:pt x="10" y="19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12"/>
                    <a:pt x="15" y="7"/>
                    <a:pt x="16" y="5"/>
                  </a:cubicBezTo>
                  <a:cubicBezTo>
                    <a:pt x="14" y="2"/>
                    <a:pt x="14" y="1"/>
                    <a:pt x="10" y="0"/>
                  </a:cubicBezTo>
                  <a:cubicBezTo>
                    <a:pt x="10" y="6"/>
                    <a:pt x="13" y="2"/>
                    <a:pt x="13" y="4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3" name="işlïḋé"/>
            <p:cNvSpPr/>
            <p:nvPr/>
          </p:nvSpPr>
          <p:spPr bwMode="auto">
            <a:xfrm>
              <a:off x="10187918" y="619769"/>
              <a:ext cx="38487" cy="23748"/>
            </a:xfrm>
            <a:custGeom>
              <a:avLst/>
              <a:gdLst>
                <a:gd name="T0" fmla="*/ 10 w 23"/>
                <a:gd name="T1" fmla="*/ 5 h 14"/>
                <a:gd name="T2" fmla="*/ 12 w 23"/>
                <a:gd name="T3" fmla="*/ 4 h 14"/>
                <a:gd name="T4" fmla="*/ 13 w 23"/>
                <a:gd name="T5" fmla="*/ 4 h 14"/>
                <a:gd name="T6" fmla="*/ 11 w 23"/>
                <a:gd name="T7" fmla="*/ 6 h 14"/>
                <a:gd name="T8" fmla="*/ 10 w 23"/>
                <a:gd name="T9" fmla="*/ 5 h 14"/>
                <a:gd name="T10" fmla="*/ 14 w 23"/>
                <a:gd name="T11" fmla="*/ 3 h 14"/>
                <a:gd name="T12" fmla="*/ 11 w 23"/>
                <a:gd name="T13" fmla="*/ 3 h 14"/>
                <a:gd name="T14" fmla="*/ 9 w 23"/>
                <a:gd name="T15" fmla="*/ 5 h 14"/>
                <a:gd name="T16" fmla="*/ 10 w 23"/>
                <a:gd name="T17" fmla="*/ 6 h 14"/>
                <a:gd name="T18" fmla="*/ 6 w 23"/>
                <a:gd name="T19" fmla="*/ 7 h 14"/>
                <a:gd name="T20" fmla="*/ 4 w 23"/>
                <a:gd name="T21" fmla="*/ 11 h 14"/>
                <a:gd name="T22" fmla="*/ 8 w 23"/>
                <a:gd name="T23" fmla="*/ 8 h 14"/>
                <a:gd name="T24" fmla="*/ 8 w 23"/>
                <a:gd name="T25" fmla="*/ 9 h 14"/>
                <a:gd name="T26" fmla="*/ 6 w 23"/>
                <a:gd name="T27" fmla="*/ 11 h 14"/>
                <a:gd name="T28" fmla="*/ 0 w 23"/>
                <a:gd name="T29" fmla="*/ 12 h 14"/>
                <a:gd name="T30" fmla="*/ 1 w 23"/>
                <a:gd name="T31" fmla="*/ 13 h 14"/>
                <a:gd name="T32" fmla="*/ 9 w 23"/>
                <a:gd name="T33" fmla="*/ 14 h 14"/>
                <a:gd name="T34" fmla="*/ 10 w 23"/>
                <a:gd name="T35" fmla="*/ 14 h 14"/>
                <a:gd name="T36" fmla="*/ 8 w 23"/>
                <a:gd name="T37" fmla="*/ 13 h 14"/>
                <a:gd name="T38" fmla="*/ 11 w 23"/>
                <a:gd name="T39" fmla="*/ 10 h 14"/>
                <a:gd name="T40" fmla="*/ 13 w 23"/>
                <a:gd name="T41" fmla="*/ 10 h 14"/>
                <a:gd name="T42" fmla="*/ 12 w 23"/>
                <a:gd name="T43" fmla="*/ 8 h 14"/>
                <a:gd name="T44" fmla="*/ 14 w 23"/>
                <a:gd name="T45" fmla="*/ 8 h 14"/>
                <a:gd name="T46" fmla="*/ 14 w 23"/>
                <a:gd name="T47" fmla="*/ 7 h 14"/>
                <a:gd name="T48" fmla="*/ 15 w 23"/>
                <a:gd name="T49" fmla="*/ 7 h 14"/>
                <a:gd name="T50" fmla="*/ 18 w 23"/>
                <a:gd name="T51" fmla="*/ 4 h 14"/>
                <a:gd name="T52" fmla="*/ 16 w 23"/>
                <a:gd name="T53" fmla="*/ 4 h 14"/>
                <a:gd name="T54" fmla="*/ 16 w 23"/>
                <a:gd name="T55" fmla="*/ 3 h 14"/>
                <a:gd name="T56" fmla="*/ 20 w 23"/>
                <a:gd name="T57" fmla="*/ 5 h 14"/>
                <a:gd name="T58" fmla="*/ 21 w 23"/>
                <a:gd name="T59" fmla="*/ 6 h 14"/>
                <a:gd name="T60" fmla="*/ 23 w 23"/>
                <a:gd name="T61" fmla="*/ 3 h 14"/>
                <a:gd name="T62" fmla="*/ 22 w 23"/>
                <a:gd name="T63" fmla="*/ 3 h 14"/>
                <a:gd name="T64" fmla="*/ 13 w 23"/>
                <a:gd name="T65" fmla="*/ 0 h 14"/>
                <a:gd name="T66" fmla="*/ 12 w 23"/>
                <a:gd name="T67" fmla="*/ 0 h 14"/>
                <a:gd name="T68" fmla="*/ 11 w 23"/>
                <a:gd name="T69" fmla="*/ 1 h 14"/>
                <a:gd name="T70" fmla="*/ 14 w 23"/>
                <a:gd name="T71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" h="14">
                  <a:moveTo>
                    <a:pt x="10" y="5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5"/>
                    <a:pt x="10" y="5"/>
                    <a:pt x="10" y="5"/>
                  </a:cubicBezTo>
                  <a:close/>
                  <a:moveTo>
                    <a:pt x="14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7" y="6"/>
                    <a:pt x="9" y="7"/>
                    <a:pt x="6" y="7"/>
                  </a:cubicBezTo>
                  <a:cubicBezTo>
                    <a:pt x="3" y="8"/>
                    <a:pt x="4" y="8"/>
                    <a:pt x="4" y="11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4" y="11"/>
                    <a:pt x="0" y="10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2"/>
                    <a:pt x="10" y="10"/>
                    <a:pt x="11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7"/>
                    <a:pt x="17" y="6"/>
                    <a:pt x="18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0" y="2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14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4" name="í$ḷídè"/>
            <p:cNvSpPr/>
            <p:nvPr/>
          </p:nvSpPr>
          <p:spPr bwMode="auto">
            <a:xfrm>
              <a:off x="10235002" y="678728"/>
              <a:ext cx="38487" cy="29070"/>
            </a:xfrm>
            <a:custGeom>
              <a:avLst/>
              <a:gdLst>
                <a:gd name="T0" fmla="*/ 5 w 23"/>
                <a:gd name="T1" fmla="*/ 4 h 17"/>
                <a:gd name="T2" fmla="*/ 5 w 23"/>
                <a:gd name="T3" fmla="*/ 4 h 17"/>
                <a:gd name="T4" fmla="*/ 4 w 23"/>
                <a:gd name="T5" fmla="*/ 2 h 17"/>
                <a:gd name="T6" fmla="*/ 5 w 23"/>
                <a:gd name="T7" fmla="*/ 0 h 17"/>
                <a:gd name="T8" fmla="*/ 9 w 23"/>
                <a:gd name="T9" fmla="*/ 4 h 17"/>
                <a:gd name="T10" fmla="*/ 16 w 23"/>
                <a:gd name="T11" fmla="*/ 4 h 17"/>
                <a:gd name="T12" fmla="*/ 21 w 23"/>
                <a:gd name="T13" fmla="*/ 1 h 17"/>
                <a:gd name="T14" fmla="*/ 18 w 23"/>
                <a:gd name="T15" fmla="*/ 5 h 17"/>
                <a:gd name="T16" fmla="*/ 11 w 23"/>
                <a:gd name="T17" fmla="*/ 6 h 17"/>
                <a:gd name="T18" fmla="*/ 11 w 23"/>
                <a:gd name="T19" fmla="*/ 7 h 17"/>
                <a:gd name="T20" fmla="*/ 14 w 23"/>
                <a:gd name="T21" fmla="*/ 9 h 17"/>
                <a:gd name="T22" fmla="*/ 14 w 23"/>
                <a:gd name="T23" fmla="*/ 8 h 17"/>
                <a:gd name="T24" fmla="*/ 13 w 23"/>
                <a:gd name="T25" fmla="*/ 11 h 17"/>
                <a:gd name="T26" fmla="*/ 12 w 23"/>
                <a:gd name="T27" fmla="*/ 11 h 17"/>
                <a:gd name="T28" fmla="*/ 8 w 23"/>
                <a:gd name="T29" fmla="*/ 7 h 17"/>
                <a:gd name="T30" fmla="*/ 3 w 23"/>
                <a:gd name="T31" fmla="*/ 17 h 17"/>
                <a:gd name="T32" fmla="*/ 2 w 23"/>
                <a:gd name="T33" fmla="*/ 17 h 17"/>
                <a:gd name="T34" fmla="*/ 1 w 23"/>
                <a:gd name="T35" fmla="*/ 12 h 17"/>
                <a:gd name="T36" fmla="*/ 6 w 23"/>
                <a:gd name="T37" fmla="*/ 7 h 17"/>
                <a:gd name="T38" fmla="*/ 0 w 23"/>
                <a:gd name="T39" fmla="*/ 1 h 17"/>
                <a:gd name="T40" fmla="*/ 4 w 23"/>
                <a:gd name="T41" fmla="*/ 4 h 17"/>
                <a:gd name="T42" fmla="*/ 4 w 23"/>
                <a:gd name="T4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17">
                  <a:moveTo>
                    <a:pt x="5" y="4"/>
                  </a:moveTo>
                  <a:cubicBezTo>
                    <a:pt x="5" y="3"/>
                    <a:pt x="4" y="5"/>
                    <a:pt x="5" y="4"/>
                  </a:cubicBezTo>
                  <a:close/>
                  <a:moveTo>
                    <a:pt x="4" y="2"/>
                  </a:moveTo>
                  <a:cubicBezTo>
                    <a:pt x="4" y="1"/>
                    <a:pt x="5" y="1"/>
                    <a:pt x="5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4" y="4"/>
                    <a:pt x="16" y="4"/>
                  </a:cubicBezTo>
                  <a:cubicBezTo>
                    <a:pt x="20" y="3"/>
                    <a:pt x="19" y="1"/>
                    <a:pt x="21" y="1"/>
                  </a:cubicBezTo>
                  <a:cubicBezTo>
                    <a:pt x="23" y="1"/>
                    <a:pt x="22" y="5"/>
                    <a:pt x="18" y="5"/>
                  </a:cubicBezTo>
                  <a:cubicBezTo>
                    <a:pt x="15" y="5"/>
                    <a:pt x="14" y="5"/>
                    <a:pt x="11" y="6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0"/>
                    <a:pt x="14" y="11"/>
                    <a:pt x="13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9" y="8"/>
                    <a:pt x="8" y="7"/>
                  </a:cubicBezTo>
                  <a:cubicBezTo>
                    <a:pt x="5" y="11"/>
                    <a:pt x="4" y="12"/>
                    <a:pt x="3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5"/>
                    <a:pt x="1" y="14"/>
                    <a:pt x="1" y="12"/>
                  </a:cubicBezTo>
                  <a:cubicBezTo>
                    <a:pt x="1" y="10"/>
                    <a:pt x="6" y="9"/>
                    <a:pt x="6" y="7"/>
                  </a:cubicBezTo>
                  <a:cubicBezTo>
                    <a:pt x="2" y="6"/>
                    <a:pt x="0" y="5"/>
                    <a:pt x="0" y="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5" name="i$ḷíḓe"/>
            <p:cNvSpPr/>
            <p:nvPr/>
          </p:nvSpPr>
          <p:spPr bwMode="auto">
            <a:xfrm>
              <a:off x="9922603" y="633281"/>
              <a:ext cx="20063" cy="33984"/>
            </a:xfrm>
            <a:custGeom>
              <a:avLst/>
              <a:gdLst>
                <a:gd name="T0" fmla="*/ 1 w 12"/>
                <a:gd name="T1" fmla="*/ 10 h 20"/>
                <a:gd name="T2" fmla="*/ 3 w 12"/>
                <a:gd name="T3" fmla="*/ 10 h 20"/>
                <a:gd name="T4" fmla="*/ 2 w 12"/>
                <a:gd name="T5" fmla="*/ 11 h 20"/>
                <a:gd name="T6" fmla="*/ 1 w 12"/>
                <a:gd name="T7" fmla="*/ 10 h 20"/>
                <a:gd name="T8" fmla="*/ 7 w 12"/>
                <a:gd name="T9" fmla="*/ 3 h 20"/>
                <a:gd name="T10" fmla="*/ 9 w 12"/>
                <a:gd name="T11" fmla="*/ 4 h 20"/>
                <a:gd name="T12" fmla="*/ 5 w 12"/>
                <a:gd name="T13" fmla="*/ 8 h 20"/>
                <a:gd name="T14" fmla="*/ 2 w 12"/>
                <a:gd name="T15" fmla="*/ 7 h 20"/>
                <a:gd name="T16" fmla="*/ 1 w 12"/>
                <a:gd name="T17" fmla="*/ 7 h 20"/>
                <a:gd name="T18" fmla="*/ 0 w 12"/>
                <a:gd name="T19" fmla="*/ 9 h 20"/>
                <a:gd name="T20" fmla="*/ 0 w 12"/>
                <a:gd name="T21" fmla="*/ 10 h 20"/>
                <a:gd name="T22" fmla="*/ 3 w 12"/>
                <a:gd name="T23" fmla="*/ 14 h 20"/>
                <a:gd name="T24" fmla="*/ 4 w 12"/>
                <a:gd name="T25" fmla="*/ 14 h 20"/>
                <a:gd name="T26" fmla="*/ 7 w 12"/>
                <a:gd name="T27" fmla="*/ 11 h 20"/>
                <a:gd name="T28" fmla="*/ 8 w 12"/>
                <a:gd name="T29" fmla="*/ 13 h 20"/>
                <a:gd name="T30" fmla="*/ 8 w 12"/>
                <a:gd name="T31" fmla="*/ 15 h 20"/>
                <a:gd name="T32" fmla="*/ 6 w 12"/>
                <a:gd name="T33" fmla="*/ 20 h 20"/>
                <a:gd name="T34" fmla="*/ 10 w 12"/>
                <a:gd name="T35" fmla="*/ 17 h 20"/>
                <a:gd name="T36" fmla="*/ 10 w 12"/>
                <a:gd name="T37" fmla="*/ 15 h 20"/>
                <a:gd name="T38" fmla="*/ 8 w 12"/>
                <a:gd name="T39" fmla="*/ 10 h 20"/>
                <a:gd name="T40" fmla="*/ 12 w 12"/>
                <a:gd name="T41" fmla="*/ 6 h 20"/>
                <a:gd name="T42" fmla="*/ 12 w 12"/>
                <a:gd name="T43" fmla="*/ 5 h 20"/>
                <a:gd name="T44" fmla="*/ 7 w 12"/>
                <a:gd name="T45" fmla="*/ 0 h 20"/>
                <a:gd name="T46" fmla="*/ 7 w 12"/>
                <a:gd name="T47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" h="20">
                  <a:moveTo>
                    <a:pt x="1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2" y="11"/>
                  </a:cubicBezTo>
                  <a:cubicBezTo>
                    <a:pt x="1" y="11"/>
                    <a:pt x="2" y="11"/>
                    <a:pt x="1" y="10"/>
                  </a:cubicBezTo>
                  <a:close/>
                  <a:moveTo>
                    <a:pt x="7" y="3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6" y="8"/>
                    <a:pt x="5" y="8"/>
                  </a:cubicBezTo>
                  <a:cubicBezTo>
                    <a:pt x="4" y="8"/>
                    <a:pt x="4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" y="14"/>
                    <a:pt x="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4"/>
                    <a:pt x="5" y="12"/>
                    <a:pt x="7" y="11"/>
                  </a:cubicBezTo>
                  <a:cubicBezTo>
                    <a:pt x="8" y="12"/>
                    <a:pt x="8" y="12"/>
                    <a:pt x="8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7"/>
                    <a:pt x="6" y="18"/>
                    <a:pt x="6" y="20"/>
                  </a:cubicBezTo>
                  <a:cubicBezTo>
                    <a:pt x="8" y="20"/>
                    <a:pt x="10" y="19"/>
                    <a:pt x="10" y="1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3"/>
                    <a:pt x="9" y="12"/>
                    <a:pt x="8" y="10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9" y="1"/>
                    <a:pt x="7" y="0"/>
                  </a:cubicBezTo>
                  <a:lnTo>
                    <a:pt x="7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6" name="işḻidé"/>
            <p:cNvSpPr/>
            <p:nvPr/>
          </p:nvSpPr>
          <p:spPr bwMode="auto">
            <a:xfrm>
              <a:off x="10127320" y="961648"/>
              <a:ext cx="16787" cy="33574"/>
            </a:xfrm>
            <a:custGeom>
              <a:avLst/>
              <a:gdLst>
                <a:gd name="T0" fmla="*/ 25 w 41"/>
                <a:gd name="T1" fmla="*/ 82 h 82"/>
                <a:gd name="T2" fmla="*/ 41 w 41"/>
                <a:gd name="T3" fmla="*/ 82 h 82"/>
                <a:gd name="T4" fmla="*/ 17 w 41"/>
                <a:gd name="T5" fmla="*/ 0 h 82"/>
                <a:gd name="T6" fmla="*/ 0 w 41"/>
                <a:gd name="T7" fmla="*/ 4 h 82"/>
                <a:gd name="T8" fmla="*/ 25 w 41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82">
                  <a:moveTo>
                    <a:pt x="25" y="82"/>
                  </a:moveTo>
                  <a:lnTo>
                    <a:pt x="41" y="82"/>
                  </a:lnTo>
                  <a:lnTo>
                    <a:pt x="17" y="0"/>
                  </a:lnTo>
                  <a:lnTo>
                    <a:pt x="0" y="4"/>
                  </a:lnTo>
                  <a:lnTo>
                    <a:pt x="25" y="8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7" name="iṣ1ídé"/>
            <p:cNvSpPr/>
            <p:nvPr/>
          </p:nvSpPr>
          <p:spPr bwMode="auto">
            <a:xfrm>
              <a:off x="10223128" y="888768"/>
              <a:ext cx="31936" cy="25385"/>
            </a:xfrm>
            <a:custGeom>
              <a:avLst/>
              <a:gdLst>
                <a:gd name="T0" fmla="*/ 0 w 19"/>
                <a:gd name="T1" fmla="*/ 4 h 15"/>
                <a:gd name="T2" fmla="*/ 17 w 19"/>
                <a:gd name="T3" fmla="*/ 15 h 15"/>
                <a:gd name="T4" fmla="*/ 19 w 19"/>
                <a:gd name="T5" fmla="*/ 12 h 15"/>
                <a:gd name="T6" fmla="*/ 2 w 19"/>
                <a:gd name="T7" fmla="*/ 0 h 15"/>
                <a:gd name="T8" fmla="*/ 0 w 19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5">
                  <a:moveTo>
                    <a:pt x="0" y="4"/>
                  </a:moveTo>
                  <a:cubicBezTo>
                    <a:pt x="2" y="5"/>
                    <a:pt x="16" y="15"/>
                    <a:pt x="17" y="15"/>
                  </a:cubicBezTo>
                  <a:cubicBezTo>
                    <a:pt x="17" y="15"/>
                    <a:pt x="18" y="13"/>
                    <a:pt x="19" y="12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8" name="ïşḻíďe"/>
            <p:cNvSpPr/>
            <p:nvPr/>
          </p:nvSpPr>
          <p:spPr bwMode="auto">
            <a:xfrm>
              <a:off x="9892305" y="875257"/>
              <a:ext cx="33574" cy="22110"/>
            </a:xfrm>
            <a:custGeom>
              <a:avLst/>
              <a:gdLst>
                <a:gd name="T0" fmla="*/ 0 w 20"/>
                <a:gd name="T1" fmla="*/ 10 h 13"/>
                <a:gd name="T2" fmla="*/ 2 w 20"/>
                <a:gd name="T3" fmla="*/ 13 h 13"/>
                <a:gd name="T4" fmla="*/ 20 w 20"/>
                <a:gd name="T5" fmla="*/ 4 h 13"/>
                <a:gd name="T6" fmla="*/ 18 w 20"/>
                <a:gd name="T7" fmla="*/ 0 h 13"/>
                <a:gd name="T8" fmla="*/ 0 w 20"/>
                <a:gd name="T9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3">
                  <a:moveTo>
                    <a:pt x="0" y="10"/>
                  </a:moveTo>
                  <a:cubicBezTo>
                    <a:pt x="1" y="11"/>
                    <a:pt x="2" y="13"/>
                    <a:pt x="2" y="13"/>
                  </a:cubicBezTo>
                  <a:cubicBezTo>
                    <a:pt x="4" y="13"/>
                    <a:pt x="16" y="5"/>
                    <a:pt x="20" y="4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9" name="î$ļîdè"/>
            <p:cNvSpPr/>
            <p:nvPr/>
          </p:nvSpPr>
          <p:spPr bwMode="auto">
            <a:xfrm>
              <a:off x="10060173" y="849872"/>
              <a:ext cx="15149" cy="23748"/>
            </a:xfrm>
            <a:custGeom>
              <a:avLst/>
              <a:gdLst>
                <a:gd name="T0" fmla="*/ 3 w 9"/>
                <a:gd name="T1" fmla="*/ 5 h 14"/>
                <a:gd name="T2" fmla="*/ 5 w 9"/>
                <a:gd name="T3" fmla="*/ 2 h 14"/>
                <a:gd name="T4" fmla="*/ 6 w 9"/>
                <a:gd name="T5" fmla="*/ 4 h 14"/>
                <a:gd name="T6" fmla="*/ 5 w 9"/>
                <a:gd name="T7" fmla="*/ 6 h 14"/>
                <a:gd name="T8" fmla="*/ 3 w 9"/>
                <a:gd name="T9" fmla="*/ 5 h 14"/>
                <a:gd name="T10" fmla="*/ 0 w 9"/>
                <a:gd name="T11" fmla="*/ 3 h 14"/>
                <a:gd name="T12" fmla="*/ 0 w 9"/>
                <a:gd name="T13" fmla="*/ 5 h 14"/>
                <a:gd name="T14" fmla="*/ 3 w 9"/>
                <a:gd name="T15" fmla="*/ 8 h 14"/>
                <a:gd name="T16" fmla="*/ 6 w 9"/>
                <a:gd name="T17" fmla="*/ 8 h 14"/>
                <a:gd name="T18" fmla="*/ 6 w 9"/>
                <a:gd name="T19" fmla="*/ 11 h 14"/>
                <a:gd name="T20" fmla="*/ 5 w 9"/>
                <a:gd name="T21" fmla="*/ 12 h 14"/>
                <a:gd name="T22" fmla="*/ 3 w 9"/>
                <a:gd name="T23" fmla="*/ 10 h 14"/>
                <a:gd name="T24" fmla="*/ 0 w 9"/>
                <a:gd name="T25" fmla="*/ 10 h 14"/>
                <a:gd name="T26" fmla="*/ 4 w 9"/>
                <a:gd name="T27" fmla="*/ 14 h 14"/>
                <a:gd name="T28" fmla="*/ 5 w 9"/>
                <a:gd name="T29" fmla="*/ 14 h 14"/>
                <a:gd name="T30" fmla="*/ 9 w 9"/>
                <a:gd name="T31" fmla="*/ 9 h 14"/>
                <a:gd name="T32" fmla="*/ 9 w 9"/>
                <a:gd name="T33" fmla="*/ 4 h 14"/>
                <a:gd name="T34" fmla="*/ 5 w 9"/>
                <a:gd name="T35" fmla="*/ 0 h 14"/>
                <a:gd name="T36" fmla="*/ 0 w 9"/>
                <a:gd name="T37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" h="14">
                  <a:moveTo>
                    <a:pt x="3" y="5"/>
                  </a:moveTo>
                  <a:cubicBezTo>
                    <a:pt x="3" y="3"/>
                    <a:pt x="4" y="2"/>
                    <a:pt x="5" y="2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6" y="6"/>
                    <a:pt x="5" y="6"/>
                  </a:cubicBezTo>
                  <a:cubicBezTo>
                    <a:pt x="4" y="6"/>
                    <a:pt x="3" y="5"/>
                    <a:pt x="3" y="5"/>
                  </a:cubicBezTo>
                  <a:close/>
                  <a:moveTo>
                    <a:pt x="0" y="3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2" y="7"/>
                    <a:pt x="3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5" y="12"/>
                    <a:pt x="5" y="12"/>
                  </a:cubicBezTo>
                  <a:cubicBezTo>
                    <a:pt x="4" y="12"/>
                    <a:pt x="3" y="11"/>
                    <a:pt x="3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2"/>
                    <a:pt x="2" y="14"/>
                    <a:pt x="4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9" y="11"/>
                    <a:pt x="9" y="9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3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0" name="íṥļiḓè"/>
            <p:cNvSpPr/>
            <p:nvPr/>
          </p:nvSpPr>
          <p:spPr bwMode="auto">
            <a:xfrm>
              <a:off x="9937753" y="924389"/>
              <a:ext cx="27023" cy="30299"/>
            </a:xfrm>
            <a:custGeom>
              <a:avLst/>
              <a:gdLst>
                <a:gd name="T0" fmla="*/ 66 w 66"/>
                <a:gd name="T1" fmla="*/ 12 h 74"/>
                <a:gd name="T2" fmla="*/ 57 w 66"/>
                <a:gd name="T3" fmla="*/ 0 h 74"/>
                <a:gd name="T4" fmla="*/ 0 w 66"/>
                <a:gd name="T5" fmla="*/ 66 h 74"/>
                <a:gd name="T6" fmla="*/ 12 w 66"/>
                <a:gd name="T7" fmla="*/ 74 h 74"/>
                <a:gd name="T8" fmla="*/ 66 w 66"/>
                <a:gd name="T9" fmla="*/ 1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74">
                  <a:moveTo>
                    <a:pt x="66" y="12"/>
                  </a:moveTo>
                  <a:lnTo>
                    <a:pt x="57" y="0"/>
                  </a:lnTo>
                  <a:lnTo>
                    <a:pt x="0" y="66"/>
                  </a:lnTo>
                  <a:lnTo>
                    <a:pt x="12" y="74"/>
                  </a:lnTo>
                  <a:lnTo>
                    <a:pt x="66" y="1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1" name="ïsḷiḍe"/>
            <p:cNvSpPr/>
            <p:nvPr/>
          </p:nvSpPr>
          <p:spPr bwMode="auto">
            <a:xfrm>
              <a:off x="10078598" y="849872"/>
              <a:ext cx="15149" cy="23748"/>
            </a:xfrm>
            <a:custGeom>
              <a:avLst/>
              <a:gdLst>
                <a:gd name="T0" fmla="*/ 0 w 9"/>
                <a:gd name="T1" fmla="*/ 4 h 14"/>
                <a:gd name="T2" fmla="*/ 3 w 9"/>
                <a:gd name="T3" fmla="*/ 4 h 14"/>
                <a:gd name="T4" fmla="*/ 4 w 9"/>
                <a:gd name="T5" fmla="*/ 2 h 14"/>
                <a:gd name="T6" fmla="*/ 6 w 9"/>
                <a:gd name="T7" fmla="*/ 3 h 14"/>
                <a:gd name="T8" fmla="*/ 6 w 9"/>
                <a:gd name="T9" fmla="*/ 4 h 14"/>
                <a:gd name="T10" fmla="*/ 0 w 9"/>
                <a:gd name="T11" fmla="*/ 11 h 14"/>
                <a:gd name="T12" fmla="*/ 0 w 9"/>
                <a:gd name="T13" fmla="*/ 14 h 14"/>
                <a:gd name="T14" fmla="*/ 9 w 9"/>
                <a:gd name="T15" fmla="*/ 14 h 14"/>
                <a:gd name="T16" fmla="*/ 9 w 9"/>
                <a:gd name="T17" fmla="*/ 11 h 14"/>
                <a:gd name="T18" fmla="*/ 3 w 9"/>
                <a:gd name="T19" fmla="*/ 11 h 14"/>
                <a:gd name="T20" fmla="*/ 9 w 9"/>
                <a:gd name="T21" fmla="*/ 3 h 14"/>
                <a:gd name="T22" fmla="*/ 6 w 9"/>
                <a:gd name="T23" fmla="*/ 0 h 14"/>
                <a:gd name="T24" fmla="*/ 4 w 9"/>
                <a:gd name="T25" fmla="*/ 0 h 14"/>
                <a:gd name="T26" fmla="*/ 0 w 9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4">
                  <a:moveTo>
                    <a:pt x="0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3" y="2"/>
                    <a:pt x="4" y="2"/>
                  </a:cubicBezTo>
                  <a:cubicBezTo>
                    <a:pt x="5" y="2"/>
                    <a:pt x="6" y="2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6"/>
                    <a:pt x="0" y="10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9"/>
                    <a:pt x="9" y="7"/>
                    <a:pt x="9" y="3"/>
                  </a:cubicBezTo>
                  <a:cubicBezTo>
                    <a:pt x="9" y="2"/>
                    <a:pt x="7" y="0"/>
                    <a:pt x="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2" name="íšḻîḓé"/>
            <p:cNvSpPr/>
            <p:nvPr/>
          </p:nvSpPr>
          <p:spPr bwMode="auto">
            <a:xfrm>
              <a:off x="10097432" y="849872"/>
              <a:ext cx="14740" cy="23748"/>
            </a:xfrm>
            <a:custGeom>
              <a:avLst/>
              <a:gdLst>
                <a:gd name="T0" fmla="*/ 5 w 9"/>
                <a:gd name="T1" fmla="*/ 4 h 14"/>
                <a:gd name="T2" fmla="*/ 5 w 9"/>
                <a:gd name="T3" fmla="*/ 8 h 14"/>
                <a:gd name="T4" fmla="*/ 2 w 9"/>
                <a:gd name="T5" fmla="*/ 8 h 14"/>
                <a:gd name="T6" fmla="*/ 5 w 9"/>
                <a:gd name="T7" fmla="*/ 4 h 14"/>
                <a:gd name="T8" fmla="*/ 0 w 9"/>
                <a:gd name="T9" fmla="*/ 9 h 14"/>
                <a:gd name="T10" fmla="*/ 0 w 9"/>
                <a:gd name="T11" fmla="*/ 11 h 14"/>
                <a:gd name="T12" fmla="*/ 5 w 9"/>
                <a:gd name="T13" fmla="*/ 11 h 14"/>
                <a:gd name="T14" fmla="*/ 5 w 9"/>
                <a:gd name="T15" fmla="*/ 14 h 14"/>
                <a:gd name="T16" fmla="*/ 7 w 9"/>
                <a:gd name="T17" fmla="*/ 14 h 14"/>
                <a:gd name="T18" fmla="*/ 7 w 9"/>
                <a:gd name="T19" fmla="*/ 11 h 14"/>
                <a:gd name="T20" fmla="*/ 9 w 9"/>
                <a:gd name="T21" fmla="*/ 11 h 14"/>
                <a:gd name="T22" fmla="*/ 9 w 9"/>
                <a:gd name="T23" fmla="*/ 8 h 14"/>
                <a:gd name="T24" fmla="*/ 7 w 9"/>
                <a:gd name="T25" fmla="*/ 8 h 14"/>
                <a:gd name="T26" fmla="*/ 7 w 9"/>
                <a:gd name="T27" fmla="*/ 0 h 14"/>
                <a:gd name="T28" fmla="*/ 6 w 9"/>
                <a:gd name="T29" fmla="*/ 0 h 14"/>
                <a:gd name="T30" fmla="*/ 0 w 9"/>
                <a:gd name="T3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14">
                  <a:moveTo>
                    <a:pt x="5" y="4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5" y="4"/>
                    <a:pt x="5" y="4"/>
                    <a:pt x="5" y="4"/>
                  </a:cubicBezTo>
                  <a:close/>
                  <a:moveTo>
                    <a:pt x="0" y="9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0" y="7"/>
                    <a:pt x="0" y="9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3" name="î$1iḍe"/>
            <p:cNvSpPr/>
            <p:nvPr/>
          </p:nvSpPr>
          <p:spPr bwMode="auto">
            <a:xfrm>
              <a:off x="9887393" y="690601"/>
              <a:ext cx="18425" cy="35621"/>
            </a:xfrm>
            <a:custGeom>
              <a:avLst/>
              <a:gdLst>
                <a:gd name="T0" fmla="*/ 3 w 11"/>
                <a:gd name="T1" fmla="*/ 3 h 21"/>
                <a:gd name="T2" fmla="*/ 3 w 11"/>
                <a:gd name="T3" fmla="*/ 10 h 21"/>
                <a:gd name="T4" fmla="*/ 0 w 11"/>
                <a:gd name="T5" fmla="*/ 11 h 21"/>
                <a:gd name="T6" fmla="*/ 2 w 11"/>
                <a:gd name="T7" fmla="*/ 13 h 21"/>
                <a:gd name="T8" fmla="*/ 6 w 11"/>
                <a:gd name="T9" fmla="*/ 13 h 21"/>
                <a:gd name="T10" fmla="*/ 8 w 11"/>
                <a:gd name="T11" fmla="*/ 21 h 21"/>
                <a:gd name="T12" fmla="*/ 11 w 11"/>
                <a:gd name="T13" fmla="*/ 18 h 21"/>
                <a:gd name="T14" fmla="*/ 7 w 11"/>
                <a:gd name="T15" fmla="*/ 11 h 21"/>
                <a:gd name="T16" fmla="*/ 9 w 11"/>
                <a:gd name="T17" fmla="*/ 4 h 21"/>
                <a:gd name="T18" fmla="*/ 4 w 11"/>
                <a:gd name="T19" fmla="*/ 0 h 21"/>
                <a:gd name="T20" fmla="*/ 2 w 11"/>
                <a:gd name="T21" fmla="*/ 0 h 21"/>
                <a:gd name="T22" fmla="*/ 3 w 11"/>
                <a:gd name="T23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21">
                  <a:moveTo>
                    <a:pt x="3" y="3"/>
                  </a:moveTo>
                  <a:cubicBezTo>
                    <a:pt x="9" y="3"/>
                    <a:pt x="5" y="6"/>
                    <a:pt x="3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9" y="15"/>
                    <a:pt x="8" y="16"/>
                    <a:pt x="8" y="21"/>
                  </a:cubicBezTo>
                  <a:cubicBezTo>
                    <a:pt x="9" y="20"/>
                    <a:pt x="11" y="19"/>
                    <a:pt x="11" y="18"/>
                  </a:cubicBezTo>
                  <a:cubicBezTo>
                    <a:pt x="11" y="15"/>
                    <a:pt x="9" y="12"/>
                    <a:pt x="7" y="11"/>
                  </a:cubicBezTo>
                  <a:cubicBezTo>
                    <a:pt x="7" y="9"/>
                    <a:pt x="9" y="5"/>
                    <a:pt x="9" y="4"/>
                  </a:cubicBezTo>
                  <a:cubicBezTo>
                    <a:pt x="9" y="3"/>
                    <a:pt x="6" y="0"/>
                    <a:pt x="4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4" name="îŝlïďé"/>
            <p:cNvSpPr/>
            <p:nvPr/>
          </p:nvSpPr>
          <p:spPr bwMode="auto">
            <a:xfrm>
              <a:off x="10183004" y="609533"/>
              <a:ext cx="31936" cy="28661"/>
            </a:xfrm>
            <a:custGeom>
              <a:avLst/>
              <a:gdLst>
                <a:gd name="T0" fmla="*/ 3 w 19"/>
                <a:gd name="T1" fmla="*/ 15 h 17"/>
                <a:gd name="T2" fmla="*/ 5 w 19"/>
                <a:gd name="T3" fmla="*/ 13 h 17"/>
                <a:gd name="T4" fmla="*/ 6 w 19"/>
                <a:gd name="T5" fmla="*/ 13 h 17"/>
                <a:gd name="T6" fmla="*/ 3 w 19"/>
                <a:gd name="T7" fmla="*/ 15 h 17"/>
                <a:gd name="T8" fmla="*/ 13 w 19"/>
                <a:gd name="T9" fmla="*/ 2 h 17"/>
                <a:gd name="T10" fmla="*/ 14 w 19"/>
                <a:gd name="T11" fmla="*/ 4 h 17"/>
                <a:gd name="T12" fmla="*/ 7 w 19"/>
                <a:gd name="T13" fmla="*/ 8 h 17"/>
                <a:gd name="T14" fmla="*/ 8 w 19"/>
                <a:gd name="T15" fmla="*/ 10 h 17"/>
                <a:gd name="T16" fmla="*/ 7 w 19"/>
                <a:gd name="T17" fmla="*/ 10 h 17"/>
                <a:gd name="T18" fmla="*/ 6 w 19"/>
                <a:gd name="T19" fmla="*/ 9 h 17"/>
                <a:gd name="T20" fmla="*/ 4 w 19"/>
                <a:gd name="T21" fmla="*/ 10 h 17"/>
                <a:gd name="T22" fmla="*/ 2 w 19"/>
                <a:gd name="T23" fmla="*/ 10 h 17"/>
                <a:gd name="T24" fmla="*/ 2 w 19"/>
                <a:gd name="T25" fmla="*/ 11 h 17"/>
                <a:gd name="T26" fmla="*/ 0 w 19"/>
                <a:gd name="T27" fmla="*/ 14 h 17"/>
                <a:gd name="T28" fmla="*/ 3 w 19"/>
                <a:gd name="T29" fmla="*/ 17 h 17"/>
                <a:gd name="T30" fmla="*/ 10 w 19"/>
                <a:gd name="T31" fmla="*/ 10 h 17"/>
                <a:gd name="T32" fmla="*/ 10 w 19"/>
                <a:gd name="T33" fmla="*/ 9 h 17"/>
                <a:gd name="T34" fmla="*/ 12 w 19"/>
                <a:gd name="T35" fmla="*/ 6 h 17"/>
                <a:gd name="T36" fmla="*/ 18 w 19"/>
                <a:gd name="T37" fmla="*/ 6 h 17"/>
                <a:gd name="T38" fmla="*/ 19 w 19"/>
                <a:gd name="T39" fmla="*/ 3 h 17"/>
                <a:gd name="T40" fmla="*/ 14 w 19"/>
                <a:gd name="T41" fmla="*/ 0 h 17"/>
                <a:gd name="T42" fmla="*/ 13 w 19"/>
                <a:gd name="T4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17">
                  <a:moveTo>
                    <a:pt x="3" y="15"/>
                  </a:moveTo>
                  <a:cubicBezTo>
                    <a:pt x="3" y="13"/>
                    <a:pt x="4" y="14"/>
                    <a:pt x="5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5"/>
                    <a:pt x="5" y="15"/>
                    <a:pt x="3" y="15"/>
                  </a:cubicBezTo>
                  <a:close/>
                  <a:moveTo>
                    <a:pt x="13" y="2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8" y="6"/>
                    <a:pt x="11" y="6"/>
                    <a:pt x="7" y="8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1" y="13"/>
                    <a:pt x="0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6"/>
                    <a:pt x="10" y="11"/>
                    <a:pt x="1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3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5" name="îśḻîďé"/>
            <p:cNvSpPr/>
            <p:nvPr/>
          </p:nvSpPr>
          <p:spPr bwMode="auto">
            <a:xfrm>
              <a:off x="9945942" y="599297"/>
              <a:ext cx="20472" cy="33984"/>
            </a:xfrm>
            <a:custGeom>
              <a:avLst/>
              <a:gdLst>
                <a:gd name="T0" fmla="*/ 5 w 12"/>
                <a:gd name="T1" fmla="*/ 3 h 20"/>
                <a:gd name="T2" fmla="*/ 11 w 12"/>
                <a:gd name="T3" fmla="*/ 12 h 20"/>
                <a:gd name="T4" fmla="*/ 3 w 12"/>
                <a:gd name="T5" fmla="*/ 17 h 20"/>
                <a:gd name="T6" fmla="*/ 3 w 12"/>
                <a:gd name="T7" fmla="*/ 17 h 20"/>
                <a:gd name="T8" fmla="*/ 0 w 12"/>
                <a:gd name="T9" fmla="*/ 16 h 20"/>
                <a:gd name="T10" fmla="*/ 4 w 12"/>
                <a:gd name="T11" fmla="*/ 20 h 20"/>
                <a:gd name="T12" fmla="*/ 12 w 12"/>
                <a:gd name="T13" fmla="*/ 13 h 20"/>
                <a:gd name="T14" fmla="*/ 12 w 12"/>
                <a:gd name="T15" fmla="*/ 12 h 20"/>
                <a:gd name="T16" fmla="*/ 9 w 12"/>
                <a:gd name="T17" fmla="*/ 5 h 20"/>
                <a:gd name="T18" fmla="*/ 5 w 12"/>
                <a:gd name="T19" fmla="*/ 0 h 20"/>
                <a:gd name="T20" fmla="*/ 5 w 12"/>
                <a:gd name="T21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0">
                  <a:moveTo>
                    <a:pt x="5" y="3"/>
                  </a:moveTo>
                  <a:cubicBezTo>
                    <a:pt x="5" y="4"/>
                    <a:pt x="11" y="10"/>
                    <a:pt x="11" y="12"/>
                  </a:cubicBezTo>
                  <a:cubicBezTo>
                    <a:pt x="11" y="13"/>
                    <a:pt x="5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7"/>
                    <a:pt x="1" y="16"/>
                    <a:pt x="0" y="16"/>
                  </a:cubicBezTo>
                  <a:cubicBezTo>
                    <a:pt x="0" y="18"/>
                    <a:pt x="2" y="20"/>
                    <a:pt x="4" y="20"/>
                  </a:cubicBezTo>
                  <a:cubicBezTo>
                    <a:pt x="6" y="20"/>
                    <a:pt x="12" y="16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0"/>
                    <a:pt x="10" y="7"/>
                    <a:pt x="9" y="5"/>
                  </a:cubicBezTo>
                  <a:cubicBezTo>
                    <a:pt x="7" y="3"/>
                    <a:pt x="7" y="0"/>
                    <a:pt x="5" y="0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6" name="ïSḻîḑê"/>
            <p:cNvSpPr/>
            <p:nvPr/>
          </p:nvSpPr>
          <p:spPr bwMode="auto">
            <a:xfrm>
              <a:off x="10045024" y="849872"/>
              <a:ext cx="10236" cy="23748"/>
            </a:xfrm>
            <a:custGeom>
              <a:avLst/>
              <a:gdLst>
                <a:gd name="T0" fmla="*/ 0 w 6"/>
                <a:gd name="T1" fmla="*/ 2 h 14"/>
                <a:gd name="T2" fmla="*/ 0 w 6"/>
                <a:gd name="T3" fmla="*/ 5 h 14"/>
                <a:gd name="T4" fmla="*/ 3 w 6"/>
                <a:gd name="T5" fmla="*/ 3 h 14"/>
                <a:gd name="T6" fmla="*/ 3 w 6"/>
                <a:gd name="T7" fmla="*/ 14 h 14"/>
                <a:gd name="T8" fmla="*/ 6 w 6"/>
                <a:gd name="T9" fmla="*/ 14 h 14"/>
                <a:gd name="T10" fmla="*/ 6 w 6"/>
                <a:gd name="T11" fmla="*/ 1 h 14"/>
                <a:gd name="T12" fmla="*/ 4 w 6"/>
                <a:gd name="T13" fmla="*/ 0 h 14"/>
                <a:gd name="T14" fmla="*/ 4 w 6"/>
                <a:gd name="T15" fmla="*/ 0 h 14"/>
                <a:gd name="T16" fmla="*/ 0 w 6"/>
                <a:gd name="T17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4">
                  <a:moveTo>
                    <a:pt x="0" y="2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7" name="ïšľïdê"/>
            <p:cNvSpPr/>
            <p:nvPr/>
          </p:nvSpPr>
          <p:spPr bwMode="auto">
            <a:xfrm>
              <a:off x="10192831" y="929302"/>
              <a:ext cx="13512" cy="11874"/>
            </a:xfrm>
            <a:custGeom>
              <a:avLst/>
              <a:gdLst>
                <a:gd name="T0" fmla="*/ 0 w 8"/>
                <a:gd name="T1" fmla="*/ 4 h 7"/>
                <a:gd name="T2" fmla="*/ 4 w 8"/>
                <a:gd name="T3" fmla="*/ 7 h 7"/>
                <a:gd name="T4" fmla="*/ 8 w 8"/>
                <a:gd name="T5" fmla="*/ 3 h 7"/>
                <a:gd name="T6" fmla="*/ 8 w 8"/>
                <a:gd name="T7" fmla="*/ 2 h 7"/>
                <a:gd name="T8" fmla="*/ 6 w 8"/>
                <a:gd name="T9" fmla="*/ 0 h 7"/>
                <a:gd name="T10" fmla="*/ 0 w 8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8" y="5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3" y="0"/>
                    <a:pt x="2" y="3"/>
                    <a:pt x="0" y="4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8" name="iṧľïdê"/>
            <p:cNvSpPr/>
            <p:nvPr/>
          </p:nvSpPr>
          <p:spPr bwMode="auto">
            <a:xfrm>
              <a:off x="9949626" y="606258"/>
              <a:ext cx="9827" cy="20063"/>
            </a:xfrm>
            <a:custGeom>
              <a:avLst/>
              <a:gdLst>
                <a:gd name="T0" fmla="*/ 1 w 6"/>
                <a:gd name="T1" fmla="*/ 4 h 12"/>
                <a:gd name="T2" fmla="*/ 0 w 6"/>
                <a:gd name="T3" fmla="*/ 7 h 12"/>
                <a:gd name="T4" fmla="*/ 0 w 6"/>
                <a:gd name="T5" fmla="*/ 8 h 12"/>
                <a:gd name="T6" fmla="*/ 5 w 6"/>
                <a:gd name="T7" fmla="*/ 8 h 12"/>
                <a:gd name="T8" fmla="*/ 5 w 6"/>
                <a:gd name="T9" fmla="*/ 8 h 12"/>
                <a:gd name="T10" fmla="*/ 2 w 6"/>
                <a:gd name="T11" fmla="*/ 12 h 12"/>
                <a:gd name="T12" fmla="*/ 6 w 6"/>
                <a:gd name="T13" fmla="*/ 7 h 12"/>
                <a:gd name="T14" fmla="*/ 5 w 6"/>
                <a:gd name="T15" fmla="*/ 6 h 12"/>
                <a:gd name="T16" fmla="*/ 1 w 6"/>
                <a:gd name="T17" fmla="*/ 7 h 12"/>
                <a:gd name="T18" fmla="*/ 4 w 6"/>
                <a:gd name="T19" fmla="*/ 3 h 12"/>
                <a:gd name="T20" fmla="*/ 4 w 6"/>
                <a:gd name="T21" fmla="*/ 3 h 12"/>
                <a:gd name="T22" fmla="*/ 2 w 6"/>
                <a:gd name="T23" fmla="*/ 3 h 12"/>
                <a:gd name="T24" fmla="*/ 3 w 6"/>
                <a:gd name="T25" fmla="*/ 3 h 12"/>
                <a:gd name="T26" fmla="*/ 0 w 6"/>
                <a:gd name="T27" fmla="*/ 0 h 12"/>
                <a:gd name="T28" fmla="*/ 0 w 6"/>
                <a:gd name="T29" fmla="*/ 1 h 12"/>
                <a:gd name="T30" fmla="*/ 1 w 6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" h="12">
                  <a:moveTo>
                    <a:pt x="1" y="4"/>
                  </a:moveTo>
                  <a:cubicBezTo>
                    <a:pt x="1" y="5"/>
                    <a:pt x="0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3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3" y="9"/>
                    <a:pt x="2" y="10"/>
                    <a:pt x="2" y="12"/>
                  </a:cubicBezTo>
                  <a:cubicBezTo>
                    <a:pt x="3" y="12"/>
                    <a:pt x="6" y="9"/>
                    <a:pt x="6" y="7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3" y="6"/>
                    <a:pt x="4" y="7"/>
                    <a:pt x="1" y="7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9" name="íś1íḑe"/>
            <p:cNvSpPr/>
            <p:nvPr/>
          </p:nvSpPr>
          <p:spPr bwMode="auto">
            <a:xfrm>
              <a:off x="10134281" y="565724"/>
              <a:ext cx="11464" cy="13512"/>
            </a:xfrm>
            <a:custGeom>
              <a:avLst/>
              <a:gdLst>
                <a:gd name="T0" fmla="*/ 2 w 7"/>
                <a:gd name="T1" fmla="*/ 4 h 8"/>
                <a:gd name="T2" fmla="*/ 0 w 7"/>
                <a:gd name="T3" fmla="*/ 7 h 8"/>
                <a:gd name="T4" fmla="*/ 3 w 7"/>
                <a:gd name="T5" fmla="*/ 8 h 8"/>
                <a:gd name="T6" fmla="*/ 3 w 7"/>
                <a:gd name="T7" fmla="*/ 8 h 8"/>
                <a:gd name="T8" fmla="*/ 7 w 7"/>
                <a:gd name="T9" fmla="*/ 4 h 8"/>
                <a:gd name="T10" fmla="*/ 2 w 7"/>
                <a:gd name="T11" fmla="*/ 0 h 8"/>
                <a:gd name="T12" fmla="*/ 2 w 7"/>
                <a:gd name="T13" fmla="*/ 0 h 8"/>
                <a:gd name="T14" fmla="*/ 2 w 7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8">
                  <a:moveTo>
                    <a:pt x="2" y="4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8"/>
                    <a:pt x="6" y="5"/>
                    <a:pt x="7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0" name="iş1iḑe"/>
            <p:cNvSpPr/>
            <p:nvPr/>
          </p:nvSpPr>
          <p:spPr bwMode="auto">
            <a:xfrm>
              <a:off x="9924241" y="624683"/>
              <a:ext cx="8598" cy="13512"/>
            </a:xfrm>
            <a:custGeom>
              <a:avLst/>
              <a:gdLst>
                <a:gd name="T0" fmla="*/ 0 w 5"/>
                <a:gd name="T1" fmla="*/ 2 h 8"/>
                <a:gd name="T2" fmla="*/ 0 w 5"/>
                <a:gd name="T3" fmla="*/ 3 h 8"/>
                <a:gd name="T4" fmla="*/ 3 w 5"/>
                <a:gd name="T5" fmla="*/ 8 h 8"/>
                <a:gd name="T6" fmla="*/ 4 w 5"/>
                <a:gd name="T7" fmla="*/ 8 h 8"/>
                <a:gd name="T8" fmla="*/ 5 w 5"/>
                <a:gd name="T9" fmla="*/ 2 h 8"/>
                <a:gd name="T10" fmla="*/ 4 w 5"/>
                <a:gd name="T11" fmla="*/ 1 h 8"/>
                <a:gd name="T12" fmla="*/ 2 w 5"/>
                <a:gd name="T13" fmla="*/ 4 h 8"/>
                <a:gd name="T14" fmla="*/ 1 w 5"/>
                <a:gd name="T15" fmla="*/ 3 h 8"/>
                <a:gd name="T16" fmla="*/ 3 w 5"/>
                <a:gd name="T17" fmla="*/ 0 h 8"/>
                <a:gd name="T18" fmla="*/ 1 w 5"/>
                <a:gd name="T19" fmla="*/ 0 h 8"/>
                <a:gd name="T20" fmla="*/ 0 w 5"/>
                <a:gd name="T2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2" y="5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6"/>
                    <a:pt x="5" y="4"/>
                    <a:pt x="5" y="2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1" name="iṧ1íḓê"/>
            <p:cNvSpPr/>
            <p:nvPr/>
          </p:nvSpPr>
          <p:spPr bwMode="auto">
            <a:xfrm>
              <a:off x="10047071" y="819165"/>
              <a:ext cx="3276" cy="17196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2" name="ïşḷidé"/>
            <p:cNvSpPr/>
            <p:nvPr/>
          </p:nvSpPr>
          <p:spPr bwMode="auto">
            <a:xfrm>
              <a:off x="10134281" y="587425"/>
              <a:ext cx="15149" cy="6960"/>
            </a:xfrm>
            <a:custGeom>
              <a:avLst/>
              <a:gdLst>
                <a:gd name="T0" fmla="*/ 0 w 9"/>
                <a:gd name="T1" fmla="*/ 2 h 4"/>
                <a:gd name="T2" fmla="*/ 2 w 9"/>
                <a:gd name="T3" fmla="*/ 4 h 4"/>
                <a:gd name="T4" fmla="*/ 3 w 9"/>
                <a:gd name="T5" fmla="*/ 4 h 4"/>
                <a:gd name="T6" fmla="*/ 8 w 9"/>
                <a:gd name="T7" fmla="*/ 3 h 4"/>
                <a:gd name="T8" fmla="*/ 9 w 9"/>
                <a:gd name="T9" fmla="*/ 0 h 4"/>
                <a:gd name="T10" fmla="*/ 8 w 9"/>
                <a:gd name="T11" fmla="*/ 0 h 4"/>
                <a:gd name="T12" fmla="*/ 0 w 9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4">
                  <a:moveTo>
                    <a:pt x="0" y="2"/>
                  </a:move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5" y="4"/>
                    <a:pt x="5" y="3"/>
                    <a:pt x="8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3" name="îṧļíḑe"/>
            <p:cNvSpPr/>
            <p:nvPr/>
          </p:nvSpPr>
          <p:spPr bwMode="auto">
            <a:xfrm>
              <a:off x="9964775" y="946089"/>
              <a:ext cx="8189" cy="11874"/>
            </a:xfrm>
            <a:custGeom>
              <a:avLst/>
              <a:gdLst>
                <a:gd name="T0" fmla="*/ 0 w 5"/>
                <a:gd name="T1" fmla="*/ 5 h 7"/>
                <a:gd name="T2" fmla="*/ 3 w 5"/>
                <a:gd name="T3" fmla="*/ 7 h 7"/>
                <a:gd name="T4" fmla="*/ 5 w 5"/>
                <a:gd name="T5" fmla="*/ 0 h 7"/>
                <a:gd name="T6" fmla="*/ 0 w 5"/>
                <a:gd name="T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0" y="5"/>
                  </a:moveTo>
                  <a:cubicBezTo>
                    <a:pt x="0" y="6"/>
                    <a:pt x="2" y="7"/>
                    <a:pt x="3" y="7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0" y="5"/>
                    <a:pt x="0" y="5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4" name="iŝ1iḋé"/>
            <p:cNvSpPr/>
            <p:nvPr/>
          </p:nvSpPr>
          <p:spPr bwMode="auto">
            <a:xfrm>
              <a:off x="10103983" y="819165"/>
              <a:ext cx="3276" cy="17196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5" name="íṥľïḑé"/>
            <p:cNvSpPr/>
            <p:nvPr/>
          </p:nvSpPr>
          <p:spPr bwMode="auto">
            <a:xfrm>
              <a:off x="9988113" y="809338"/>
              <a:ext cx="13512" cy="1638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6" name="ïṧľíḓè"/>
            <p:cNvSpPr/>
            <p:nvPr/>
          </p:nvSpPr>
          <p:spPr bwMode="auto">
            <a:xfrm>
              <a:off x="10152706" y="809338"/>
              <a:ext cx="13512" cy="1638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7" name="ïš1îďe"/>
            <p:cNvSpPr/>
            <p:nvPr/>
          </p:nvSpPr>
          <p:spPr bwMode="auto">
            <a:xfrm>
              <a:off x="10171131" y="809338"/>
              <a:ext cx="11874" cy="1638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8" name="is1íḓé"/>
            <p:cNvSpPr/>
            <p:nvPr/>
          </p:nvSpPr>
          <p:spPr bwMode="auto">
            <a:xfrm>
              <a:off x="9969688" y="809338"/>
              <a:ext cx="13512" cy="1638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9" name="íṧlïďê"/>
            <p:cNvSpPr/>
            <p:nvPr/>
          </p:nvSpPr>
          <p:spPr bwMode="auto">
            <a:xfrm>
              <a:off x="10253427" y="749969"/>
              <a:ext cx="8189" cy="8598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4 h 5"/>
                <a:gd name="T6" fmla="*/ 2 w 5"/>
                <a:gd name="T7" fmla="*/ 0 h 5"/>
                <a:gd name="T8" fmla="*/ 3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4"/>
                  </a:cubicBezTo>
                  <a:cubicBezTo>
                    <a:pt x="5" y="2"/>
                    <a:pt x="4" y="1"/>
                    <a:pt x="2" y="0"/>
                  </a:cubicBezTo>
                  <a:cubicBezTo>
                    <a:pt x="2" y="3"/>
                    <a:pt x="0" y="5"/>
                    <a:pt x="3" y="5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0" name="ïsļíḓe"/>
            <p:cNvSpPr/>
            <p:nvPr/>
          </p:nvSpPr>
          <p:spPr bwMode="auto">
            <a:xfrm>
              <a:off x="10065496" y="853147"/>
              <a:ext cx="4913" cy="6960"/>
            </a:xfrm>
            <a:custGeom>
              <a:avLst/>
              <a:gdLst>
                <a:gd name="T0" fmla="*/ 0 w 3"/>
                <a:gd name="T1" fmla="*/ 3 h 4"/>
                <a:gd name="T2" fmla="*/ 2 w 3"/>
                <a:gd name="T3" fmla="*/ 4 h 4"/>
                <a:gd name="T4" fmla="*/ 3 w 3"/>
                <a:gd name="T5" fmla="*/ 2 h 4"/>
                <a:gd name="T6" fmla="*/ 2 w 3"/>
                <a:gd name="T7" fmla="*/ 0 h 4"/>
                <a:gd name="T8" fmla="*/ 0 w 3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3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1" name="ísľiḍè"/>
            <p:cNvSpPr/>
            <p:nvPr/>
          </p:nvSpPr>
          <p:spPr bwMode="auto">
            <a:xfrm>
              <a:off x="9885755" y="770441"/>
              <a:ext cx="9827" cy="3276"/>
            </a:xfrm>
            <a:custGeom>
              <a:avLst/>
              <a:gdLst>
                <a:gd name="T0" fmla="*/ 0 w 6"/>
                <a:gd name="T1" fmla="*/ 2 h 2"/>
                <a:gd name="T2" fmla="*/ 1 w 6"/>
                <a:gd name="T3" fmla="*/ 2 h 2"/>
                <a:gd name="T4" fmla="*/ 3 w 6"/>
                <a:gd name="T5" fmla="*/ 2 h 2"/>
                <a:gd name="T6" fmla="*/ 5 w 6"/>
                <a:gd name="T7" fmla="*/ 2 h 2"/>
                <a:gd name="T8" fmla="*/ 6 w 6"/>
                <a:gd name="T9" fmla="*/ 1 h 2"/>
                <a:gd name="T10" fmla="*/ 3 w 6"/>
                <a:gd name="T11" fmla="*/ 1 h 2"/>
                <a:gd name="T12" fmla="*/ 2 w 6"/>
                <a:gd name="T13" fmla="*/ 0 h 2"/>
                <a:gd name="T14" fmla="*/ 0 w 6"/>
                <a:gd name="T1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6" y="0"/>
                    <a:pt x="4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2" name="iś1íḍê"/>
            <p:cNvSpPr/>
            <p:nvPr/>
          </p:nvSpPr>
          <p:spPr bwMode="auto">
            <a:xfrm>
              <a:off x="9905816" y="699200"/>
              <a:ext cx="8598" cy="4913"/>
            </a:xfrm>
            <a:custGeom>
              <a:avLst/>
              <a:gdLst>
                <a:gd name="T0" fmla="*/ 0 w 5"/>
                <a:gd name="T1" fmla="*/ 1 h 3"/>
                <a:gd name="T2" fmla="*/ 1 w 5"/>
                <a:gd name="T3" fmla="*/ 2 h 3"/>
                <a:gd name="T4" fmla="*/ 2 w 5"/>
                <a:gd name="T5" fmla="*/ 2 h 3"/>
                <a:gd name="T6" fmla="*/ 2 w 5"/>
                <a:gd name="T7" fmla="*/ 2 h 3"/>
                <a:gd name="T8" fmla="*/ 5 w 5"/>
                <a:gd name="T9" fmla="*/ 3 h 3"/>
                <a:gd name="T10" fmla="*/ 4 w 5"/>
                <a:gd name="T11" fmla="*/ 1 h 3"/>
                <a:gd name="T12" fmla="*/ 3 w 5"/>
                <a:gd name="T13" fmla="*/ 1 h 3"/>
                <a:gd name="T14" fmla="*/ 2 w 5"/>
                <a:gd name="T15" fmla="*/ 1 h 3"/>
                <a:gd name="T16" fmla="*/ 1 w 5"/>
                <a:gd name="T17" fmla="*/ 0 h 3"/>
                <a:gd name="T18" fmla="*/ 0 w 5"/>
                <a:gd name="T1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" y="2"/>
                    <a:pt x="2" y="3"/>
                    <a:pt x="5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3" name="iṩḻïḓe"/>
            <p:cNvSpPr/>
            <p:nvPr/>
          </p:nvSpPr>
          <p:spPr bwMode="auto">
            <a:xfrm>
              <a:off x="10265300" y="745056"/>
              <a:ext cx="9827" cy="8189"/>
            </a:xfrm>
            <a:custGeom>
              <a:avLst/>
              <a:gdLst>
                <a:gd name="T0" fmla="*/ 24 w 24"/>
                <a:gd name="T1" fmla="*/ 20 h 20"/>
                <a:gd name="T2" fmla="*/ 24 w 24"/>
                <a:gd name="T3" fmla="*/ 20 h 20"/>
                <a:gd name="T4" fmla="*/ 24 w 24"/>
                <a:gd name="T5" fmla="*/ 12 h 20"/>
                <a:gd name="T6" fmla="*/ 4 w 24"/>
                <a:gd name="T7" fmla="*/ 0 h 20"/>
                <a:gd name="T8" fmla="*/ 0 w 24"/>
                <a:gd name="T9" fmla="*/ 0 h 20"/>
                <a:gd name="T10" fmla="*/ 24 w 24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0">
                  <a:moveTo>
                    <a:pt x="24" y="20"/>
                  </a:moveTo>
                  <a:lnTo>
                    <a:pt x="24" y="20"/>
                  </a:lnTo>
                  <a:lnTo>
                    <a:pt x="24" y="12"/>
                  </a:lnTo>
                  <a:lnTo>
                    <a:pt x="4" y="0"/>
                  </a:lnTo>
                  <a:lnTo>
                    <a:pt x="0" y="0"/>
                  </a:lnTo>
                  <a:lnTo>
                    <a:pt x="24" y="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4" name="íSḷîḋé"/>
            <p:cNvSpPr/>
            <p:nvPr/>
          </p:nvSpPr>
          <p:spPr bwMode="auto">
            <a:xfrm>
              <a:off x="9910730" y="638194"/>
              <a:ext cx="8598" cy="6960"/>
            </a:xfrm>
            <a:custGeom>
              <a:avLst/>
              <a:gdLst>
                <a:gd name="T0" fmla="*/ 2 w 5"/>
                <a:gd name="T1" fmla="*/ 3 h 4"/>
                <a:gd name="T2" fmla="*/ 4 w 5"/>
                <a:gd name="T3" fmla="*/ 3 h 4"/>
                <a:gd name="T4" fmla="*/ 4 w 5"/>
                <a:gd name="T5" fmla="*/ 4 h 4"/>
                <a:gd name="T6" fmla="*/ 5 w 5"/>
                <a:gd name="T7" fmla="*/ 4 h 4"/>
                <a:gd name="T8" fmla="*/ 5 w 5"/>
                <a:gd name="T9" fmla="*/ 3 h 4"/>
                <a:gd name="T10" fmla="*/ 3 w 5"/>
                <a:gd name="T11" fmla="*/ 0 h 4"/>
                <a:gd name="T12" fmla="*/ 2 w 5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2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0" y="0"/>
                    <a:pt x="2" y="2"/>
                    <a:pt x="2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5" name="íšḷîḍé"/>
            <p:cNvSpPr/>
            <p:nvPr/>
          </p:nvSpPr>
          <p:spPr bwMode="auto">
            <a:xfrm>
              <a:off x="10271851" y="753245"/>
              <a:ext cx="6551" cy="10236"/>
            </a:xfrm>
            <a:custGeom>
              <a:avLst/>
              <a:gdLst>
                <a:gd name="T0" fmla="*/ 0 w 4"/>
                <a:gd name="T1" fmla="*/ 1 h 6"/>
                <a:gd name="T2" fmla="*/ 0 w 4"/>
                <a:gd name="T3" fmla="*/ 1 h 6"/>
                <a:gd name="T4" fmla="*/ 1 w 4"/>
                <a:gd name="T5" fmla="*/ 2 h 6"/>
                <a:gd name="T6" fmla="*/ 1 w 4"/>
                <a:gd name="T7" fmla="*/ 2 h 6"/>
                <a:gd name="T8" fmla="*/ 1 w 4"/>
                <a:gd name="T9" fmla="*/ 3 h 6"/>
                <a:gd name="T10" fmla="*/ 4 w 4"/>
                <a:gd name="T11" fmla="*/ 6 h 6"/>
                <a:gd name="T12" fmla="*/ 4 w 4"/>
                <a:gd name="T13" fmla="*/ 6 h 6"/>
                <a:gd name="T14" fmla="*/ 1 w 4"/>
                <a:gd name="T15" fmla="*/ 0 h 6"/>
                <a:gd name="T16" fmla="*/ 0 w 4"/>
                <a:gd name="T1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6" name="îṥ1ïḍê"/>
            <p:cNvSpPr/>
            <p:nvPr/>
          </p:nvSpPr>
          <p:spPr bwMode="auto">
            <a:xfrm>
              <a:off x="10125683" y="596022"/>
              <a:ext cx="5323" cy="6551"/>
            </a:xfrm>
            <a:custGeom>
              <a:avLst/>
              <a:gdLst>
                <a:gd name="T0" fmla="*/ 0 w 3"/>
                <a:gd name="T1" fmla="*/ 2 h 4"/>
                <a:gd name="T2" fmla="*/ 2 w 3"/>
                <a:gd name="T3" fmla="*/ 4 h 4"/>
                <a:gd name="T4" fmla="*/ 3 w 3"/>
                <a:gd name="T5" fmla="*/ 0 h 4"/>
                <a:gd name="T6" fmla="*/ 0 w 3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3"/>
                    <a:pt x="3" y="2"/>
                    <a:pt x="3" y="0"/>
                  </a:cubicBezTo>
                  <a:cubicBezTo>
                    <a:pt x="2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7" name="ïSḷïḋè"/>
            <p:cNvSpPr/>
            <p:nvPr/>
          </p:nvSpPr>
          <p:spPr bwMode="auto">
            <a:xfrm>
              <a:off x="10100708" y="856423"/>
              <a:ext cx="4913" cy="6960"/>
            </a:xfrm>
            <a:custGeom>
              <a:avLst/>
              <a:gdLst>
                <a:gd name="T0" fmla="*/ 0 w 12"/>
                <a:gd name="T1" fmla="*/ 17 h 17"/>
                <a:gd name="T2" fmla="*/ 12 w 12"/>
                <a:gd name="T3" fmla="*/ 17 h 17"/>
                <a:gd name="T4" fmla="*/ 12 w 12"/>
                <a:gd name="T5" fmla="*/ 0 h 17"/>
                <a:gd name="T6" fmla="*/ 0 w 12"/>
                <a:gd name="T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7">
                  <a:moveTo>
                    <a:pt x="0" y="17"/>
                  </a:moveTo>
                  <a:lnTo>
                    <a:pt x="12" y="17"/>
                  </a:lnTo>
                  <a:lnTo>
                    <a:pt x="12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8" name="îsľíďè"/>
            <p:cNvSpPr/>
            <p:nvPr/>
          </p:nvSpPr>
          <p:spPr bwMode="auto">
            <a:xfrm>
              <a:off x="10282087" y="758567"/>
              <a:ext cx="6551" cy="3276"/>
            </a:xfrm>
            <a:custGeom>
              <a:avLst/>
              <a:gdLst>
                <a:gd name="T0" fmla="*/ 4 w 4"/>
                <a:gd name="T1" fmla="*/ 2 h 2"/>
                <a:gd name="T2" fmla="*/ 2 w 4"/>
                <a:gd name="T3" fmla="*/ 0 h 2"/>
                <a:gd name="T4" fmla="*/ 0 w 4"/>
                <a:gd name="T5" fmla="*/ 0 h 2"/>
                <a:gd name="T6" fmla="*/ 4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2" y="2"/>
                    <a:pt x="4" y="2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9" name="ïSlíďê"/>
            <p:cNvSpPr/>
            <p:nvPr/>
          </p:nvSpPr>
          <p:spPr bwMode="auto">
            <a:xfrm>
              <a:off x="9994664" y="612809"/>
              <a:ext cx="3685" cy="5323"/>
            </a:xfrm>
            <a:custGeom>
              <a:avLst/>
              <a:gdLst>
                <a:gd name="T0" fmla="*/ 0 w 2"/>
                <a:gd name="T1" fmla="*/ 2 h 3"/>
                <a:gd name="T2" fmla="*/ 2 w 2"/>
                <a:gd name="T3" fmla="*/ 3 h 3"/>
                <a:gd name="T4" fmla="*/ 2 w 2"/>
                <a:gd name="T5" fmla="*/ 1 h 3"/>
                <a:gd name="T6" fmla="*/ 0 w 2"/>
                <a:gd name="T7" fmla="*/ 0 h 3"/>
                <a:gd name="T8" fmla="*/ 0 w 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0"/>
                    <a:pt x="2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0" name="íṥḷîďè"/>
            <p:cNvSpPr/>
            <p:nvPr/>
          </p:nvSpPr>
          <p:spPr bwMode="auto">
            <a:xfrm>
              <a:off x="9904179" y="650068"/>
              <a:ext cx="4913" cy="3276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2 h 2"/>
                <a:gd name="T4" fmla="*/ 3 w 3"/>
                <a:gd name="T5" fmla="*/ 2 h 2"/>
                <a:gd name="T6" fmla="*/ 2 w 3"/>
                <a:gd name="T7" fmla="*/ 0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1" name="îṣḻîḓê"/>
            <p:cNvSpPr/>
            <p:nvPr/>
          </p:nvSpPr>
          <p:spPr bwMode="auto">
            <a:xfrm>
              <a:off x="9889029" y="680775"/>
              <a:ext cx="4913" cy="3276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3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1" y="2"/>
                    <a:pt x="3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2" name="îS1iḋê"/>
            <p:cNvSpPr/>
            <p:nvPr/>
          </p:nvSpPr>
          <p:spPr bwMode="auto">
            <a:xfrm>
              <a:off x="9890667" y="675452"/>
              <a:ext cx="4913" cy="3276"/>
            </a:xfrm>
            <a:custGeom>
              <a:avLst/>
              <a:gdLst>
                <a:gd name="T0" fmla="*/ 2 w 3"/>
                <a:gd name="T1" fmla="*/ 2 h 2"/>
                <a:gd name="T2" fmla="*/ 3 w 3"/>
                <a:gd name="T3" fmla="*/ 2 h 2"/>
                <a:gd name="T4" fmla="*/ 1 w 3"/>
                <a:gd name="T5" fmla="*/ 0 h 2"/>
                <a:gd name="T6" fmla="*/ 0 w 3"/>
                <a:gd name="T7" fmla="*/ 0 h 2"/>
                <a:gd name="T8" fmla="*/ 2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3" name="íṣḷide"/>
            <p:cNvSpPr/>
            <p:nvPr/>
          </p:nvSpPr>
          <p:spPr bwMode="auto">
            <a:xfrm>
              <a:off x="9862007" y="756930"/>
              <a:ext cx="5323" cy="3276"/>
            </a:xfrm>
            <a:custGeom>
              <a:avLst/>
              <a:gdLst>
                <a:gd name="T0" fmla="*/ 0 w 3"/>
                <a:gd name="T1" fmla="*/ 1 h 2"/>
                <a:gd name="T2" fmla="*/ 1 w 3"/>
                <a:gd name="T3" fmla="*/ 2 h 2"/>
                <a:gd name="T4" fmla="*/ 3 w 3"/>
                <a:gd name="T5" fmla="*/ 2 h 2"/>
                <a:gd name="T6" fmla="*/ 1 w 3"/>
                <a:gd name="T7" fmla="*/ 0 h 2"/>
                <a:gd name="T8" fmla="*/ 0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4" name="íṧḻíḑè"/>
            <p:cNvSpPr/>
            <p:nvPr/>
          </p:nvSpPr>
          <p:spPr bwMode="auto">
            <a:xfrm>
              <a:off x="9862007" y="751607"/>
              <a:ext cx="5323" cy="3276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2 h 2"/>
                <a:gd name="T4" fmla="*/ 3 w 3"/>
                <a:gd name="T5" fmla="*/ 1 h 2"/>
                <a:gd name="T6" fmla="*/ 1 w 3"/>
                <a:gd name="T7" fmla="*/ 0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5" name="isļíḑê"/>
            <p:cNvSpPr/>
            <p:nvPr/>
          </p:nvSpPr>
          <p:spPr bwMode="auto">
            <a:xfrm>
              <a:off x="10035197" y="572275"/>
              <a:ext cx="1638" cy="6960"/>
            </a:xfrm>
            <a:custGeom>
              <a:avLst/>
              <a:gdLst>
                <a:gd name="T0" fmla="*/ 0 w 1"/>
                <a:gd name="T1" fmla="*/ 2 h 4"/>
                <a:gd name="T2" fmla="*/ 1 w 1"/>
                <a:gd name="T3" fmla="*/ 4 h 4"/>
                <a:gd name="T4" fmla="*/ 1 w 1"/>
                <a:gd name="T5" fmla="*/ 2 h 4"/>
                <a:gd name="T6" fmla="*/ 0 w 1"/>
                <a:gd name="T7" fmla="*/ 0 h 4"/>
                <a:gd name="T8" fmla="*/ 0 w 1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4">
                  <a:moveTo>
                    <a:pt x="0" y="2"/>
                  </a:moveTo>
                  <a:cubicBezTo>
                    <a:pt x="0" y="3"/>
                    <a:pt x="0" y="3"/>
                    <a:pt x="1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6" name="islíḋé"/>
            <p:cNvSpPr/>
            <p:nvPr/>
          </p:nvSpPr>
          <p:spPr bwMode="auto">
            <a:xfrm>
              <a:off x="9996302" y="580874"/>
              <a:ext cx="2047" cy="4913"/>
            </a:xfrm>
            <a:custGeom>
              <a:avLst/>
              <a:gdLst>
                <a:gd name="T0" fmla="*/ 0 w 1"/>
                <a:gd name="T1" fmla="*/ 1 h 3"/>
                <a:gd name="T2" fmla="*/ 1 w 1"/>
                <a:gd name="T3" fmla="*/ 3 h 3"/>
                <a:gd name="T4" fmla="*/ 0 w 1"/>
                <a:gd name="T5" fmla="*/ 0 h 3"/>
                <a:gd name="T6" fmla="*/ 0 w 1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1"/>
                  </a:moveTo>
                  <a:cubicBezTo>
                    <a:pt x="0" y="3"/>
                    <a:pt x="0" y="2"/>
                    <a:pt x="1" y="3"/>
                  </a:cubicBezTo>
                  <a:cubicBezTo>
                    <a:pt x="1" y="0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7" name="îSľîḓê"/>
            <p:cNvSpPr/>
            <p:nvPr/>
          </p:nvSpPr>
          <p:spPr bwMode="auto">
            <a:xfrm>
              <a:off x="9860370" y="787228"/>
              <a:ext cx="5323" cy="3276"/>
            </a:xfrm>
            <a:custGeom>
              <a:avLst/>
              <a:gdLst>
                <a:gd name="T0" fmla="*/ 0 w 3"/>
                <a:gd name="T1" fmla="*/ 1 h 2"/>
                <a:gd name="T2" fmla="*/ 1 w 3"/>
                <a:gd name="T3" fmla="*/ 2 h 2"/>
                <a:gd name="T4" fmla="*/ 3 w 3"/>
                <a:gd name="T5" fmla="*/ 1 h 2"/>
                <a:gd name="T6" fmla="*/ 1 w 3"/>
                <a:gd name="T7" fmla="*/ 0 h 2"/>
                <a:gd name="T8" fmla="*/ 0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2" y="2"/>
                    <a:pt x="1" y="2"/>
                    <a:pt x="3" y="1"/>
                  </a:cubicBezTo>
                  <a:cubicBezTo>
                    <a:pt x="2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8" name="íšḻîdè"/>
            <p:cNvSpPr/>
            <p:nvPr/>
          </p:nvSpPr>
          <p:spPr bwMode="auto">
            <a:xfrm>
              <a:off x="9860370" y="782315"/>
              <a:ext cx="3276" cy="3276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1 h 2"/>
                <a:gd name="T6" fmla="*/ 1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9" name="i$ľîḍe"/>
            <p:cNvSpPr/>
            <p:nvPr/>
          </p:nvSpPr>
          <p:spPr bwMode="auto">
            <a:xfrm>
              <a:off x="10028238" y="575551"/>
              <a:ext cx="3685" cy="3685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2 h 2"/>
                <a:gd name="T4" fmla="*/ 2 w 2"/>
                <a:gd name="T5" fmla="*/ 1 h 2"/>
                <a:gd name="T6" fmla="*/ 1 w 2"/>
                <a:gd name="T7" fmla="*/ 0 h 2"/>
                <a:gd name="T8" fmla="*/ 0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" name="îś1îḍé"/>
            <p:cNvSpPr/>
            <p:nvPr/>
          </p:nvSpPr>
          <p:spPr bwMode="auto">
            <a:xfrm>
              <a:off x="10030285" y="569000"/>
              <a:ext cx="3276" cy="4913"/>
            </a:xfrm>
            <a:custGeom>
              <a:avLst/>
              <a:gdLst>
                <a:gd name="T0" fmla="*/ 0 w 2"/>
                <a:gd name="T1" fmla="*/ 1 h 3"/>
                <a:gd name="T2" fmla="*/ 1 w 2"/>
                <a:gd name="T3" fmla="*/ 3 h 3"/>
                <a:gd name="T4" fmla="*/ 2 w 2"/>
                <a:gd name="T5" fmla="*/ 2 h 3"/>
                <a:gd name="T6" fmla="*/ 0 w 2"/>
                <a:gd name="T7" fmla="*/ 0 h 3"/>
                <a:gd name="T8" fmla="*/ 0 w 2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2"/>
                    <a:pt x="1" y="3"/>
                    <a:pt x="1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1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1" name="iṩļide"/>
            <p:cNvSpPr/>
            <p:nvPr/>
          </p:nvSpPr>
          <p:spPr bwMode="auto">
            <a:xfrm>
              <a:off x="10275126" y="746694"/>
              <a:ext cx="5323" cy="4913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3"/>
                    <a:pt x="1" y="3"/>
                    <a:pt x="3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2" name="îSľiḓe"/>
            <p:cNvSpPr/>
            <p:nvPr/>
          </p:nvSpPr>
          <p:spPr bwMode="auto">
            <a:xfrm>
              <a:off x="9945942" y="611171"/>
              <a:ext cx="2047" cy="3276"/>
            </a:xfrm>
            <a:custGeom>
              <a:avLst/>
              <a:gdLst>
                <a:gd name="T0" fmla="*/ 1 w 1"/>
                <a:gd name="T1" fmla="*/ 2 h 2"/>
                <a:gd name="T2" fmla="*/ 1 w 1"/>
                <a:gd name="T3" fmla="*/ 0 h 2"/>
                <a:gd name="T4" fmla="*/ 0 w 1"/>
                <a:gd name="T5" fmla="*/ 0 h 2"/>
                <a:gd name="T6" fmla="*/ 1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3" name="îṣḻïďê"/>
            <p:cNvSpPr/>
            <p:nvPr/>
          </p:nvSpPr>
          <p:spPr bwMode="auto">
            <a:xfrm>
              <a:off x="9944304" y="606258"/>
              <a:ext cx="3685" cy="3276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0"/>
                    <a:pt x="2" y="0"/>
                    <a:pt x="0" y="0"/>
                  </a:cubicBezTo>
                  <a:cubicBezTo>
                    <a:pt x="0" y="2"/>
                    <a:pt x="0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4" name="îṣ1iḋè"/>
            <p:cNvSpPr/>
            <p:nvPr/>
          </p:nvSpPr>
          <p:spPr bwMode="auto">
            <a:xfrm>
              <a:off x="9885755" y="675452"/>
              <a:ext cx="3276" cy="3276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0"/>
                    <a:pt x="2" y="0"/>
                    <a:pt x="0" y="0"/>
                  </a:cubicBezTo>
                  <a:cubicBezTo>
                    <a:pt x="0" y="2"/>
                    <a:pt x="0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5" name="íṩḷiḓê"/>
            <p:cNvSpPr/>
            <p:nvPr/>
          </p:nvSpPr>
          <p:spPr bwMode="auto">
            <a:xfrm>
              <a:off x="10276764" y="751607"/>
              <a:ext cx="5323" cy="5323"/>
            </a:xfrm>
            <a:custGeom>
              <a:avLst/>
              <a:gdLst>
                <a:gd name="T0" fmla="*/ 3 w 3"/>
                <a:gd name="T1" fmla="*/ 3 h 3"/>
                <a:gd name="T2" fmla="*/ 3 w 3"/>
                <a:gd name="T3" fmla="*/ 2 h 3"/>
                <a:gd name="T4" fmla="*/ 1 w 3"/>
                <a:gd name="T5" fmla="*/ 2 h 3"/>
                <a:gd name="T6" fmla="*/ 1 w 3"/>
                <a:gd name="T7" fmla="*/ 0 h 3"/>
                <a:gd name="T8" fmla="*/ 0 w 3"/>
                <a:gd name="T9" fmla="*/ 0 h 3"/>
                <a:gd name="T10" fmla="*/ 3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3"/>
                    <a:pt x="3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6" name="îşḷïḍè"/>
            <p:cNvSpPr/>
            <p:nvPr/>
          </p:nvSpPr>
          <p:spPr bwMode="auto">
            <a:xfrm>
              <a:off x="10187918" y="631643"/>
              <a:ext cx="4913" cy="3276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2 w 3"/>
                <a:gd name="T5" fmla="*/ 0 h 2"/>
                <a:gd name="T6" fmla="*/ 0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2" y="2"/>
                    <a:pt x="2" y="2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7" name="íśḻïďe"/>
            <p:cNvSpPr/>
            <p:nvPr/>
          </p:nvSpPr>
          <p:spPr bwMode="auto">
            <a:xfrm>
              <a:off x="9900903" y="684050"/>
              <a:ext cx="3276" cy="3276"/>
            </a:xfrm>
            <a:custGeom>
              <a:avLst/>
              <a:gdLst>
                <a:gd name="T0" fmla="*/ 0 w 2"/>
                <a:gd name="T1" fmla="*/ 1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8" name="ïšļíďé"/>
            <p:cNvSpPr/>
            <p:nvPr/>
          </p:nvSpPr>
          <p:spPr bwMode="auto">
            <a:xfrm>
              <a:off x="9924241" y="650068"/>
              <a:ext cx="3276" cy="163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0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2" y="1"/>
                    <a:pt x="2" y="1"/>
                    <a:pt x="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9" name="iṣľidê"/>
            <p:cNvSpPr/>
            <p:nvPr/>
          </p:nvSpPr>
          <p:spPr bwMode="auto">
            <a:xfrm>
              <a:off x="10445451" y="900641"/>
              <a:ext cx="67557" cy="85163"/>
            </a:xfrm>
            <a:custGeom>
              <a:avLst/>
              <a:gdLst>
                <a:gd name="T0" fmla="*/ 64 w 70"/>
                <a:gd name="T1" fmla="*/ 78 h 86"/>
                <a:gd name="T2" fmla="*/ 61 w 70"/>
                <a:gd name="T3" fmla="*/ 74 h 86"/>
                <a:gd name="T4" fmla="*/ 56 w 70"/>
                <a:gd name="T5" fmla="*/ 66 h 86"/>
                <a:gd name="T6" fmla="*/ 41 w 70"/>
                <a:gd name="T7" fmla="*/ 40 h 86"/>
                <a:gd name="T8" fmla="*/ 55 w 70"/>
                <a:gd name="T9" fmla="*/ 18 h 86"/>
                <a:gd name="T10" fmla="*/ 61 w 70"/>
                <a:gd name="T11" fmla="*/ 10 h 86"/>
                <a:gd name="T12" fmla="*/ 65 w 70"/>
                <a:gd name="T13" fmla="*/ 5 h 86"/>
                <a:gd name="T14" fmla="*/ 69 w 70"/>
                <a:gd name="T15" fmla="*/ 3 h 86"/>
                <a:gd name="T16" fmla="*/ 69 w 70"/>
                <a:gd name="T17" fmla="*/ 0 h 86"/>
                <a:gd name="T18" fmla="*/ 46 w 70"/>
                <a:gd name="T19" fmla="*/ 0 h 86"/>
                <a:gd name="T20" fmla="*/ 46 w 70"/>
                <a:gd name="T21" fmla="*/ 3 h 86"/>
                <a:gd name="T22" fmla="*/ 49 w 70"/>
                <a:gd name="T23" fmla="*/ 5 h 86"/>
                <a:gd name="T24" fmla="*/ 50 w 70"/>
                <a:gd name="T25" fmla="*/ 8 h 86"/>
                <a:gd name="T26" fmla="*/ 50 w 70"/>
                <a:gd name="T27" fmla="*/ 11 h 86"/>
                <a:gd name="T28" fmla="*/ 49 w 70"/>
                <a:gd name="T29" fmla="*/ 14 h 86"/>
                <a:gd name="T30" fmla="*/ 46 w 70"/>
                <a:gd name="T31" fmla="*/ 19 h 86"/>
                <a:gd name="T32" fmla="*/ 37 w 70"/>
                <a:gd name="T33" fmla="*/ 34 h 86"/>
                <a:gd name="T34" fmla="*/ 28 w 70"/>
                <a:gd name="T35" fmla="*/ 19 h 86"/>
                <a:gd name="T36" fmla="*/ 24 w 70"/>
                <a:gd name="T37" fmla="*/ 12 h 86"/>
                <a:gd name="T38" fmla="*/ 23 w 70"/>
                <a:gd name="T39" fmla="*/ 8 h 86"/>
                <a:gd name="T40" fmla="*/ 24 w 70"/>
                <a:gd name="T41" fmla="*/ 5 h 86"/>
                <a:gd name="T42" fmla="*/ 29 w 70"/>
                <a:gd name="T43" fmla="*/ 3 h 86"/>
                <a:gd name="T44" fmla="*/ 29 w 70"/>
                <a:gd name="T45" fmla="*/ 0 h 86"/>
                <a:gd name="T46" fmla="*/ 2 w 70"/>
                <a:gd name="T47" fmla="*/ 0 h 86"/>
                <a:gd name="T48" fmla="*/ 2 w 70"/>
                <a:gd name="T49" fmla="*/ 3 h 86"/>
                <a:gd name="T50" fmla="*/ 4 w 70"/>
                <a:gd name="T51" fmla="*/ 4 h 86"/>
                <a:gd name="T52" fmla="*/ 6 w 70"/>
                <a:gd name="T53" fmla="*/ 6 h 86"/>
                <a:gd name="T54" fmla="*/ 8 w 70"/>
                <a:gd name="T55" fmla="*/ 9 h 86"/>
                <a:gd name="T56" fmla="*/ 12 w 70"/>
                <a:gd name="T57" fmla="*/ 14 h 86"/>
                <a:gd name="T58" fmla="*/ 30 w 70"/>
                <a:gd name="T59" fmla="*/ 43 h 86"/>
                <a:gd name="T60" fmla="*/ 15 w 70"/>
                <a:gd name="T61" fmla="*/ 66 h 86"/>
                <a:gd name="T62" fmla="*/ 10 w 70"/>
                <a:gd name="T63" fmla="*/ 75 h 86"/>
                <a:gd name="T64" fmla="*/ 7 w 70"/>
                <a:gd name="T65" fmla="*/ 78 h 86"/>
                <a:gd name="T66" fmla="*/ 4 w 70"/>
                <a:gd name="T67" fmla="*/ 81 h 86"/>
                <a:gd name="T68" fmla="*/ 0 w 70"/>
                <a:gd name="T69" fmla="*/ 82 h 86"/>
                <a:gd name="T70" fmla="*/ 0 w 70"/>
                <a:gd name="T71" fmla="*/ 86 h 86"/>
                <a:gd name="T72" fmla="*/ 24 w 70"/>
                <a:gd name="T73" fmla="*/ 86 h 86"/>
                <a:gd name="T74" fmla="*/ 24 w 70"/>
                <a:gd name="T75" fmla="*/ 82 h 86"/>
                <a:gd name="T76" fmla="*/ 20 w 70"/>
                <a:gd name="T77" fmla="*/ 81 h 86"/>
                <a:gd name="T78" fmla="*/ 19 w 70"/>
                <a:gd name="T79" fmla="*/ 77 h 86"/>
                <a:gd name="T80" fmla="*/ 22 w 70"/>
                <a:gd name="T81" fmla="*/ 69 h 86"/>
                <a:gd name="T82" fmla="*/ 34 w 70"/>
                <a:gd name="T83" fmla="*/ 50 h 86"/>
                <a:gd name="T84" fmla="*/ 45 w 70"/>
                <a:gd name="T85" fmla="*/ 68 h 86"/>
                <a:gd name="T86" fmla="*/ 48 w 70"/>
                <a:gd name="T87" fmla="*/ 74 h 86"/>
                <a:gd name="T88" fmla="*/ 49 w 70"/>
                <a:gd name="T89" fmla="*/ 78 h 86"/>
                <a:gd name="T90" fmla="*/ 47 w 70"/>
                <a:gd name="T91" fmla="*/ 81 h 86"/>
                <a:gd name="T92" fmla="*/ 43 w 70"/>
                <a:gd name="T93" fmla="*/ 82 h 86"/>
                <a:gd name="T94" fmla="*/ 43 w 70"/>
                <a:gd name="T95" fmla="*/ 86 h 86"/>
                <a:gd name="T96" fmla="*/ 70 w 70"/>
                <a:gd name="T97" fmla="*/ 86 h 86"/>
                <a:gd name="T98" fmla="*/ 70 w 70"/>
                <a:gd name="T99" fmla="*/ 82 h 86"/>
                <a:gd name="T100" fmla="*/ 67 w 70"/>
                <a:gd name="T101" fmla="*/ 81 h 86"/>
                <a:gd name="T102" fmla="*/ 64 w 70"/>
                <a:gd name="T103" fmla="*/ 7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0" h="86">
                  <a:moveTo>
                    <a:pt x="64" y="78"/>
                  </a:moveTo>
                  <a:cubicBezTo>
                    <a:pt x="63" y="77"/>
                    <a:pt x="62" y="76"/>
                    <a:pt x="61" y="74"/>
                  </a:cubicBezTo>
                  <a:cubicBezTo>
                    <a:pt x="60" y="73"/>
                    <a:pt x="59" y="70"/>
                    <a:pt x="56" y="66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7" y="14"/>
                    <a:pt x="59" y="11"/>
                    <a:pt x="61" y="10"/>
                  </a:cubicBezTo>
                  <a:cubicBezTo>
                    <a:pt x="62" y="8"/>
                    <a:pt x="63" y="6"/>
                    <a:pt x="65" y="5"/>
                  </a:cubicBezTo>
                  <a:cubicBezTo>
                    <a:pt x="66" y="4"/>
                    <a:pt x="67" y="4"/>
                    <a:pt x="69" y="3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7" y="4"/>
                    <a:pt x="49" y="4"/>
                    <a:pt x="49" y="5"/>
                  </a:cubicBezTo>
                  <a:cubicBezTo>
                    <a:pt x="50" y="6"/>
                    <a:pt x="50" y="7"/>
                    <a:pt x="50" y="8"/>
                  </a:cubicBezTo>
                  <a:cubicBezTo>
                    <a:pt x="50" y="9"/>
                    <a:pt x="50" y="10"/>
                    <a:pt x="50" y="11"/>
                  </a:cubicBezTo>
                  <a:cubicBezTo>
                    <a:pt x="50" y="12"/>
                    <a:pt x="49" y="13"/>
                    <a:pt x="49" y="14"/>
                  </a:cubicBezTo>
                  <a:cubicBezTo>
                    <a:pt x="48" y="16"/>
                    <a:pt x="47" y="17"/>
                    <a:pt x="46" y="19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6" y="16"/>
                    <a:pt x="25" y="14"/>
                    <a:pt x="24" y="12"/>
                  </a:cubicBezTo>
                  <a:cubicBezTo>
                    <a:pt x="23" y="11"/>
                    <a:pt x="23" y="9"/>
                    <a:pt x="23" y="8"/>
                  </a:cubicBezTo>
                  <a:cubicBezTo>
                    <a:pt x="23" y="7"/>
                    <a:pt x="23" y="6"/>
                    <a:pt x="24" y="5"/>
                  </a:cubicBezTo>
                  <a:cubicBezTo>
                    <a:pt x="25" y="4"/>
                    <a:pt x="27" y="3"/>
                    <a:pt x="29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4"/>
                    <a:pt x="4" y="4"/>
                  </a:cubicBezTo>
                  <a:cubicBezTo>
                    <a:pt x="5" y="4"/>
                    <a:pt x="5" y="5"/>
                    <a:pt x="6" y="6"/>
                  </a:cubicBezTo>
                  <a:cubicBezTo>
                    <a:pt x="7" y="6"/>
                    <a:pt x="7" y="7"/>
                    <a:pt x="8" y="9"/>
                  </a:cubicBezTo>
                  <a:cubicBezTo>
                    <a:pt x="9" y="10"/>
                    <a:pt x="10" y="12"/>
                    <a:pt x="12" y="14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3" y="70"/>
                    <a:pt x="11" y="73"/>
                    <a:pt x="10" y="75"/>
                  </a:cubicBezTo>
                  <a:cubicBezTo>
                    <a:pt x="9" y="76"/>
                    <a:pt x="7" y="77"/>
                    <a:pt x="7" y="78"/>
                  </a:cubicBezTo>
                  <a:cubicBezTo>
                    <a:pt x="6" y="79"/>
                    <a:pt x="5" y="80"/>
                    <a:pt x="4" y="81"/>
                  </a:cubicBezTo>
                  <a:cubicBezTo>
                    <a:pt x="3" y="81"/>
                    <a:pt x="1" y="82"/>
                    <a:pt x="0" y="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2" y="82"/>
                    <a:pt x="21" y="82"/>
                    <a:pt x="20" y="81"/>
                  </a:cubicBezTo>
                  <a:cubicBezTo>
                    <a:pt x="19" y="80"/>
                    <a:pt x="19" y="79"/>
                    <a:pt x="19" y="77"/>
                  </a:cubicBezTo>
                  <a:cubicBezTo>
                    <a:pt x="19" y="75"/>
                    <a:pt x="20" y="72"/>
                    <a:pt x="22" y="69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6" y="71"/>
                    <a:pt x="47" y="72"/>
                    <a:pt x="48" y="74"/>
                  </a:cubicBezTo>
                  <a:cubicBezTo>
                    <a:pt x="48" y="75"/>
                    <a:pt x="49" y="76"/>
                    <a:pt x="49" y="78"/>
                  </a:cubicBezTo>
                  <a:cubicBezTo>
                    <a:pt x="49" y="79"/>
                    <a:pt x="48" y="80"/>
                    <a:pt x="47" y="81"/>
                  </a:cubicBezTo>
                  <a:cubicBezTo>
                    <a:pt x="46" y="82"/>
                    <a:pt x="45" y="82"/>
                    <a:pt x="43" y="82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69" y="82"/>
                    <a:pt x="68" y="81"/>
                    <a:pt x="67" y="81"/>
                  </a:cubicBezTo>
                  <a:cubicBezTo>
                    <a:pt x="66" y="80"/>
                    <a:pt x="65" y="79"/>
                    <a:pt x="64" y="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0" name="îşliḓé"/>
            <p:cNvSpPr/>
            <p:nvPr/>
          </p:nvSpPr>
          <p:spPr bwMode="auto">
            <a:xfrm>
              <a:off x="10519968" y="925617"/>
              <a:ext cx="24157" cy="60187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5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7 w 25"/>
                <a:gd name="T15" fmla="*/ 7 h 61"/>
                <a:gd name="T16" fmla="*/ 8 w 25"/>
                <a:gd name="T17" fmla="*/ 11 h 61"/>
                <a:gd name="T18" fmla="*/ 8 w 25"/>
                <a:gd name="T19" fmla="*/ 18 h 61"/>
                <a:gd name="T20" fmla="*/ 8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9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4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1" name="íṥľíḑê"/>
            <p:cNvSpPr/>
            <p:nvPr/>
          </p:nvSpPr>
          <p:spPr bwMode="auto">
            <a:xfrm>
              <a:off x="10526929" y="901869"/>
              <a:ext cx="11464" cy="118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2" name="íṧlîḑé"/>
            <p:cNvSpPr/>
            <p:nvPr/>
          </p:nvSpPr>
          <p:spPr bwMode="auto">
            <a:xfrm>
              <a:off x="10554771" y="925617"/>
              <a:ext cx="60187" cy="60187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4 w 62"/>
                <a:gd name="T5" fmla="*/ 45 h 61"/>
                <a:gd name="T6" fmla="*/ 54 w 62"/>
                <a:gd name="T7" fmla="*/ 21 h 61"/>
                <a:gd name="T8" fmla="*/ 54 w 62"/>
                <a:gd name="T9" fmla="*/ 13 h 61"/>
                <a:gd name="T10" fmla="*/ 52 w 62"/>
                <a:gd name="T11" fmla="*/ 7 h 61"/>
                <a:gd name="T12" fmla="*/ 48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6 w 62"/>
                <a:gd name="T21" fmla="*/ 4 h 61"/>
                <a:gd name="T22" fmla="*/ 18 w 62"/>
                <a:gd name="T23" fmla="*/ 11 h 61"/>
                <a:gd name="T24" fmla="*/ 17 w 62"/>
                <a:gd name="T25" fmla="*/ 10 h 61"/>
                <a:gd name="T26" fmla="*/ 18 w 62"/>
                <a:gd name="T27" fmla="*/ 0 h 61"/>
                <a:gd name="T28" fmla="*/ 14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4 w 62"/>
                <a:gd name="T35" fmla="*/ 5 h 61"/>
                <a:gd name="T36" fmla="*/ 6 w 62"/>
                <a:gd name="T37" fmla="*/ 7 h 61"/>
                <a:gd name="T38" fmla="*/ 7 w 62"/>
                <a:gd name="T39" fmla="*/ 11 h 61"/>
                <a:gd name="T40" fmla="*/ 7 w 62"/>
                <a:gd name="T41" fmla="*/ 18 h 61"/>
                <a:gd name="T42" fmla="*/ 7 w 62"/>
                <a:gd name="T43" fmla="*/ 45 h 61"/>
                <a:gd name="T44" fmla="*/ 7 w 62"/>
                <a:gd name="T45" fmla="*/ 52 h 61"/>
                <a:gd name="T46" fmla="*/ 6 w 62"/>
                <a:gd name="T47" fmla="*/ 55 h 61"/>
                <a:gd name="T48" fmla="*/ 4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5 w 62"/>
                <a:gd name="T55" fmla="*/ 61 h 61"/>
                <a:gd name="T56" fmla="*/ 25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8 w 62"/>
                <a:gd name="T63" fmla="*/ 45 h 61"/>
                <a:gd name="T64" fmla="*/ 18 w 62"/>
                <a:gd name="T65" fmla="*/ 22 h 61"/>
                <a:gd name="T66" fmla="*/ 19 w 62"/>
                <a:gd name="T67" fmla="*/ 16 h 61"/>
                <a:gd name="T68" fmla="*/ 23 w 62"/>
                <a:gd name="T69" fmla="*/ 12 h 61"/>
                <a:gd name="T70" fmla="*/ 28 w 62"/>
                <a:gd name="T71" fmla="*/ 8 h 61"/>
                <a:gd name="T72" fmla="*/ 33 w 62"/>
                <a:gd name="T73" fmla="*/ 7 h 61"/>
                <a:gd name="T74" fmla="*/ 36 w 62"/>
                <a:gd name="T75" fmla="*/ 8 h 61"/>
                <a:gd name="T76" fmla="*/ 39 w 62"/>
                <a:gd name="T77" fmla="*/ 9 h 61"/>
                <a:gd name="T78" fmla="*/ 41 w 62"/>
                <a:gd name="T79" fmla="*/ 11 h 61"/>
                <a:gd name="T80" fmla="*/ 43 w 62"/>
                <a:gd name="T81" fmla="*/ 15 h 61"/>
                <a:gd name="T82" fmla="*/ 43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3 w 62"/>
                <a:gd name="T89" fmla="*/ 51 h 61"/>
                <a:gd name="T90" fmla="*/ 42 w 62"/>
                <a:gd name="T91" fmla="*/ 55 h 61"/>
                <a:gd name="T92" fmla="*/ 40 w 62"/>
                <a:gd name="T93" fmla="*/ 56 h 61"/>
                <a:gd name="T94" fmla="*/ 37 w 62"/>
                <a:gd name="T95" fmla="*/ 57 h 61"/>
                <a:gd name="T96" fmla="*/ 37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7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5" y="53"/>
                    <a:pt x="55" y="52"/>
                    <a:pt x="55" y="51"/>
                  </a:cubicBezTo>
                  <a:cubicBezTo>
                    <a:pt x="55" y="50"/>
                    <a:pt x="54" y="48"/>
                    <a:pt x="54" y="45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18"/>
                    <a:pt x="54" y="15"/>
                    <a:pt x="54" y="13"/>
                  </a:cubicBezTo>
                  <a:cubicBezTo>
                    <a:pt x="53" y="10"/>
                    <a:pt x="53" y="9"/>
                    <a:pt x="52" y="7"/>
                  </a:cubicBezTo>
                  <a:cubicBezTo>
                    <a:pt x="51" y="5"/>
                    <a:pt x="50" y="4"/>
                    <a:pt x="48" y="3"/>
                  </a:cubicBezTo>
                  <a:cubicBezTo>
                    <a:pt x="47" y="2"/>
                    <a:pt x="46" y="1"/>
                    <a:pt x="44" y="0"/>
                  </a:cubicBezTo>
                  <a:cubicBezTo>
                    <a:pt x="42" y="0"/>
                    <a:pt x="40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6" y="4"/>
                  </a:cubicBezTo>
                  <a:cubicBezTo>
                    <a:pt x="24" y="5"/>
                    <a:pt x="21" y="7"/>
                    <a:pt x="18" y="11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7" y="15"/>
                    <a:pt x="7" y="18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8"/>
                    <a:pt x="7" y="50"/>
                    <a:pt x="7" y="52"/>
                  </a:cubicBezTo>
                  <a:cubicBezTo>
                    <a:pt x="7" y="53"/>
                    <a:pt x="6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3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1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ubicBezTo>
                    <a:pt x="18" y="51"/>
                    <a:pt x="18" y="48"/>
                    <a:pt x="18" y="45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0"/>
                    <a:pt x="18" y="18"/>
                    <a:pt x="19" y="16"/>
                  </a:cubicBezTo>
                  <a:cubicBezTo>
                    <a:pt x="20" y="15"/>
                    <a:pt x="21" y="13"/>
                    <a:pt x="23" y="12"/>
                  </a:cubicBezTo>
                  <a:cubicBezTo>
                    <a:pt x="25" y="10"/>
                    <a:pt x="26" y="9"/>
                    <a:pt x="28" y="8"/>
                  </a:cubicBezTo>
                  <a:cubicBezTo>
                    <a:pt x="29" y="8"/>
                    <a:pt x="31" y="7"/>
                    <a:pt x="33" y="7"/>
                  </a:cubicBezTo>
                  <a:cubicBezTo>
                    <a:pt x="34" y="7"/>
                    <a:pt x="35" y="7"/>
                    <a:pt x="36" y="8"/>
                  </a:cubicBezTo>
                  <a:cubicBezTo>
                    <a:pt x="37" y="8"/>
                    <a:pt x="38" y="9"/>
                    <a:pt x="39" y="9"/>
                  </a:cubicBezTo>
                  <a:cubicBezTo>
                    <a:pt x="40" y="10"/>
                    <a:pt x="41" y="11"/>
                    <a:pt x="41" y="11"/>
                  </a:cubicBezTo>
                  <a:cubicBezTo>
                    <a:pt x="42" y="12"/>
                    <a:pt x="42" y="13"/>
                    <a:pt x="43" y="15"/>
                  </a:cubicBezTo>
                  <a:cubicBezTo>
                    <a:pt x="43" y="16"/>
                    <a:pt x="43" y="18"/>
                    <a:pt x="43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3" y="51"/>
                  </a:cubicBezTo>
                  <a:cubicBezTo>
                    <a:pt x="43" y="53"/>
                    <a:pt x="43" y="54"/>
                    <a:pt x="42" y="55"/>
                  </a:cubicBezTo>
                  <a:cubicBezTo>
                    <a:pt x="42" y="55"/>
                    <a:pt x="41" y="56"/>
                    <a:pt x="40" y="56"/>
                  </a:cubicBezTo>
                  <a:cubicBezTo>
                    <a:pt x="40" y="57"/>
                    <a:pt x="38" y="57"/>
                    <a:pt x="37" y="57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8" y="56"/>
                    <a:pt x="57" y="56"/>
                  </a:cubicBezTo>
                  <a:cubicBezTo>
                    <a:pt x="57" y="55"/>
                    <a:pt x="56" y="55"/>
                    <a:pt x="56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3" name="ïŝļïḋè"/>
            <p:cNvSpPr/>
            <p:nvPr/>
          </p:nvSpPr>
          <p:spPr bwMode="auto">
            <a:xfrm>
              <a:off x="10619052" y="925617"/>
              <a:ext cx="22110" cy="87210"/>
            </a:xfrm>
            <a:custGeom>
              <a:avLst/>
              <a:gdLst>
                <a:gd name="T0" fmla="*/ 5 w 23"/>
                <a:gd name="T1" fmla="*/ 1 h 88"/>
                <a:gd name="T2" fmla="*/ 5 w 23"/>
                <a:gd name="T3" fmla="*/ 4 h 88"/>
                <a:gd name="T4" fmla="*/ 9 w 23"/>
                <a:gd name="T5" fmla="*/ 5 h 88"/>
                <a:gd name="T6" fmla="*/ 11 w 23"/>
                <a:gd name="T7" fmla="*/ 7 h 88"/>
                <a:gd name="T8" fmla="*/ 12 w 23"/>
                <a:gd name="T9" fmla="*/ 11 h 88"/>
                <a:gd name="T10" fmla="*/ 12 w 23"/>
                <a:gd name="T11" fmla="*/ 18 h 88"/>
                <a:gd name="T12" fmla="*/ 12 w 23"/>
                <a:gd name="T13" fmla="*/ 64 h 88"/>
                <a:gd name="T14" fmla="*/ 12 w 23"/>
                <a:gd name="T15" fmla="*/ 72 h 88"/>
                <a:gd name="T16" fmla="*/ 10 w 23"/>
                <a:gd name="T17" fmla="*/ 77 h 88"/>
                <a:gd name="T18" fmla="*/ 6 w 23"/>
                <a:gd name="T19" fmla="*/ 80 h 88"/>
                <a:gd name="T20" fmla="*/ 0 w 23"/>
                <a:gd name="T21" fmla="*/ 83 h 88"/>
                <a:gd name="T22" fmla="*/ 2 w 23"/>
                <a:gd name="T23" fmla="*/ 88 h 88"/>
                <a:gd name="T24" fmla="*/ 15 w 23"/>
                <a:gd name="T25" fmla="*/ 82 h 88"/>
                <a:gd name="T26" fmla="*/ 21 w 23"/>
                <a:gd name="T27" fmla="*/ 73 h 88"/>
                <a:gd name="T28" fmla="*/ 23 w 23"/>
                <a:gd name="T29" fmla="*/ 59 h 88"/>
                <a:gd name="T30" fmla="*/ 23 w 23"/>
                <a:gd name="T31" fmla="*/ 0 h 88"/>
                <a:gd name="T32" fmla="*/ 19 w 23"/>
                <a:gd name="T33" fmla="*/ 0 h 88"/>
                <a:gd name="T34" fmla="*/ 5 w 23"/>
                <a:gd name="T35" fmla="*/ 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" h="88">
                  <a:moveTo>
                    <a:pt x="5" y="1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7" y="4"/>
                    <a:pt x="8" y="5"/>
                    <a:pt x="9" y="5"/>
                  </a:cubicBezTo>
                  <a:cubicBezTo>
                    <a:pt x="10" y="6"/>
                    <a:pt x="11" y="7"/>
                    <a:pt x="11" y="7"/>
                  </a:cubicBezTo>
                  <a:cubicBezTo>
                    <a:pt x="12" y="8"/>
                    <a:pt x="12" y="9"/>
                    <a:pt x="12" y="11"/>
                  </a:cubicBezTo>
                  <a:cubicBezTo>
                    <a:pt x="12" y="12"/>
                    <a:pt x="12" y="15"/>
                    <a:pt x="12" y="1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7"/>
                    <a:pt x="12" y="70"/>
                    <a:pt x="12" y="72"/>
                  </a:cubicBezTo>
                  <a:cubicBezTo>
                    <a:pt x="11" y="74"/>
                    <a:pt x="10" y="76"/>
                    <a:pt x="10" y="77"/>
                  </a:cubicBezTo>
                  <a:cubicBezTo>
                    <a:pt x="9" y="78"/>
                    <a:pt x="8" y="79"/>
                    <a:pt x="6" y="80"/>
                  </a:cubicBezTo>
                  <a:cubicBezTo>
                    <a:pt x="5" y="81"/>
                    <a:pt x="3" y="82"/>
                    <a:pt x="0" y="83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8" y="87"/>
                    <a:pt x="12" y="85"/>
                    <a:pt x="15" y="82"/>
                  </a:cubicBezTo>
                  <a:cubicBezTo>
                    <a:pt x="18" y="80"/>
                    <a:pt x="20" y="77"/>
                    <a:pt x="21" y="73"/>
                  </a:cubicBezTo>
                  <a:cubicBezTo>
                    <a:pt x="22" y="70"/>
                    <a:pt x="23" y="65"/>
                    <a:pt x="23" y="59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4" name="ïSļïďe"/>
            <p:cNvSpPr/>
            <p:nvPr/>
          </p:nvSpPr>
          <p:spPr bwMode="auto">
            <a:xfrm>
              <a:off x="10630516" y="901869"/>
              <a:ext cx="10645" cy="118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5" name="îśḷïḍè"/>
            <p:cNvSpPr/>
            <p:nvPr/>
          </p:nvSpPr>
          <p:spPr bwMode="auto">
            <a:xfrm>
              <a:off x="10656719" y="925617"/>
              <a:ext cx="25385" cy="60187"/>
            </a:xfrm>
            <a:custGeom>
              <a:avLst/>
              <a:gdLst>
                <a:gd name="T0" fmla="*/ 19 w 26"/>
                <a:gd name="T1" fmla="*/ 52 h 61"/>
                <a:gd name="T2" fmla="*/ 19 w 26"/>
                <a:gd name="T3" fmla="*/ 45 h 61"/>
                <a:gd name="T4" fmla="*/ 19 w 26"/>
                <a:gd name="T5" fmla="*/ 0 h 61"/>
                <a:gd name="T6" fmla="*/ 15 w 26"/>
                <a:gd name="T7" fmla="*/ 0 h 61"/>
                <a:gd name="T8" fmla="*/ 0 w 26"/>
                <a:gd name="T9" fmla="*/ 1 h 61"/>
                <a:gd name="T10" fmla="*/ 0 w 26"/>
                <a:gd name="T11" fmla="*/ 4 h 61"/>
                <a:gd name="T12" fmla="*/ 5 w 26"/>
                <a:gd name="T13" fmla="*/ 5 h 61"/>
                <a:gd name="T14" fmla="*/ 7 w 26"/>
                <a:gd name="T15" fmla="*/ 7 h 61"/>
                <a:gd name="T16" fmla="*/ 8 w 26"/>
                <a:gd name="T17" fmla="*/ 11 h 61"/>
                <a:gd name="T18" fmla="*/ 8 w 26"/>
                <a:gd name="T19" fmla="*/ 18 h 61"/>
                <a:gd name="T20" fmla="*/ 8 w 26"/>
                <a:gd name="T21" fmla="*/ 45 h 61"/>
                <a:gd name="T22" fmla="*/ 8 w 26"/>
                <a:gd name="T23" fmla="*/ 52 h 61"/>
                <a:gd name="T24" fmla="*/ 6 w 26"/>
                <a:gd name="T25" fmla="*/ 55 h 61"/>
                <a:gd name="T26" fmla="*/ 5 w 26"/>
                <a:gd name="T27" fmla="*/ 56 h 61"/>
                <a:gd name="T28" fmla="*/ 1 w 26"/>
                <a:gd name="T29" fmla="*/ 57 h 61"/>
                <a:gd name="T30" fmla="*/ 1 w 26"/>
                <a:gd name="T31" fmla="*/ 61 h 61"/>
                <a:gd name="T32" fmla="*/ 26 w 26"/>
                <a:gd name="T33" fmla="*/ 61 h 61"/>
                <a:gd name="T34" fmla="*/ 26 w 26"/>
                <a:gd name="T35" fmla="*/ 57 h 61"/>
                <a:gd name="T36" fmla="*/ 21 w 26"/>
                <a:gd name="T37" fmla="*/ 56 h 61"/>
                <a:gd name="T38" fmla="*/ 19 w 26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61">
                  <a:moveTo>
                    <a:pt x="19" y="52"/>
                  </a:moveTo>
                  <a:cubicBezTo>
                    <a:pt x="19" y="51"/>
                    <a:pt x="19" y="48"/>
                    <a:pt x="19" y="4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8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20" y="54"/>
                    <a:pt x="19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6" name="i$ļíḍè"/>
            <p:cNvSpPr/>
            <p:nvPr/>
          </p:nvSpPr>
          <p:spPr bwMode="auto">
            <a:xfrm>
              <a:off x="10664499" y="901869"/>
              <a:ext cx="10645" cy="118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7" name="îṩlîde"/>
            <p:cNvSpPr/>
            <p:nvPr/>
          </p:nvSpPr>
          <p:spPr bwMode="auto">
            <a:xfrm>
              <a:off x="10691522" y="925617"/>
              <a:ext cx="52407" cy="61415"/>
            </a:xfrm>
            <a:custGeom>
              <a:avLst/>
              <a:gdLst>
                <a:gd name="T0" fmla="*/ 48 w 54"/>
                <a:gd name="T1" fmla="*/ 54 h 62"/>
                <a:gd name="T2" fmla="*/ 47 w 54"/>
                <a:gd name="T3" fmla="*/ 52 h 62"/>
                <a:gd name="T4" fmla="*/ 47 w 54"/>
                <a:gd name="T5" fmla="*/ 48 h 62"/>
                <a:gd name="T6" fmla="*/ 47 w 54"/>
                <a:gd name="T7" fmla="*/ 42 h 62"/>
                <a:gd name="T8" fmla="*/ 47 w 54"/>
                <a:gd name="T9" fmla="*/ 20 h 62"/>
                <a:gd name="T10" fmla="*/ 45 w 54"/>
                <a:gd name="T11" fmla="*/ 8 h 62"/>
                <a:gd name="T12" fmla="*/ 39 w 54"/>
                <a:gd name="T13" fmla="*/ 2 h 62"/>
                <a:gd name="T14" fmla="*/ 29 w 54"/>
                <a:gd name="T15" fmla="*/ 0 h 62"/>
                <a:gd name="T16" fmla="*/ 21 w 54"/>
                <a:gd name="T17" fmla="*/ 0 h 62"/>
                <a:gd name="T18" fmla="*/ 13 w 54"/>
                <a:gd name="T19" fmla="*/ 3 h 62"/>
                <a:gd name="T20" fmla="*/ 3 w 54"/>
                <a:gd name="T21" fmla="*/ 7 h 62"/>
                <a:gd name="T22" fmla="*/ 3 w 54"/>
                <a:gd name="T23" fmla="*/ 16 h 62"/>
                <a:gd name="T24" fmla="*/ 11 w 54"/>
                <a:gd name="T25" fmla="*/ 16 h 62"/>
                <a:gd name="T26" fmla="*/ 16 w 54"/>
                <a:gd name="T27" fmla="*/ 8 h 62"/>
                <a:gd name="T28" fmla="*/ 24 w 54"/>
                <a:gd name="T29" fmla="*/ 5 h 62"/>
                <a:gd name="T30" fmla="*/ 31 w 54"/>
                <a:gd name="T31" fmla="*/ 7 h 62"/>
                <a:gd name="T32" fmla="*/ 35 w 54"/>
                <a:gd name="T33" fmla="*/ 13 h 62"/>
                <a:gd name="T34" fmla="*/ 36 w 54"/>
                <a:gd name="T35" fmla="*/ 23 h 62"/>
                <a:gd name="T36" fmla="*/ 36 w 54"/>
                <a:gd name="T37" fmla="*/ 27 h 62"/>
                <a:gd name="T38" fmla="*/ 9 w 54"/>
                <a:gd name="T39" fmla="*/ 33 h 62"/>
                <a:gd name="T40" fmla="*/ 0 w 54"/>
                <a:gd name="T41" fmla="*/ 47 h 62"/>
                <a:gd name="T42" fmla="*/ 2 w 54"/>
                <a:gd name="T43" fmla="*/ 54 h 62"/>
                <a:gd name="T44" fmla="*/ 7 w 54"/>
                <a:gd name="T45" fmla="*/ 60 h 62"/>
                <a:gd name="T46" fmla="*/ 16 w 54"/>
                <a:gd name="T47" fmla="*/ 62 h 62"/>
                <a:gd name="T48" fmla="*/ 26 w 54"/>
                <a:gd name="T49" fmla="*/ 59 h 62"/>
                <a:gd name="T50" fmla="*/ 36 w 54"/>
                <a:gd name="T51" fmla="*/ 51 h 62"/>
                <a:gd name="T52" fmla="*/ 37 w 54"/>
                <a:gd name="T53" fmla="*/ 52 h 62"/>
                <a:gd name="T54" fmla="*/ 37 w 54"/>
                <a:gd name="T55" fmla="*/ 61 h 62"/>
                <a:gd name="T56" fmla="*/ 54 w 54"/>
                <a:gd name="T57" fmla="*/ 61 h 62"/>
                <a:gd name="T58" fmla="*/ 54 w 54"/>
                <a:gd name="T59" fmla="*/ 57 h 62"/>
                <a:gd name="T60" fmla="*/ 50 w 54"/>
                <a:gd name="T61" fmla="*/ 56 h 62"/>
                <a:gd name="T62" fmla="*/ 48 w 54"/>
                <a:gd name="T63" fmla="*/ 54 h 62"/>
                <a:gd name="T64" fmla="*/ 36 w 54"/>
                <a:gd name="T65" fmla="*/ 41 h 62"/>
                <a:gd name="T66" fmla="*/ 34 w 54"/>
                <a:gd name="T67" fmla="*/ 47 h 62"/>
                <a:gd name="T68" fmla="*/ 29 w 54"/>
                <a:gd name="T69" fmla="*/ 52 h 62"/>
                <a:gd name="T70" fmla="*/ 21 w 54"/>
                <a:gd name="T71" fmla="*/ 54 h 62"/>
                <a:gd name="T72" fmla="*/ 16 w 54"/>
                <a:gd name="T73" fmla="*/ 54 h 62"/>
                <a:gd name="T74" fmla="*/ 12 w 54"/>
                <a:gd name="T75" fmla="*/ 51 h 62"/>
                <a:gd name="T76" fmla="*/ 11 w 54"/>
                <a:gd name="T77" fmla="*/ 45 h 62"/>
                <a:gd name="T78" fmla="*/ 17 w 54"/>
                <a:gd name="T79" fmla="*/ 35 h 62"/>
                <a:gd name="T80" fmla="*/ 36 w 54"/>
                <a:gd name="T81" fmla="*/ 32 h 62"/>
                <a:gd name="T82" fmla="*/ 36 w 54"/>
                <a:gd name="T83" fmla="*/ 4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4" h="62">
                  <a:moveTo>
                    <a:pt x="48" y="54"/>
                  </a:moveTo>
                  <a:cubicBezTo>
                    <a:pt x="48" y="54"/>
                    <a:pt x="47" y="53"/>
                    <a:pt x="47" y="52"/>
                  </a:cubicBezTo>
                  <a:cubicBezTo>
                    <a:pt x="47" y="51"/>
                    <a:pt x="47" y="50"/>
                    <a:pt x="47" y="48"/>
                  </a:cubicBezTo>
                  <a:cubicBezTo>
                    <a:pt x="47" y="47"/>
                    <a:pt x="47" y="45"/>
                    <a:pt x="47" y="42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4"/>
                    <a:pt x="46" y="10"/>
                    <a:pt x="45" y="8"/>
                  </a:cubicBezTo>
                  <a:cubicBezTo>
                    <a:pt x="43" y="5"/>
                    <a:pt x="42" y="3"/>
                    <a:pt x="39" y="2"/>
                  </a:cubicBezTo>
                  <a:cubicBezTo>
                    <a:pt x="37" y="0"/>
                    <a:pt x="33" y="0"/>
                    <a:pt x="29" y="0"/>
                  </a:cubicBezTo>
                  <a:cubicBezTo>
                    <a:pt x="26" y="0"/>
                    <a:pt x="24" y="0"/>
                    <a:pt x="21" y="0"/>
                  </a:cubicBezTo>
                  <a:cubicBezTo>
                    <a:pt x="18" y="1"/>
                    <a:pt x="16" y="2"/>
                    <a:pt x="13" y="3"/>
                  </a:cubicBezTo>
                  <a:cubicBezTo>
                    <a:pt x="10" y="4"/>
                    <a:pt x="7" y="5"/>
                    <a:pt x="3" y="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2"/>
                    <a:pt x="14" y="10"/>
                    <a:pt x="16" y="8"/>
                  </a:cubicBezTo>
                  <a:cubicBezTo>
                    <a:pt x="18" y="6"/>
                    <a:pt x="20" y="5"/>
                    <a:pt x="24" y="5"/>
                  </a:cubicBezTo>
                  <a:cubicBezTo>
                    <a:pt x="27" y="5"/>
                    <a:pt x="29" y="6"/>
                    <a:pt x="31" y="7"/>
                  </a:cubicBezTo>
                  <a:cubicBezTo>
                    <a:pt x="33" y="8"/>
                    <a:pt x="34" y="10"/>
                    <a:pt x="35" y="13"/>
                  </a:cubicBezTo>
                  <a:cubicBezTo>
                    <a:pt x="36" y="15"/>
                    <a:pt x="36" y="18"/>
                    <a:pt x="36" y="23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24" y="27"/>
                    <a:pt x="15" y="29"/>
                    <a:pt x="9" y="33"/>
                  </a:cubicBezTo>
                  <a:cubicBezTo>
                    <a:pt x="3" y="36"/>
                    <a:pt x="0" y="41"/>
                    <a:pt x="0" y="47"/>
                  </a:cubicBezTo>
                  <a:cubicBezTo>
                    <a:pt x="0" y="50"/>
                    <a:pt x="0" y="52"/>
                    <a:pt x="2" y="54"/>
                  </a:cubicBezTo>
                  <a:cubicBezTo>
                    <a:pt x="3" y="57"/>
                    <a:pt x="5" y="58"/>
                    <a:pt x="7" y="60"/>
                  </a:cubicBezTo>
                  <a:cubicBezTo>
                    <a:pt x="10" y="61"/>
                    <a:pt x="12" y="62"/>
                    <a:pt x="16" y="62"/>
                  </a:cubicBezTo>
                  <a:cubicBezTo>
                    <a:pt x="19" y="62"/>
                    <a:pt x="23" y="61"/>
                    <a:pt x="26" y="59"/>
                  </a:cubicBezTo>
                  <a:cubicBezTo>
                    <a:pt x="29" y="58"/>
                    <a:pt x="32" y="55"/>
                    <a:pt x="36" y="51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4" y="57"/>
                    <a:pt x="54" y="57"/>
                    <a:pt x="54" y="57"/>
                  </a:cubicBezTo>
                  <a:cubicBezTo>
                    <a:pt x="52" y="57"/>
                    <a:pt x="51" y="56"/>
                    <a:pt x="50" y="56"/>
                  </a:cubicBezTo>
                  <a:cubicBezTo>
                    <a:pt x="49" y="56"/>
                    <a:pt x="48" y="55"/>
                    <a:pt x="48" y="54"/>
                  </a:cubicBezTo>
                  <a:close/>
                  <a:moveTo>
                    <a:pt x="36" y="41"/>
                  </a:moveTo>
                  <a:cubicBezTo>
                    <a:pt x="36" y="43"/>
                    <a:pt x="35" y="45"/>
                    <a:pt x="34" y="47"/>
                  </a:cubicBezTo>
                  <a:cubicBezTo>
                    <a:pt x="33" y="49"/>
                    <a:pt x="31" y="51"/>
                    <a:pt x="29" y="52"/>
                  </a:cubicBezTo>
                  <a:cubicBezTo>
                    <a:pt x="26" y="54"/>
                    <a:pt x="24" y="54"/>
                    <a:pt x="21" y="54"/>
                  </a:cubicBezTo>
                  <a:cubicBezTo>
                    <a:pt x="19" y="54"/>
                    <a:pt x="17" y="54"/>
                    <a:pt x="16" y="54"/>
                  </a:cubicBezTo>
                  <a:cubicBezTo>
                    <a:pt x="14" y="53"/>
                    <a:pt x="13" y="52"/>
                    <a:pt x="12" y="51"/>
                  </a:cubicBezTo>
                  <a:cubicBezTo>
                    <a:pt x="11" y="49"/>
                    <a:pt x="11" y="48"/>
                    <a:pt x="11" y="45"/>
                  </a:cubicBezTo>
                  <a:cubicBezTo>
                    <a:pt x="11" y="41"/>
                    <a:pt x="13" y="38"/>
                    <a:pt x="17" y="35"/>
                  </a:cubicBezTo>
                  <a:cubicBezTo>
                    <a:pt x="21" y="33"/>
                    <a:pt x="27" y="32"/>
                    <a:pt x="36" y="32"/>
                  </a:cubicBezTo>
                  <a:lnTo>
                    <a:pt x="36" y="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8" name="îṩ1ïḍè"/>
            <p:cNvSpPr/>
            <p:nvPr/>
          </p:nvSpPr>
          <p:spPr bwMode="auto">
            <a:xfrm>
              <a:off x="10751708" y="925617"/>
              <a:ext cx="60187" cy="60187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5 w 62"/>
                <a:gd name="T5" fmla="*/ 45 h 61"/>
                <a:gd name="T6" fmla="*/ 55 w 62"/>
                <a:gd name="T7" fmla="*/ 21 h 61"/>
                <a:gd name="T8" fmla="*/ 54 w 62"/>
                <a:gd name="T9" fmla="*/ 13 h 61"/>
                <a:gd name="T10" fmla="*/ 53 w 62"/>
                <a:gd name="T11" fmla="*/ 7 h 61"/>
                <a:gd name="T12" fmla="*/ 49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7 w 62"/>
                <a:gd name="T21" fmla="*/ 4 h 61"/>
                <a:gd name="T22" fmla="*/ 19 w 62"/>
                <a:gd name="T23" fmla="*/ 11 h 61"/>
                <a:gd name="T24" fmla="*/ 18 w 62"/>
                <a:gd name="T25" fmla="*/ 10 h 61"/>
                <a:gd name="T26" fmla="*/ 19 w 62"/>
                <a:gd name="T27" fmla="*/ 0 h 61"/>
                <a:gd name="T28" fmla="*/ 15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5 w 62"/>
                <a:gd name="T35" fmla="*/ 5 h 61"/>
                <a:gd name="T36" fmla="*/ 7 w 62"/>
                <a:gd name="T37" fmla="*/ 7 h 61"/>
                <a:gd name="T38" fmla="*/ 8 w 62"/>
                <a:gd name="T39" fmla="*/ 11 h 61"/>
                <a:gd name="T40" fmla="*/ 8 w 62"/>
                <a:gd name="T41" fmla="*/ 18 h 61"/>
                <a:gd name="T42" fmla="*/ 8 w 62"/>
                <a:gd name="T43" fmla="*/ 45 h 61"/>
                <a:gd name="T44" fmla="*/ 8 w 62"/>
                <a:gd name="T45" fmla="*/ 52 h 61"/>
                <a:gd name="T46" fmla="*/ 6 w 62"/>
                <a:gd name="T47" fmla="*/ 55 h 61"/>
                <a:gd name="T48" fmla="*/ 5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6 w 62"/>
                <a:gd name="T55" fmla="*/ 61 h 61"/>
                <a:gd name="T56" fmla="*/ 26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9 w 62"/>
                <a:gd name="T63" fmla="*/ 45 h 61"/>
                <a:gd name="T64" fmla="*/ 19 w 62"/>
                <a:gd name="T65" fmla="*/ 22 h 61"/>
                <a:gd name="T66" fmla="*/ 20 w 62"/>
                <a:gd name="T67" fmla="*/ 16 h 61"/>
                <a:gd name="T68" fmla="*/ 24 w 62"/>
                <a:gd name="T69" fmla="*/ 12 h 61"/>
                <a:gd name="T70" fmla="*/ 29 w 62"/>
                <a:gd name="T71" fmla="*/ 8 h 61"/>
                <a:gd name="T72" fmla="*/ 33 w 62"/>
                <a:gd name="T73" fmla="*/ 7 h 61"/>
                <a:gd name="T74" fmla="*/ 37 w 62"/>
                <a:gd name="T75" fmla="*/ 8 h 61"/>
                <a:gd name="T76" fmla="*/ 40 w 62"/>
                <a:gd name="T77" fmla="*/ 9 h 61"/>
                <a:gd name="T78" fmla="*/ 42 w 62"/>
                <a:gd name="T79" fmla="*/ 11 h 61"/>
                <a:gd name="T80" fmla="*/ 43 w 62"/>
                <a:gd name="T81" fmla="*/ 15 h 61"/>
                <a:gd name="T82" fmla="*/ 44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4 w 62"/>
                <a:gd name="T89" fmla="*/ 51 h 61"/>
                <a:gd name="T90" fmla="*/ 43 w 62"/>
                <a:gd name="T91" fmla="*/ 55 h 61"/>
                <a:gd name="T92" fmla="*/ 41 w 62"/>
                <a:gd name="T93" fmla="*/ 56 h 61"/>
                <a:gd name="T94" fmla="*/ 38 w 62"/>
                <a:gd name="T95" fmla="*/ 57 h 61"/>
                <a:gd name="T96" fmla="*/ 38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8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6" y="53"/>
                    <a:pt x="56" y="52"/>
                    <a:pt x="55" y="51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18"/>
                    <a:pt x="55" y="15"/>
                    <a:pt x="54" y="13"/>
                  </a:cubicBezTo>
                  <a:cubicBezTo>
                    <a:pt x="54" y="10"/>
                    <a:pt x="53" y="9"/>
                    <a:pt x="53" y="7"/>
                  </a:cubicBezTo>
                  <a:cubicBezTo>
                    <a:pt x="52" y="5"/>
                    <a:pt x="51" y="4"/>
                    <a:pt x="49" y="3"/>
                  </a:cubicBezTo>
                  <a:cubicBezTo>
                    <a:pt x="48" y="2"/>
                    <a:pt x="46" y="1"/>
                    <a:pt x="44" y="0"/>
                  </a:cubicBezTo>
                  <a:cubicBezTo>
                    <a:pt x="43" y="0"/>
                    <a:pt x="41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7" y="4"/>
                  </a:cubicBezTo>
                  <a:cubicBezTo>
                    <a:pt x="25" y="5"/>
                    <a:pt x="22" y="7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8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8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20" y="54"/>
                    <a:pt x="19" y="52"/>
                  </a:cubicBezTo>
                  <a:cubicBezTo>
                    <a:pt x="19" y="51"/>
                    <a:pt x="19" y="48"/>
                    <a:pt x="19" y="45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0"/>
                    <a:pt x="19" y="18"/>
                    <a:pt x="20" y="16"/>
                  </a:cubicBezTo>
                  <a:cubicBezTo>
                    <a:pt x="21" y="15"/>
                    <a:pt x="22" y="13"/>
                    <a:pt x="24" y="12"/>
                  </a:cubicBezTo>
                  <a:cubicBezTo>
                    <a:pt x="26" y="10"/>
                    <a:pt x="27" y="9"/>
                    <a:pt x="29" y="8"/>
                  </a:cubicBezTo>
                  <a:cubicBezTo>
                    <a:pt x="30" y="8"/>
                    <a:pt x="32" y="7"/>
                    <a:pt x="33" y="7"/>
                  </a:cubicBezTo>
                  <a:cubicBezTo>
                    <a:pt x="35" y="7"/>
                    <a:pt x="36" y="7"/>
                    <a:pt x="37" y="8"/>
                  </a:cubicBezTo>
                  <a:cubicBezTo>
                    <a:pt x="38" y="8"/>
                    <a:pt x="39" y="9"/>
                    <a:pt x="40" y="9"/>
                  </a:cubicBezTo>
                  <a:cubicBezTo>
                    <a:pt x="41" y="10"/>
                    <a:pt x="41" y="11"/>
                    <a:pt x="42" y="11"/>
                  </a:cubicBezTo>
                  <a:cubicBezTo>
                    <a:pt x="42" y="12"/>
                    <a:pt x="43" y="13"/>
                    <a:pt x="43" y="15"/>
                  </a:cubicBezTo>
                  <a:cubicBezTo>
                    <a:pt x="44" y="16"/>
                    <a:pt x="44" y="18"/>
                    <a:pt x="44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4" y="51"/>
                  </a:cubicBezTo>
                  <a:cubicBezTo>
                    <a:pt x="44" y="53"/>
                    <a:pt x="43" y="54"/>
                    <a:pt x="43" y="55"/>
                  </a:cubicBezTo>
                  <a:cubicBezTo>
                    <a:pt x="42" y="55"/>
                    <a:pt x="42" y="56"/>
                    <a:pt x="41" y="56"/>
                  </a:cubicBezTo>
                  <a:cubicBezTo>
                    <a:pt x="40" y="57"/>
                    <a:pt x="39" y="57"/>
                    <a:pt x="38" y="57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9" y="56"/>
                    <a:pt x="58" y="56"/>
                  </a:cubicBezTo>
                  <a:cubicBezTo>
                    <a:pt x="57" y="55"/>
                    <a:pt x="57" y="55"/>
                    <a:pt x="56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9" name="iṣḷïḍé"/>
            <p:cNvSpPr/>
            <p:nvPr/>
          </p:nvSpPr>
          <p:spPr bwMode="auto">
            <a:xfrm>
              <a:off x="10820493" y="925617"/>
              <a:ext cx="56502" cy="87210"/>
            </a:xfrm>
            <a:custGeom>
              <a:avLst/>
              <a:gdLst>
                <a:gd name="T0" fmla="*/ 17 w 58"/>
                <a:gd name="T1" fmla="*/ 1 h 88"/>
                <a:gd name="T2" fmla="*/ 5 w 58"/>
                <a:gd name="T3" fmla="*/ 11 h 88"/>
                <a:gd name="T4" fmla="*/ 6 w 58"/>
                <a:gd name="T5" fmla="*/ 31 h 88"/>
                <a:gd name="T6" fmla="*/ 5 w 58"/>
                <a:gd name="T7" fmla="*/ 45 h 88"/>
                <a:gd name="T8" fmla="*/ 5 w 58"/>
                <a:gd name="T9" fmla="*/ 57 h 88"/>
                <a:gd name="T10" fmla="*/ 2 w 58"/>
                <a:gd name="T11" fmla="*/ 66 h 88"/>
                <a:gd name="T12" fmla="*/ 2 w 58"/>
                <a:gd name="T13" fmla="*/ 81 h 88"/>
                <a:gd name="T14" fmla="*/ 16 w 58"/>
                <a:gd name="T15" fmla="*/ 88 h 88"/>
                <a:gd name="T16" fmla="*/ 43 w 58"/>
                <a:gd name="T17" fmla="*/ 86 h 88"/>
                <a:gd name="T18" fmla="*/ 56 w 58"/>
                <a:gd name="T19" fmla="*/ 68 h 88"/>
                <a:gd name="T20" fmla="*/ 48 w 58"/>
                <a:gd name="T21" fmla="*/ 55 h 88"/>
                <a:gd name="T22" fmla="*/ 22 w 58"/>
                <a:gd name="T23" fmla="*/ 53 h 88"/>
                <a:gd name="T24" fmla="*/ 13 w 58"/>
                <a:gd name="T25" fmla="*/ 50 h 88"/>
                <a:gd name="T26" fmla="*/ 17 w 58"/>
                <a:gd name="T27" fmla="*/ 40 h 88"/>
                <a:gd name="T28" fmla="*/ 44 w 58"/>
                <a:gd name="T29" fmla="*/ 36 h 88"/>
                <a:gd name="T30" fmla="*/ 49 w 58"/>
                <a:gd name="T31" fmla="*/ 13 h 88"/>
                <a:gd name="T32" fmla="*/ 46 w 58"/>
                <a:gd name="T33" fmla="*/ 7 h 88"/>
                <a:gd name="T34" fmla="*/ 58 w 58"/>
                <a:gd name="T35" fmla="*/ 1 h 88"/>
                <a:gd name="T36" fmla="*/ 27 w 58"/>
                <a:gd name="T37" fmla="*/ 0 h 88"/>
                <a:gd name="T38" fmla="*/ 25 w 58"/>
                <a:gd name="T39" fmla="*/ 62 h 88"/>
                <a:gd name="T40" fmla="*/ 40 w 58"/>
                <a:gd name="T41" fmla="*/ 63 h 88"/>
                <a:gd name="T42" fmla="*/ 45 w 58"/>
                <a:gd name="T43" fmla="*/ 68 h 88"/>
                <a:gd name="T44" fmla="*/ 44 w 58"/>
                <a:gd name="T45" fmla="*/ 78 h 88"/>
                <a:gd name="T46" fmla="*/ 28 w 58"/>
                <a:gd name="T47" fmla="*/ 84 h 88"/>
                <a:gd name="T48" fmla="*/ 10 w 58"/>
                <a:gd name="T49" fmla="*/ 73 h 88"/>
                <a:gd name="T50" fmla="*/ 16 w 58"/>
                <a:gd name="T51" fmla="*/ 62 h 88"/>
                <a:gd name="T52" fmla="*/ 38 w 58"/>
                <a:gd name="T53" fmla="*/ 27 h 88"/>
                <a:gd name="T54" fmla="*/ 32 w 58"/>
                <a:gd name="T55" fmla="*/ 35 h 88"/>
                <a:gd name="T56" fmla="*/ 18 w 58"/>
                <a:gd name="T57" fmla="*/ 32 h 88"/>
                <a:gd name="T58" fmla="*/ 18 w 58"/>
                <a:gd name="T59" fmla="*/ 8 h 88"/>
                <a:gd name="T60" fmla="*/ 33 w 58"/>
                <a:gd name="T61" fmla="*/ 6 h 88"/>
                <a:gd name="T62" fmla="*/ 39 w 58"/>
                <a:gd name="T63" fmla="*/ 2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8" h="88">
                  <a:moveTo>
                    <a:pt x="27" y="0"/>
                  </a:moveTo>
                  <a:cubicBezTo>
                    <a:pt x="23" y="0"/>
                    <a:pt x="20" y="0"/>
                    <a:pt x="17" y="1"/>
                  </a:cubicBezTo>
                  <a:cubicBezTo>
                    <a:pt x="15" y="2"/>
                    <a:pt x="12" y="3"/>
                    <a:pt x="10" y="5"/>
                  </a:cubicBezTo>
                  <a:cubicBezTo>
                    <a:pt x="8" y="7"/>
                    <a:pt x="6" y="9"/>
                    <a:pt x="5" y="11"/>
                  </a:cubicBezTo>
                  <a:cubicBezTo>
                    <a:pt x="4" y="14"/>
                    <a:pt x="3" y="17"/>
                    <a:pt x="3" y="21"/>
                  </a:cubicBezTo>
                  <a:cubicBezTo>
                    <a:pt x="3" y="25"/>
                    <a:pt x="4" y="28"/>
                    <a:pt x="6" y="31"/>
                  </a:cubicBezTo>
                  <a:cubicBezTo>
                    <a:pt x="7" y="34"/>
                    <a:pt x="9" y="36"/>
                    <a:pt x="12" y="38"/>
                  </a:cubicBezTo>
                  <a:cubicBezTo>
                    <a:pt x="9" y="41"/>
                    <a:pt x="7" y="43"/>
                    <a:pt x="5" y="45"/>
                  </a:cubicBezTo>
                  <a:cubicBezTo>
                    <a:pt x="4" y="47"/>
                    <a:pt x="3" y="49"/>
                    <a:pt x="3" y="51"/>
                  </a:cubicBezTo>
                  <a:cubicBezTo>
                    <a:pt x="3" y="54"/>
                    <a:pt x="4" y="55"/>
                    <a:pt x="5" y="57"/>
                  </a:cubicBezTo>
                  <a:cubicBezTo>
                    <a:pt x="6" y="58"/>
                    <a:pt x="8" y="60"/>
                    <a:pt x="10" y="60"/>
                  </a:cubicBezTo>
                  <a:cubicBezTo>
                    <a:pt x="7" y="62"/>
                    <a:pt x="4" y="64"/>
                    <a:pt x="2" y="66"/>
                  </a:cubicBezTo>
                  <a:cubicBezTo>
                    <a:pt x="1" y="68"/>
                    <a:pt x="0" y="71"/>
                    <a:pt x="0" y="73"/>
                  </a:cubicBezTo>
                  <a:cubicBezTo>
                    <a:pt x="0" y="76"/>
                    <a:pt x="0" y="79"/>
                    <a:pt x="2" y="81"/>
                  </a:cubicBezTo>
                  <a:cubicBezTo>
                    <a:pt x="3" y="82"/>
                    <a:pt x="5" y="84"/>
                    <a:pt x="7" y="85"/>
                  </a:cubicBezTo>
                  <a:cubicBezTo>
                    <a:pt x="10" y="86"/>
                    <a:pt x="13" y="87"/>
                    <a:pt x="16" y="88"/>
                  </a:cubicBezTo>
                  <a:cubicBezTo>
                    <a:pt x="20" y="88"/>
                    <a:pt x="24" y="88"/>
                    <a:pt x="28" y="88"/>
                  </a:cubicBezTo>
                  <a:cubicBezTo>
                    <a:pt x="34" y="88"/>
                    <a:pt x="39" y="88"/>
                    <a:pt x="43" y="86"/>
                  </a:cubicBezTo>
                  <a:cubicBezTo>
                    <a:pt x="47" y="84"/>
                    <a:pt x="50" y="82"/>
                    <a:pt x="53" y="79"/>
                  </a:cubicBezTo>
                  <a:cubicBezTo>
                    <a:pt x="55" y="76"/>
                    <a:pt x="56" y="72"/>
                    <a:pt x="56" y="68"/>
                  </a:cubicBezTo>
                  <a:cubicBezTo>
                    <a:pt x="56" y="65"/>
                    <a:pt x="55" y="62"/>
                    <a:pt x="54" y="60"/>
                  </a:cubicBezTo>
                  <a:cubicBezTo>
                    <a:pt x="53" y="58"/>
                    <a:pt x="51" y="56"/>
                    <a:pt x="48" y="55"/>
                  </a:cubicBezTo>
                  <a:cubicBezTo>
                    <a:pt x="45" y="53"/>
                    <a:pt x="42" y="53"/>
                    <a:pt x="37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0" y="53"/>
                    <a:pt x="17" y="52"/>
                    <a:pt x="16" y="52"/>
                  </a:cubicBezTo>
                  <a:cubicBezTo>
                    <a:pt x="15" y="52"/>
                    <a:pt x="14" y="51"/>
                    <a:pt x="13" y="50"/>
                  </a:cubicBezTo>
                  <a:cubicBezTo>
                    <a:pt x="12" y="50"/>
                    <a:pt x="12" y="48"/>
                    <a:pt x="12" y="47"/>
                  </a:cubicBezTo>
                  <a:cubicBezTo>
                    <a:pt x="12" y="45"/>
                    <a:pt x="14" y="42"/>
                    <a:pt x="17" y="40"/>
                  </a:cubicBezTo>
                  <a:cubicBezTo>
                    <a:pt x="19" y="41"/>
                    <a:pt x="22" y="41"/>
                    <a:pt x="26" y="41"/>
                  </a:cubicBezTo>
                  <a:cubicBezTo>
                    <a:pt x="34" y="41"/>
                    <a:pt x="39" y="39"/>
                    <a:pt x="44" y="36"/>
                  </a:cubicBezTo>
                  <a:cubicBezTo>
                    <a:pt x="48" y="32"/>
                    <a:pt x="50" y="27"/>
                    <a:pt x="50" y="20"/>
                  </a:cubicBezTo>
                  <a:cubicBezTo>
                    <a:pt x="50" y="17"/>
                    <a:pt x="50" y="15"/>
                    <a:pt x="49" y="13"/>
                  </a:cubicBezTo>
                  <a:cubicBezTo>
                    <a:pt x="48" y="10"/>
                    <a:pt x="47" y="9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3" y="0"/>
                    <a:pt x="30" y="0"/>
                    <a:pt x="27" y="0"/>
                  </a:cubicBezTo>
                  <a:close/>
                  <a:moveTo>
                    <a:pt x="16" y="62"/>
                  </a:moveTo>
                  <a:cubicBezTo>
                    <a:pt x="19" y="62"/>
                    <a:pt x="22" y="62"/>
                    <a:pt x="25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7" y="62"/>
                    <a:pt x="39" y="62"/>
                    <a:pt x="40" y="63"/>
                  </a:cubicBezTo>
                  <a:cubicBezTo>
                    <a:pt x="42" y="63"/>
                    <a:pt x="43" y="64"/>
                    <a:pt x="44" y="65"/>
                  </a:cubicBezTo>
                  <a:cubicBezTo>
                    <a:pt x="44" y="66"/>
                    <a:pt x="45" y="67"/>
                    <a:pt x="45" y="68"/>
                  </a:cubicBezTo>
                  <a:cubicBezTo>
                    <a:pt x="46" y="69"/>
                    <a:pt x="46" y="70"/>
                    <a:pt x="46" y="71"/>
                  </a:cubicBezTo>
                  <a:cubicBezTo>
                    <a:pt x="46" y="74"/>
                    <a:pt x="45" y="76"/>
                    <a:pt x="44" y="78"/>
                  </a:cubicBezTo>
                  <a:cubicBezTo>
                    <a:pt x="42" y="80"/>
                    <a:pt x="40" y="81"/>
                    <a:pt x="37" y="82"/>
                  </a:cubicBezTo>
                  <a:cubicBezTo>
                    <a:pt x="35" y="83"/>
                    <a:pt x="32" y="84"/>
                    <a:pt x="28" y="84"/>
                  </a:cubicBezTo>
                  <a:cubicBezTo>
                    <a:pt x="22" y="84"/>
                    <a:pt x="17" y="83"/>
                    <a:pt x="14" y="81"/>
                  </a:cubicBezTo>
                  <a:cubicBezTo>
                    <a:pt x="11" y="79"/>
                    <a:pt x="10" y="76"/>
                    <a:pt x="10" y="73"/>
                  </a:cubicBezTo>
                  <a:cubicBezTo>
                    <a:pt x="10" y="70"/>
                    <a:pt x="10" y="68"/>
                    <a:pt x="11" y="67"/>
                  </a:cubicBezTo>
                  <a:cubicBezTo>
                    <a:pt x="12" y="65"/>
                    <a:pt x="14" y="63"/>
                    <a:pt x="16" y="62"/>
                  </a:cubicBezTo>
                  <a:close/>
                  <a:moveTo>
                    <a:pt x="39" y="21"/>
                  </a:moveTo>
                  <a:cubicBezTo>
                    <a:pt x="39" y="23"/>
                    <a:pt x="38" y="25"/>
                    <a:pt x="38" y="27"/>
                  </a:cubicBezTo>
                  <a:cubicBezTo>
                    <a:pt x="38" y="28"/>
                    <a:pt x="37" y="30"/>
                    <a:pt x="36" y="31"/>
                  </a:cubicBezTo>
                  <a:cubicBezTo>
                    <a:pt x="35" y="33"/>
                    <a:pt x="34" y="34"/>
                    <a:pt x="32" y="35"/>
                  </a:cubicBezTo>
                  <a:cubicBezTo>
                    <a:pt x="31" y="36"/>
                    <a:pt x="29" y="36"/>
                    <a:pt x="27" y="36"/>
                  </a:cubicBezTo>
                  <a:cubicBezTo>
                    <a:pt x="23" y="36"/>
                    <a:pt x="20" y="35"/>
                    <a:pt x="18" y="32"/>
                  </a:cubicBezTo>
                  <a:cubicBezTo>
                    <a:pt x="16" y="29"/>
                    <a:pt x="14" y="25"/>
                    <a:pt x="14" y="20"/>
                  </a:cubicBezTo>
                  <a:cubicBezTo>
                    <a:pt x="14" y="15"/>
                    <a:pt x="16" y="11"/>
                    <a:pt x="18" y="8"/>
                  </a:cubicBezTo>
                  <a:cubicBezTo>
                    <a:pt x="20" y="6"/>
                    <a:pt x="23" y="4"/>
                    <a:pt x="27" y="4"/>
                  </a:cubicBezTo>
                  <a:cubicBezTo>
                    <a:pt x="29" y="4"/>
                    <a:pt x="31" y="5"/>
                    <a:pt x="33" y="6"/>
                  </a:cubicBezTo>
                  <a:cubicBezTo>
                    <a:pt x="35" y="7"/>
                    <a:pt x="36" y="9"/>
                    <a:pt x="37" y="12"/>
                  </a:cubicBezTo>
                  <a:cubicBezTo>
                    <a:pt x="38" y="14"/>
                    <a:pt x="39" y="17"/>
                    <a:pt x="39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0" name="iṡļíďe"/>
            <p:cNvSpPr/>
            <p:nvPr/>
          </p:nvSpPr>
          <p:spPr bwMode="auto">
            <a:xfrm>
              <a:off x="10943594" y="900641"/>
              <a:ext cx="69604" cy="86391"/>
            </a:xfrm>
            <a:custGeom>
              <a:avLst/>
              <a:gdLst>
                <a:gd name="T0" fmla="*/ 47 w 72"/>
                <a:gd name="T1" fmla="*/ 3 h 87"/>
                <a:gd name="T2" fmla="*/ 52 w 72"/>
                <a:gd name="T3" fmla="*/ 5 h 87"/>
                <a:gd name="T4" fmla="*/ 54 w 72"/>
                <a:gd name="T5" fmla="*/ 8 h 87"/>
                <a:gd name="T6" fmla="*/ 54 w 72"/>
                <a:gd name="T7" fmla="*/ 16 h 87"/>
                <a:gd name="T8" fmla="*/ 54 w 72"/>
                <a:gd name="T9" fmla="*/ 55 h 87"/>
                <a:gd name="T10" fmla="*/ 53 w 72"/>
                <a:gd name="T11" fmla="*/ 67 h 87"/>
                <a:gd name="T12" fmla="*/ 50 w 72"/>
                <a:gd name="T13" fmla="*/ 75 h 87"/>
                <a:gd name="T14" fmla="*/ 45 w 72"/>
                <a:gd name="T15" fmla="*/ 79 h 87"/>
                <a:gd name="T16" fmla="*/ 37 w 72"/>
                <a:gd name="T17" fmla="*/ 81 h 87"/>
                <a:gd name="T18" fmla="*/ 29 w 72"/>
                <a:gd name="T19" fmla="*/ 80 h 87"/>
                <a:gd name="T20" fmla="*/ 24 w 72"/>
                <a:gd name="T21" fmla="*/ 77 h 87"/>
                <a:gd name="T22" fmla="*/ 20 w 72"/>
                <a:gd name="T23" fmla="*/ 70 h 87"/>
                <a:gd name="T24" fmla="*/ 19 w 72"/>
                <a:gd name="T25" fmla="*/ 60 h 87"/>
                <a:gd name="T26" fmla="*/ 19 w 72"/>
                <a:gd name="T27" fmla="*/ 16 h 87"/>
                <a:gd name="T28" fmla="*/ 19 w 72"/>
                <a:gd name="T29" fmla="*/ 8 h 87"/>
                <a:gd name="T30" fmla="*/ 21 w 72"/>
                <a:gd name="T31" fmla="*/ 5 h 87"/>
                <a:gd name="T32" fmla="*/ 26 w 72"/>
                <a:gd name="T33" fmla="*/ 3 h 87"/>
                <a:gd name="T34" fmla="*/ 26 w 72"/>
                <a:gd name="T35" fmla="*/ 0 h 87"/>
                <a:gd name="T36" fmla="*/ 0 w 72"/>
                <a:gd name="T37" fmla="*/ 0 h 87"/>
                <a:gd name="T38" fmla="*/ 0 w 72"/>
                <a:gd name="T39" fmla="*/ 3 h 87"/>
                <a:gd name="T40" fmla="*/ 4 w 72"/>
                <a:gd name="T41" fmla="*/ 5 h 87"/>
                <a:gd name="T42" fmla="*/ 6 w 72"/>
                <a:gd name="T43" fmla="*/ 6 h 87"/>
                <a:gd name="T44" fmla="*/ 6 w 72"/>
                <a:gd name="T45" fmla="*/ 9 h 87"/>
                <a:gd name="T46" fmla="*/ 7 w 72"/>
                <a:gd name="T47" fmla="*/ 16 h 87"/>
                <a:gd name="T48" fmla="*/ 7 w 72"/>
                <a:gd name="T49" fmla="*/ 57 h 87"/>
                <a:gd name="T50" fmla="*/ 8 w 72"/>
                <a:gd name="T51" fmla="*/ 70 h 87"/>
                <a:gd name="T52" fmla="*/ 13 w 72"/>
                <a:gd name="T53" fmla="*/ 79 h 87"/>
                <a:gd name="T54" fmla="*/ 22 w 72"/>
                <a:gd name="T55" fmla="*/ 85 h 87"/>
                <a:gd name="T56" fmla="*/ 35 w 72"/>
                <a:gd name="T57" fmla="*/ 87 h 87"/>
                <a:gd name="T58" fmla="*/ 46 w 72"/>
                <a:gd name="T59" fmla="*/ 85 h 87"/>
                <a:gd name="T60" fmla="*/ 54 w 72"/>
                <a:gd name="T61" fmla="*/ 82 h 87"/>
                <a:gd name="T62" fmla="*/ 60 w 72"/>
                <a:gd name="T63" fmla="*/ 76 h 87"/>
                <a:gd name="T64" fmla="*/ 63 w 72"/>
                <a:gd name="T65" fmla="*/ 68 h 87"/>
                <a:gd name="T66" fmla="*/ 64 w 72"/>
                <a:gd name="T67" fmla="*/ 56 h 87"/>
                <a:gd name="T68" fmla="*/ 64 w 72"/>
                <a:gd name="T69" fmla="*/ 16 h 87"/>
                <a:gd name="T70" fmla="*/ 65 w 72"/>
                <a:gd name="T71" fmla="*/ 8 h 87"/>
                <a:gd name="T72" fmla="*/ 67 w 72"/>
                <a:gd name="T73" fmla="*/ 5 h 87"/>
                <a:gd name="T74" fmla="*/ 72 w 72"/>
                <a:gd name="T75" fmla="*/ 3 h 87"/>
                <a:gd name="T76" fmla="*/ 72 w 72"/>
                <a:gd name="T77" fmla="*/ 0 h 87"/>
                <a:gd name="T78" fmla="*/ 47 w 72"/>
                <a:gd name="T79" fmla="*/ 0 h 87"/>
                <a:gd name="T80" fmla="*/ 47 w 72"/>
                <a:gd name="T81" fmla="*/ 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2" h="87">
                  <a:moveTo>
                    <a:pt x="47" y="3"/>
                  </a:moveTo>
                  <a:cubicBezTo>
                    <a:pt x="49" y="4"/>
                    <a:pt x="51" y="5"/>
                    <a:pt x="52" y="5"/>
                  </a:cubicBezTo>
                  <a:cubicBezTo>
                    <a:pt x="53" y="6"/>
                    <a:pt x="53" y="7"/>
                    <a:pt x="54" y="8"/>
                  </a:cubicBezTo>
                  <a:cubicBezTo>
                    <a:pt x="54" y="10"/>
                    <a:pt x="54" y="12"/>
                    <a:pt x="54" y="16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60"/>
                    <a:pt x="54" y="64"/>
                    <a:pt x="53" y="67"/>
                  </a:cubicBezTo>
                  <a:cubicBezTo>
                    <a:pt x="53" y="70"/>
                    <a:pt x="52" y="73"/>
                    <a:pt x="50" y="75"/>
                  </a:cubicBezTo>
                  <a:cubicBezTo>
                    <a:pt x="49" y="77"/>
                    <a:pt x="47" y="78"/>
                    <a:pt x="45" y="79"/>
                  </a:cubicBezTo>
                  <a:cubicBezTo>
                    <a:pt x="42" y="81"/>
                    <a:pt x="40" y="81"/>
                    <a:pt x="37" y="81"/>
                  </a:cubicBezTo>
                  <a:cubicBezTo>
                    <a:pt x="34" y="81"/>
                    <a:pt x="31" y="81"/>
                    <a:pt x="29" y="80"/>
                  </a:cubicBezTo>
                  <a:cubicBezTo>
                    <a:pt x="27" y="79"/>
                    <a:pt x="25" y="78"/>
                    <a:pt x="24" y="77"/>
                  </a:cubicBezTo>
                  <a:cubicBezTo>
                    <a:pt x="22" y="75"/>
                    <a:pt x="21" y="73"/>
                    <a:pt x="20" y="70"/>
                  </a:cubicBezTo>
                  <a:cubicBezTo>
                    <a:pt x="19" y="68"/>
                    <a:pt x="19" y="64"/>
                    <a:pt x="19" y="6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2"/>
                    <a:pt x="19" y="10"/>
                    <a:pt x="19" y="8"/>
                  </a:cubicBezTo>
                  <a:cubicBezTo>
                    <a:pt x="20" y="7"/>
                    <a:pt x="20" y="6"/>
                    <a:pt x="21" y="5"/>
                  </a:cubicBezTo>
                  <a:cubicBezTo>
                    <a:pt x="22" y="4"/>
                    <a:pt x="24" y="4"/>
                    <a:pt x="26" y="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4"/>
                    <a:pt x="3" y="4"/>
                    <a:pt x="4" y="5"/>
                  </a:cubicBezTo>
                  <a:cubicBezTo>
                    <a:pt x="5" y="5"/>
                    <a:pt x="5" y="6"/>
                    <a:pt x="6" y="6"/>
                  </a:cubicBezTo>
                  <a:cubicBezTo>
                    <a:pt x="6" y="7"/>
                    <a:pt x="6" y="8"/>
                    <a:pt x="6" y="9"/>
                  </a:cubicBezTo>
                  <a:cubicBezTo>
                    <a:pt x="7" y="10"/>
                    <a:pt x="7" y="12"/>
                    <a:pt x="7" y="16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62"/>
                    <a:pt x="7" y="67"/>
                    <a:pt x="8" y="70"/>
                  </a:cubicBezTo>
                  <a:cubicBezTo>
                    <a:pt x="9" y="74"/>
                    <a:pt x="11" y="77"/>
                    <a:pt x="13" y="79"/>
                  </a:cubicBezTo>
                  <a:cubicBezTo>
                    <a:pt x="16" y="82"/>
                    <a:pt x="19" y="84"/>
                    <a:pt x="22" y="85"/>
                  </a:cubicBezTo>
                  <a:cubicBezTo>
                    <a:pt x="26" y="86"/>
                    <a:pt x="30" y="87"/>
                    <a:pt x="35" y="87"/>
                  </a:cubicBezTo>
                  <a:cubicBezTo>
                    <a:pt x="40" y="87"/>
                    <a:pt x="43" y="86"/>
                    <a:pt x="46" y="85"/>
                  </a:cubicBezTo>
                  <a:cubicBezTo>
                    <a:pt x="49" y="84"/>
                    <a:pt x="52" y="83"/>
                    <a:pt x="54" y="82"/>
                  </a:cubicBezTo>
                  <a:cubicBezTo>
                    <a:pt x="56" y="80"/>
                    <a:pt x="58" y="78"/>
                    <a:pt x="60" y="76"/>
                  </a:cubicBezTo>
                  <a:cubicBezTo>
                    <a:pt x="61" y="74"/>
                    <a:pt x="62" y="71"/>
                    <a:pt x="63" y="68"/>
                  </a:cubicBezTo>
                  <a:cubicBezTo>
                    <a:pt x="64" y="64"/>
                    <a:pt x="64" y="61"/>
                    <a:pt x="64" y="5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2"/>
                    <a:pt x="65" y="10"/>
                    <a:pt x="65" y="8"/>
                  </a:cubicBezTo>
                  <a:cubicBezTo>
                    <a:pt x="65" y="7"/>
                    <a:pt x="66" y="6"/>
                    <a:pt x="67" y="5"/>
                  </a:cubicBezTo>
                  <a:cubicBezTo>
                    <a:pt x="68" y="4"/>
                    <a:pt x="69" y="4"/>
                    <a:pt x="72" y="3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1" name="ïṡľïḍè"/>
            <p:cNvSpPr/>
            <p:nvPr/>
          </p:nvSpPr>
          <p:spPr bwMode="auto">
            <a:xfrm>
              <a:off x="11023024" y="925617"/>
              <a:ext cx="60187" cy="60187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5 w 62"/>
                <a:gd name="T5" fmla="*/ 45 h 61"/>
                <a:gd name="T6" fmla="*/ 55 w 62"/>
                <a:gd name="T7" fmla="*/ 21 h 61"/>
                <a:gd name="T8" fmla="*/ 54 w 62"/>
                <a:gd name="T9" fmla="*/ 13 h 61"/>
                <a:gd name="T10" fmla="*/ 52 w 62"/>
                <a:gd name="T11" fmla="*/ 7 h 61"/>
                <a:gd name="T12" fmla="*/ 49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6 w 62"/>
                <a:gd name="T21" fmla="*/ 4 h 61"/>
                <a:gd name="T22" fmla="*/ 19 w 62"/>
                <a:gd name="T23" fmla="*/ 11 h 61"/>
                <a:gd name="T24" fmla="*/ 18 w 62"/>
                <a:gd name="T25" fmla="*/ 10 h 61"/>
                <a:gd name="T26" fmla="*/ 19 w 62"/>
                <a:gd name="T27" fmla="*/ 0 h 61"/>
                <a:gd name="T28" fmla="*/ 15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5 w 62"/>
                <a:gd name="T35" fmla="*/ 5 h 61"/>
                <a:gd name="T36" fmla="*/ 7 w 62"/>
                <a:gd name="T37" fmla="*/ 7 h 61"/>
                <a:gd name="T38" fmla="*/ 8 w 62"/>
                <a:gd name="T39" fmla="*/ 11 h 61"/>
                <a:gd name="T40" fmla="*/ 8 w 62"/>
                <a:gd name="T41" fmla="*/ 18 h 61"/>
                <a:gd name="T42" fmla="*/ 8 w 62"/>
                <a:gd name="T43" fmla="*/ 45 h 61"/>
                <a:gd name="T44" fmla="*/ 7 w 62"/>
                <a:gd name="T45" fmla="*/ 52 h 61"/>
                <a:gd name="T46" fmla="*/ 6 w 62"/>
                <a:gd name="T47" fmla="*/ 55 h 61"/>
                <a:gd name="T48" fmla="*/ 5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6 w 62"/>
                <a:gd name="T55" fmla="*/ 61 h 61"/>
                <a:gd name="T56" fmla="*/ 26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9 w 62"/>
                <a:gd name="T63" fmla="*/ 45 h 61"/>
                <a:gd name="T64" fmla="*/ 19 w 62"/>
                <a:gd name="T65" fmla="*/ 22 h 61"/>
                <a:gd name="T66" fmla="*/ 20 w 62"/>
                <a:gd name="T67" fmla="*/ 16 h 61"/>
                <a:gd name="T68" fmla="*/ 24 w 62"/>
                <a:gd name="T69" fmla="*/ 12 h 61"/>
                <a:gd name="T70" fmla="*/ 28 w 62"/>
                <a:gd name="T71" fmla="*/ 8 h 61"/>
                <a:gd name="T72" fmla="*/ 33 w 62"/>
                <a:gd name="T73" fmla="*/ 7 h 61"/>
                <a:gd name="T74" fmla="*/ 37 w 62"/>
                <a:gd name="T75" fmla="*/ 8 h 61"/>
                <a:gd name="T76" fmla="*/ 40 w 62"/>
                <a:gd name="T77" fmla="*/ 9 h 61"/>
                <a:gd name="T78" fmla="*/ 42 w 62"/>
                <a:gd name="T79" fmla="*/ 11 h 61"/>
                <a:gd name="T80" fmla="*/ 43 w 62"/>
                <a:gd name="T81" fmla="*/ 15 h 61"/>
                <a:gd name="T82" fmla="*/ 44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4 w 62"/>
                <a:gd name="T89" fmla="*/ 51 h 61"/>
                <a:gd name="T90" fmla="*/ 43 w 62"/>
                <a:gd name="T91" fmla="*/ 55 h 61"/>
                <a:gd name="T92" fmla="*/ 41 w 62"/>
                <a:gd name="T93" fmla="*/ 56 h 61"/>
                <a:gd name="T94" fmla="*/ 37 w 62"/>
                <a:gd name="T95" fmla="*/ 57 h 61"/>
                <a:gd name="T96" fmla="*/ 37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8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6" y="53"/>
                    <a:pt x="55" y="52"/>
                    <a:pt x="55" y="51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18"/>
                    <a:pt x="55" y="15"/>
                    <a:pt x="54" y="13"/>
                  </a:cubicBezTo>
                  <a:cubicBezTo>
                    <a:pt x="54" y="10"/>
                    <a:pt x="53" y="9"/>
                    <a:pt x="52" y="7"/>
                  </a:cubicBezTo>
                  <a:cubicBezTo>
                    <a:pt x="52" y="5"/>
                    <a:pt x="50" y="4"/>
                    <a:pt x="49" y="3"/>
                  </a:cubicBezTo>
                  <a:cubicBezTo>
                    <a:pt x="48" y="2"/>
                    <a:pt x="46" y="1"/>
                    <a:pt x="44" y="0"/>
                  </a:cubicBezTo>
                  <a:cubicBezTo>
                    <a:pt x="43" y="0"/>
                    <a:pt x="41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6" y="4"/>
                  </a:cubicBezTo>
                  <a:cubicBezTo>
                    <a:pt x="24" y="5"/>
                    <a:pt x="22" y="7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ubicBezTo>
                    <a:pt x="19" y="51"/>
                    <a:pt x="19" y="48"/>
                    <a:pt x="19" y="45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0"/>
                    <a:pt x="19" y="18"/>
                    <a:pt x="20" y="16"/>
                  </a:cubicBezTo>
                  <a:cubicBezTo>
                    <a:pt x="21" y="15"/>
                    <a:pt x="22" y="13"/>
                    <a:pt x="24" y="12"/>
                  </a:cubicBezTo>
                  <a:cubicBezTo>
                    <a:pt x="25" y="10"/>
                    <a:pt x="27" y="9"/>
                    <a:pt x="28" y="8"/>
                  </a:cubicBezTo>
                  <a:cubicBezTo>
                    <a:pt x="30" y="8"/>
                    <a:pt x="31" y="7"/>
                    <a:pt x="33" y="7"/>
                  </a:cubicBezTo>
                  <a:cubicBezTo>
                    <a:pt x="35" y="7"/>
                    <a:pt x="36" y="7"/>
                    <a:pt x="37" y="8"/>
                  </a:cubicBezTo>
                  <a:cubicBezTo>
                    <a:pt x="38" y="8"/>
                    <a:pt x="39" y="9"/>
                    <a:pt x="40" y="9"/>
                  </a:cubicBezTo>
                  <a:cubicBezTo>
                    <a:pt x="40" y="10"/>
                    <a:pt x="41" y="11"/>
                    <a:pt x="42" y="11"/>
                  </a:cubicBezTo>
                  <a:cubicBezTo>
                    <a:pt x="42" y="12"/>
                    <a:pt x="43" y="13"/>
                    <a:pt x="43" y="15"/>
                  </a:cubicBezTo>
                  <a:cubicBezTo>
                    <a:pt x="44" y="16"/>
                    <a:pt x="44" y="18"/>
                    <a:pt x="44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4" y="51"/>
                  </a:cubicBezTo>
                  <a:cubicBezTo>
                    <a:pt x="44" y="53"/>
                    <a:pt x="43" y="54"/>
                    <a:pt x="43" y="55"/>
                  </a:cubicBezTo>
                  <a:cubicBezTo>
                    <a:pt x="42" y="55"/>
                    <a:pt x="42" y="56"/>
                    <a:pt x="41" y="56"/>
                  </a:cubicBezTo>
                  <a:cubicBezTo>
                    <a:pt x="40" y="57"/>
                    <a:pt x="39" y="57"/>
                    <a:pt x="37" y="57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9" y="56"/>
                    <a:pt x="58" y="56"/>
                  </a:cubicBezTo>
                  <a:cubicBezTo>
                    <a:pt x="57" y="55"/>
                    <a:pt x="57" y="55"/>
                    <a:pt x="56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2" name="iṣliḋê"/>
            <p:cNvSpPr/>
            <p:nvPr/>
          </p:nvSpPr>
          <p:spPr bwMode="auto">
            <a:xfrm>
              <a:off x="11093038" y="925617"/>
              <a:ext cx="24157" cy="60187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4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6 w 25"/>
                <a:gd name="T15" fmla="*/ 7 h 61"/>
                <a:gd name="T16" fmla="*/ 7 w 25"/>
                <a:gd name="T17" fmla="*/ 11 h 61"/>
                <a:gd name="T18" fmla="*/ 7 w 25"/>
                <a:gd name="T19" fmla="*/ 18 h 61"/>
                <a:gd name="T20" fmla="*/ 7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8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7" y="15"/>
                    <a:pt x="7" y="18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8"/>
                    <a:pt x="7" y="50"/>
                    <a:pt x="7" y="52"/>
                  </a:cubicBezTo>
                  <a:cubicBezTo>
                    <a:pt x="7" y="53"/>
                    <a:pt x="6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3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3" name="iSḻíḍé"/>
            <p:cNvSpPr/>
            <p:nvPr/>
          </p:nvSpPr>
          <p:spPr bwMode="auto">
            <a:xfrm>
              <a:off x="11099589" y="901869"/>
              <a:ext cx="11874" cy="118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4" name="ïṧḻíḓê"/>
            <p:cNvSpPr/>
            <p:nvPr/>
          </p:nvSpPr>
          <p:spPr bwMode="auto">
            <a:xfrm>
              <a:off x="11120880" y="926436"/>
              <a:ext cx="61415" cy="59368"/>
            </a:xfrm>
            <a:custGeom>
              <a:avLst/>
              <a:gdLst>
                <a:gd name="T0" fmla="*/ 40 w 63"/>
                <a:gd name="T1" fmla="*/ 3 h 60"/>
                <a:gd name="T2" fmla="*/ 45 w 63"/>
                <a:gd name="T3" fmla="*/ 5 h 60"/>
                <a:gd name="T4" fmla="*/ 47 w 63"/>
                <a:gd name="T5" fmla="*/ 9 h 60"/>
                <a:gd name="T6" fmla="*/ 46 w 63"/>
                <a:gd name="T7" fmla="*/ 13 h 60"/>
                <a:gd name="T8" fmla="*/ 44 w 63"/>
                <a:gd name="T9" fmla="*/ 18 h 60"/>
                <a:gd name="T10" fmla="*/ 32 w 63"/>
                <a:gd name="T11" fmla="*/ 48 h 60"/>
                <a:gd name="T12" fmla="*/ 21 w 63"/>
                <a:gd name="T13" fmla="*/ 16 h 60"/>
                <a:gd name="T14" fmla="*/ 19 w 63"/>
                <a:gd name="T15" fmla="*/ 12 h 60"/>
                <a:gd name="T16" fmla="*/ 19 w 63"/>
                <a:gd name="T17" fmla="*/ 8 h 60"/>
                <a:gd name="T18" fmla="*/ 20 w 63"/>
                <a:gd name="T19" fmla="*/ 6 h 60"/>
                <a:gd name="T20" fmla="*/ 21 w 63"/>
                <a:gd name="T21" fmla="*/ 4 h 60"/>
                <a:gd name="T22" fmla="*/ 25 w 63"/>
                <a:gd name="T23" fmla="*/ 3 h 60"/>
                <a:gd name="T24" fmla="*/ 25 w 63"/>
                <a:gd name="T25" fmla="*/ 0 h 60"/>
                <a:gd name="T26" fmla="*/ 0 w 63"/>
                <a:gd name="T27" fmla="*/ 0 h 60"/>
                <a:gd name="T28" fmla="*/ 0 w 63"/>
                <a:gd name="T29" fmla="*/ 3 h 60"/>
                <a:gd name="T30" fmla="*/ 3 w 63"/>
                <a:gd name="T31" fmla="*/ 4 h 60"/>
                <a:gd name="T32" fmla="*/ 6 w 63"/>
                <a:gd name="T33" fmla="*/ 7 h 60"/>
                <a:gd name="T34" fmla="*/ 9 w 63"/>
                <a:gd name="T35" fmla="*/ 13 h 60"/>
                <a:gd name="T36" fmla="*/ 25 w 63"/>
                <a:gd name="T37" fmla="*/ 60 h 60"/>
                <a:gd name="T38" fmla="*/ 33 w 63"/>
                <a:gd name="T39" fmla="*/ 60 h 60"/>
                <a:gd name="T40" fmla="*/ 54 w 63"/>
                <a:gd name="T41" fmla="*/ 14 h 60"/>
                <a:gd name="T42" fmla="*/ 57 w 63"/>
                <a:gd name="T43" fmla="*/ 8 h 60"/>
                <a:gd name="T44" fmla="*/ 60 w 63"/>
                <a:gd name="T45" fmla="*/ 4 h 60"/>
                <a:gd name="T46" fmla="*/ 63 w 63"/>
                <a:gd name="T47" fmla="*/ 3 h 60"/>
                <a:gd name="T48" fmla="*/ 63 w 63"/>
                <a:gd name="T49" fmla="*/ 0 h 60"/>
                <a:gd name="T50" fmla="*/ 40 w 63"/>
                <a:gd name="T51" fmla="*/ 0 h 60"/>
                <a:gd name="T52" fmla="*/ 40 w 63"/>
                <a:gd name="T53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3" h="60">
                  <a:moveTo>
                    <a:pt x="40" y="3"/>
                  </a:moveTo>
                  <a:cubicBezTo>
                    <a:pt x="43" y="3"/>
                    <a:pt x="44" y="4"/>
                    <a:pt x="45" y="5"/>
                  </a:cubicBezTo>
                  <a:cubicBezTo>
                    <a:pt x="46" y="6"/>
                    <a:pt x="47" y="7"/>
                    <a:pt x="47" y="9"/>
                  </a:cubicBezTo>
                  <a:cubicBezTo>
                    <a:pt x="47" y="10"/>
                    <a:pt x="46" y="11"/>
                    <a:pt x="46" y="13"/>
                  </a:cubicBezTo>
                  <a:cubicBezTo>
                    <a:pt x="46" y="14"/>
                    <a:pt x="45" y="16"/>
                    <a:pt x="44" y="1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5"/>
                    <a:pt x="20" y="13"/>
                    <a:pt x="19" y="12"/>
                  </a:cubicBezTo>
                  <a:cubicBezTo>
                    <a:pt x="19" y="11"/>
                    <a:pt x="19" y="10"/>
                    <a:pt x="19" y="8"/>
                  </a:cubicBezTo>
                  <a:cubicBezTo>
                    <a:pt x="19" y="7"/>
                    <a:pt x="19" y="6"/>
                    <a:pt x="20" y="6"/>
                  </a:cubicBezTo>
                  <a:cubicBezTo>
                    <a:pt x="20" y="5"/>
                    <a:pt x="21" y="4"/>
                    <a:pt x="21" y="4"/>
                  </a:cubicBezTo>
                  <a:cubicBezTo>
                    <a:pt x="22" y="4"/>
                    <a:pt x="24" y="3"/>
                    <a:pt x="25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3" y="4"/>
                    <a:pt x="3" y="4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6" y="8"/>
                    <a:pt x="7" y="10"/>
                    <a:pt x="9" y="13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1"/>
                    <a:pt x="56" y="9"/>
                    <a:pt x="57" y="8"/>
                  </a:cubicBezTo>
                  <a:cubicBezTo>
                    <a:pt x="58" y="6"/>
                    <a:pt x="59" y="5"/>
                    <a:pt x="60" y="4"/>
                  </a:cubicBezTo>
                  <a:cubicBezTo>
                    <a:pt x="61" y="4"/>
                    <a:pt x="62" y="3"/>
                    <a:pt x="63" y="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4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5" name="ïṡḷïḋe"/>
            <p:cNvSpPr/>
            <p:nvPr/>
          </p:nvSpPr>
          <p:spPr bwMode="auto">
            <a:xfrm>
              <a:off x="11186798" y="925617"/>
              <a:ext cx="48722" cy="61415"/>
            </a:xfrm>
            <a:custGeom>
              <a:avLst/>
              <a:gdLst>
                <a:gd name="T0" fmla="*/ 50 w 50"/>
                <a:gd name="T1" fmla="*/ 30 h 62"/>
                <a:gd name="T2" fmla="*/ 49 w 50"/>
                <a:gd name="T3" fmla="*/ 16 h 62"/>
                <a:gd name="T4" fmla="*/ 45 w 50"/>
                <a:gd name="T5" fmla="*/ 7 h 62"/>
                <a:gd name="T6" fmla="*/ 38 w 50"/>
                <a:gd name="T7" fmla="*/ 2 h 62"/>
                <a:gd name="T8" fmla="*/ 27 w 50"/>
                <a:gd name="T9" fmla="*/ 0 h 62"/>
                <a:gd name="T10" fmla="*/ 13 w 50"/>
                <a:gd name="T11" fmla="*/ 4 h 62"/>
                <a:gd name="T12" fmla="*/ 3 w 50"/>
                <a:gd name="T13" fmla="*/ 15 h 62"/>
                <a:gd name="T14" fmla="*/ 0 w 50"/>
                <a:gd name="T15" fmla="*/ 31 h 62"/>
                <a:gd name="T16" fmla="*/ 6 w 50"/>
                <a:gd name="T17" fmla="*/ 54 h 62"/>
                <a:gd name="T18" fmla="*/ 26 w 50"/>
                <a:gd name="T19" fmla="*/ 62 h 62"/>
                <a:gd name="T20" fmla="*/ 35 w 50"/>
                <a:gd name="T21" fmla="*/ 60 h 62"/>
                <a:gd name="T22" fmla="*/ 42 w 50"/>
                <a:gd name="T23" fmla="*/ 56 h 62"/>
                <a:gd name="T24" fmla="*/ 49 w 50"/>
                <a:gd name="T25" fmla="*/ 50 h 62"/>
                <a:gd name="T26" fmla="*/ 45 w 50"/>
                <a:gd name="T27" fmla="*/ 46 h 62"/>
                <a:gd name="T28" fmla="*/ 37 w 50"/>
                <a:gd name="T29" fmla="*/ 52 h 62"/>
                <a:gd name="T30" fmla="*/ 28 w 50"/>
                <a:gd name="T31" fmla="*/ 54 h 62"/>
                <a:gd name="T32" fmla="*/ 18 w 50"/>
                <a:gd name="T33" fmla="*/ 51 h 62"/>
                <a:gd name="T34" fmla="*/ 13 w 50"/>
                <a:gd name="T35" fmla="*/ 43 h 62"/>
                <a:gd name="T36" fmla="*/ 11 w 50"/>
                <a:gd name="T37" fmla="*/ 31 h 62"/>
                <a:gd name="T38" fmla="*/ 11 w 50"/>
                <a:gd name="T39" fmla="*/ 30 h 62"/>
                <a:gd name="T40" fmla="*/ 50 w 50"/>
                <a:gd name="T41" fmla="*/ 30 h 62"/>
                <a:gd name="T42" fmla="*/ 16 w 50"/>
                <a:gd name="T43" fmla="*/ 10 h 62"/>
                <a:gd name="T44" fmla="*/ 26 w 50"/>
                <a:gd name="T45" fmla="*/ 5 h 62"/>
                <a:gd name="T46" fmla="*/ 33 w 50"/>
                <a:gd name="T47" fmla="*/ 7 h 62"/>
                <a:gd name="T48" fmla="*/ 37 w 50"/>
                <a:gd name="T49" fmla="*/ 13 h 62"/>
                <a:gd name="T50" fmla="*/ 39 w 50"/>
                <a:gd name="T51" fmla="*/ 24 h 62"/>
                <a:gd name="T52" fmla="*/ 11 w 50"/>
                <a:gd name="T53" fmla="*/ 24 h 62"/>
                <a:gd name="T54" fmla="*/ 16 w 50"/>
                <a:gd name="T5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0" h="62">
                  <a:moveTo>
                    <a:pt x="50" y="30"/>
                  </a:moveTo>
                  <a:cubicBezTo>
                    <a:pt x="50" y="24"/>
                    <a:pt x="50" y="19"/>
                    <a:pt x="49" y="16"/>
                  </a:cubicBezTo>
                  <a:cubicBezTo>
                    <a:pt x="48" y="12"/>
                    <a:pt x="46" y="9"/>
                    <a:pt x="45" y="7"/>
                  </a:cubicBezTo>
                  <a:cubicBezTo>
                    <a:pt x="43" y="5"/>
                    <a:pt x="41" y="3"/>
                    <a:pt x="38" y="2"/>
                  </a:cubicBezTo>
                  <a:cubicBezTo>
                    <a:pt x="35" y="0"/>
                    <a:pt x="31" y="0"/>
                    <a:pt x="27" y="0"/>
                  </a:cubicBezTo>
                  <a:cubicBezTo>
                    <a:pt x="21" y="0"/>
                    <a:pt x="17" y="1"/>
                    <a:pt x="13" y="4"/>
                  </a:cubicBezTo>
                  <a:cubicBezTo>
                    <a:pt x="8" y="6"/>
                    <a:pt x="5" y="10"/>
                    <a:pt x="3" y="15"/>
                  </a:cubicBezTo>
                  <a:cubicBezTo>
                    <a:pt x="1" y="19"/>
                    <a:pt x="0" y="25"/>
                    <a:pt x="0" y="31"/>
                  </a:cubicBezTo>
                  <a:cubicBezTo>
                    <a:pt x="0" y="41"/>
                    <a:pt x="2" y="49"/>
                    <a:pt x="6" y="54"/>
                  </a:cubicBezTo>
                  <a:cubicBezTo>
                    <a:pt x="11" y="59"/>
                    <a:pt x="17" y="62"/>
                    <a:pt x="26" y="62"/>
                  </a:cubicBezTo>
                  <a:cubicBezTo>
                    <a:pt x="29" y="62"/>
                    <a:pt x="32" y="61"/>
                    <a:pt x="35" y="60"/>
                  </a:cubicBezTo>
                  <a:cubicBezTo>
                    <a:pt x="37" y="59"/>
                    <a:pt x="40" y="58"/>
                    <a:pt x="42" y="56"/>
                  </a:cubicBezTo>
                  <a:cubicBezTo>
                    <a:pt x="44" y="55"/>
                    <a:pt x="47" y="53"/>
                    <a:pt x="49" y="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3" y="49"/>
                    <a:pt x="40" y="51"/>
                    <a:pt x="37" y="52"/>
                  </a:cubicBezTo>
                  <a:cubicBezTo>
                    <a:pt x="35" y="53"/>
                    <a:pt x="31" y="54"/>
                    <a:pt x="28" y="54"/>
                  </a:cubicBezTo>
                  <a:cubicBezTo>
                    <a:pt x="24" y="54"/>
                    <a:pt x="21" y="53"/>
                    <a:pt x="18" y="51"/>
                  </a:cubicBezTo>
                  <a:cubicBezTo>
                    <a:pt x="16" y="49"/>
                    <a:pt x="14" y="47"/>
                    <a:pt x="13" y="43"/>
                  </a:cubicBezTo>
                  <a:cubicBezTo>
                    <a:pt x="12" y="40"/>
                    <a:pt x="11" y="36"/>
                    <a:pt x="11" y="31"/>
                  </a:cubicBezTo>
                  <a:cubicBezTo>
                    <a:pt x="11" y="30"/>
                    <a:pt x="11" y="30"/>
                    <a:pt x="11" y="30"/>
                  </a:cubicBezTo>
                  <a:lnTo>
                    <a:pt x="50" y="30"/>
                  </a:lnTo>
                  <a:close/>
                  <a:moveTo>
                    <a:pt x="16" y="10"/>
                  </a:moveTo>
                  <a:cubicBezTo>
                    <a:pt x="18" y="6"/>
                    <a:pt x="22" y="5"/>
                    <a:pt x="26" y="5"/>
                  </a:cubicBezTo>
                  <a:cubicBezTo>
                    <a:pt x="29" y="5"/>
                    <a:pt x="31" y="5"/>
                    <a:pt x="33" y="7"/>
                  </a:cubicBezTo>
                  <a:cubicBezTo>
                    <a:pt x="35" y="8"/>
                    <a:pt x="36" y="11"/>
                    <a:pt x="37" y="13"/>
                  </a:cubicBezTo>
                  <a:cubicBezTo>
                    <a:pt x="38" y="16"/>
                    <a:pt x="38" y="20"/>
                    <a:pt x="39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18"/>
                    <a:pt x="13" y="13"/>
                    <a:pt x="16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6" name="ïśļiḓê"/>
            <p:cNvSpPr/>
            <p:nvPr/>
          </p:nvSpPr>
          <p:spPr bwMode="auto">
            <a:xfrm>
              <a:off x="11246166" y="925617"/>
              <a:ext cx="44629" cy="60187"/>
            </a:xfrm>
            <a:custGeom>
              <a:avLst/>
              <a:gdLst>
                <a:gd name="T0" fmla="*/ 31 w 46"/>
                <a:gd name="T1" fmla="*/ 1 h 61"/>
                <a:gd name="T2" fmla="*/ 25 w 46"/>
                <a:gd name="T3" fmla="*/ 5 h 61"/>
                <a:gd name="T4" fmla="*/ 19 w 46"/>
                <a:gd name="T5" fmla="*/ 11 h 61"/>
                <a:gd name="T6" fmla="*/ 18 w 46"/>
                <a:gd name="T7" fmla="*/ 11 h 61"/>
                <a:gd name="T8" fmla="*/ 18 w 46"/>
                <a:gd name="T9" fmla="*/ 0 h 61"/>
                <a:gd name="T10" fmla="*/ 15 w 46"/>
                <a:gd name="T11" fmla="*/ 0 h 61"/>
                <a:gd name="T12" fmla="*/ 0 w 46"/>
                <a:gd name="T13" fmla="*/ 1 h 61"/>
                <a:gd name="T14" fmla="*/ 0 w 46"/>
                <a:gd name="T15" fmla="*/ 4 h 61"/>
                <a:gd name="T16" fmla="*/ 4 w 46"/>
                <a:gd name="T17" fmla="*/ 5 h 61"/>
                <a:gd name="T18" fmla="*/ 7 w 46"/>
                <a:gd name="T19" fmla="*/ 7 h 61"/>
                <a:gd name="T20" fmla="*/ 7 w 46"/>
                <a:gd name="T21" fmla="*/ 11 h 61"/>
                <a:gd name="T22" fmla="*/ 8 w 46"/>
                <a:gd name="T23" fmla="*/ 18 h 61"/>
                <a:gd name="T24" fmla="*/ 8 w 46"/>
                <a:gd name="T25" fmla="*/ 45 h 61"/>
                <a:gd name="T26" fmla="*/ 7 w 46"/>
                <a:gd name="T27" fmla="*/ 52 h 61"/>
                <a:gd name="T28" fmla="*/ 6 w 46"/>
                <a:gd name="T29" fmla="*/ 55 h 61"/>
                <a:gd name="T30" fmla="*/ 4 w 46"/>
                <a:gd name="T31" fmla="*/ 56 h 61"/>
                <a:gd name="T32" fmla="*/ 1 w 46"/>
                <a:gd name="T33" fmla="*/ 57 h 61"/>
                <a:gd name="T34" fmla="*/ 1 w 46"/>
                <a:gd name="T35" fmla="*/ 61 h 61"/>
                <a:gd name="T36" fmla="*/ 26 w 46"/>
                <a:gd name="T37" fmla="*/ 61 h 61"/>
                <a:gd name="T38" fmla="*/ 26 w 46"/>
                <a:gd name="T39" fmla="*/ 57 h 61"/>
                <a:gd name="T40" fmla="*/ 21 w 46"/>
                <a:gd name="T41" fmla="*/ 56 h 61"/>
                <a:gd name="T42" fmla="*/ 19 w 46"/>
                <a:gd name="T43" fmla="*/ 53 h 61"/>
                <a:gd name="T44" fmla="*/ 18 w 46"/>
                <a:gd name="T45" fmla="*/ 45 h 61"/>
                <a:gd name="T46" fmla="*/ 18 w 46"/>
                <a:gd name="T47" fmla="*/ 23 h 61"/>
                <a:gd name="T48" fmla="*/ 19 w 46"/>
                <a:gd name="T49" fmla="*/ 18 h 61"/>
                <a:gd name="T50" fmla="*/ 22 w 46"/>
                <a:gd name="T51" fmla="*/ 13 h 61"/>
                <a:gd name="T52" fmla="*/ 26 w 46"/>
                <a:gd name="T53" fmla="*/ 9 h 61"/>
                <a:gd name="T54" fmla="*/ 31 w 46"/>
                <a:gd name="T55" fmla="*/ 8 h 61"/>
                <a:gd name="T56" fmla="*/ 35 w 46"/>
                <a:gd name="T57" fmla="*/ 9 h 61"/>
                <a:gd name="T58" fmla="*/ 38 w 46"/>
                <a:gd name="T59" fmla="*/ 14 h 61"/>
                <a:gd name="T60" fmla="*/ 46 w 46"/>
                <a:gd name="T61" fmla="*/ 14 h 61"/>
                <a:gd name="T62" fmla="*/ 46 w 46"/>
                <a:gd name="T63" fmla="*/ 0 h 61"/>
                <a:gd name="T64" fmla="*/ 39 w 46"/>
                <a:gd name="T65" fmla="*/ 0 h 61"/>
                <a:gd name="T66" fmla="*/ 31 w 46"/>
                <a:gd name="T67" fmla="*/ 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6" h="61">
                  <a:moveTo>
                    <a:pt x="31" y="1"/>
                  </a:moveTo>
                  <a:cubicBezTo>
                    <a:pt x="29" y="2"/>
                    <a:pt x="27" y="3"/>
                    <a:pt x="25" y="5"/>
                  </a:cubicBezTo>
                  <a:cubicBezTo>
                    <a:pt x="23" y="6"/>
                    <a:pt x="21" y="8"/>
                    <a:pt x="1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7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4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7"/>
                    <a:pt x="21" y="56"/>
                  </a:cubicBezTo>
                  <a:cubicBezTo>
                    <a:pt x="20" y="55"/>
                    <a:pt x="19" y="54"/>
                    <a:pt x="19" y="53"/>
                  </a:cubicBezTo>
                  <a:cubicBezTo>
                    <a:pt x="18" y="51"/>
                    <a:pt x="18" y="49"/>
                    <a:pt x="18" y="45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1"/>
                    <a:pt x="19" y="19"/>
                    <a:pt x="19" y="18"/>
                  </a:cubicBezTo>
                  <a:cubicBezTo>
                    <a:pt x="20" y="16"/>
                    <a:pt x="21" y="15"/>
                    <a:pt x="22" y="13"/>
                  </a:cubicBezTo>
                  <a:cubicBezTo>
                    <a:pt x="23" y="11"/>
                    <a:pt x="25" y="10"/>
                    <a:pt x="26" y="9"/>
                  </a:cubicBezTo>
                  <a:cubicBezTo>
                    <a:pt x="28" y="8"/>
                    <a:pt x="29" y="8"/>
                    <a:pt x="31" y="8"/>
                  </a:cubicBezTo>
                  <a:cubicBezTo>
                    <a:pt x="33" y="8"/>
                    <a:pt x="34" y="8"/>
                    <a:pt x="35" y="9"/>
                  </a:cubicBezTo>
                  <a:cubicBezTo>
                    <a:pt x="36" y="11"/>
                    <a:pt x="37" y="12"/>
                    <a:pt x="38" y="14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4" y="0"/>
                    <a:pt x="41" y="0"/>
                    <a:pt x="39" y="0"/>
                  </a:cubicBezTo>
                  <a:cubicBezTo>
                    <a:pt x="36" y="0"/>
                    <a:pt x="34" y="0"/>
                    <a:pt x="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7" name="ïŝḻïḓé"/>
            <p:cNvSpPr/>
            <p:nvPr/>
          </p:nvSpPr>
          <p:spPr bwMode="auto">
            <a:xfrm>
              <a:off x="11297346" y="925617"/>
              <a:ext cx="41762" cy="61415"/>
            </a:xfrm>
            <a:custGeom>
              <a:avLst/>
              <a:gdLst>
                <a:gd name="T0" fmla="*/ 36 w 43"/>
                <a:gd name="T1" fmla="*/ 31 h 62"/>
                <a:gd name="T2" fmla="*/ 26 w 43"/>
                <a:gd name="T3" fmla="*/ 26 h 62"/>
                <a:gd name="T4" fmla="*/ 17 w 43"/>
                <a:gd name="T5" fmla="*/ 22 h 62"/>
                <a:gd name="T6" fmla="*/ 13 w 43"/>
                <a:gd name="T7" fmla="*/ 18 h 62"/>
                <a:gd name="T8" fmla="*/ 12 w 43"/>
                <a:gd name="T9" fmla="*/ 13 h 62"/>
                <a:gd name="T10" fmla="*/ 15 w 43"/>
                <a:gd name="T11" fmla="*/ 7 h 62"/>
                <a:gd name="T12" fmla="*/ 23 w 43"/>
                <a:gd name="T13" fmla="*/ 5 h 62"/>
                <a:gd name="T14" fmla="*/ 29 w 43"/>
                <a:gd name="T15" fmla="*/ 5 h 62"/>
                <a:gd name="T16" fmla="*/ 33 w 43"/>
                <a:gd name="T17" fmla="*/ 8 h 62"/>
                <a:gd name="T18" fmla="*/ 37 w 43"/>
                <a:gd name="T19" fmla="*/ 14 h 62"/>
                <a:gd name="T20" fmla="*/ 43 w 43"/>
                <a:gd name="T21" fmla="*/ 14 h 62"/>
                <a:gd name="T22" fmla="*/ 43 w 43"/>
                <a:gd name="T23" fmla="*/ 2 h 62"/>
                <a:gd name="T24" fmla="*/ 33 w 43"/>
                <a:gd name="T25" fmla="*/ 0 h 62"/>
                <a:gd name="T26" fmla="*/ 25 w 43"/>
                <a:gd name="T27" fmla="*/ 0 h 62"/>
                <a:gd name="T28" fmla="*/ 13 w 43"/>
                <a:gd name="T29" fmla="*/ 2 h 62"/>
                <a:gd name="T30" fmla="*/ 5 w 43"/>
                <a:gd name="T31" fmla="*/ 7 h 62"/>
                <a:gd name="T32" fmla="*/ 2 w 43"/>
                <a:gd name="T33" fmla="*/ 16 h 62"/>
                <a:gd name="T34" fmla="*/ 4 w 43"/>
                <a:gd name="T35" fmla="*/ 24 h 62"/>
                <a:gd name="T36" fmla="*/ 9 w 43"/>
                <a:gd name="T37" fmla="*/ 29 h 62"/>
                <a:gd name="T38" fmla="*/ 18 w 43"/>
                <a:gd name="T39" fmla="*/ 34 h 62"/>
                <a:gd name="T40" fmla="*/ 28 w 43"/>
                <a:gd name="T41" fmla="*/ 38 h 62"/>
                <a:gd name="T42" fmla="*/ 31 w 43"/>
                <a:gd name="T43" fmla="*/ 42 h 62"/>
                <a:gd name="T44" fmla="*/ 33 w 43"/>
                <a:gd name="T45" fmla="*/ 47 h 62"/>
                <a:gd name="T46" fmla="*/ 32 w 43"/>
                <a:gd name="T47" fmla="*/ 52 h 62"/>
                <a:gd name="T48" fmla="*/ 29 w 43"/>
                <a:gd name="T49" fmla="*/ 55 h 62"/>
                <a:gd name="T50" fmla="*/ 25 w 43"/>
                <a:gd name="T51" fmla="*/ 56 h 62"/>
                <a:gd name="T52" fmla="*/ 21 w 43"/>
                <a:gd name="T53" fmla="*/ 57 h 62"/>
                <a:gd name="T54" fmla="*/ 12 w 43"/>
                <a:gd name="T55" fmla="*/ 54 h 62"/>
                <a:gd name="T56" fmla="*/ 7 w 43"/>
                <a:gd name="T57" fmla="*/ 46 h 62"/>
                <a:gd name="T58" fmla="*/ 0 w 43"/>
                <a:gd name="T59" fmla="*/ 46 h 62"/>
                <a:gd name="T60" fmla="*/ 0 w 43"/>
                <a:gd name="T61" fmla="*/ 59 h 62"/>
                <a:gd name="T62" fmla="*/ 10 w 43"/>
                <a:gd name="T63" fmla="*/ 61 h 62"/>
                <a:gd name="T64" fmla="*/ 20 w 43"/>
                <a:gd name="T65" fmla="*/ 62 h 62"/>
                <a:gd name="T66" fmla="*/ 29 w 43"/>
                <a:gd name="T67" fmla="*/ 61 h 62"/>
                <a:gd name="T68" fmla="*/ 37 w 43"/>
                <a:gd name="T69" fmla="*/ 58 h 62"/>
                <a:gd name="T70" fmla="*/ 42 w 43"/>
                <a:gd name="T71" fmla="*/ 52 h 62"/>
                <a:gd name="T72" fmla="*/ 43 w 43"/>
                <a:gd name="T73" fmla="*/ 44 h 62"/>
                <a:gd name="T74" fmla="*/ 41 w 43"/>
                <a:gd name="T75" fmla="*/ 36 h 62"/>
                <a:gd name="T76" fmla="*/ 36 w 43"/>
                <a:gd name="T77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3" h="62">
                  <a:moveTo>
                    <a:pt x="36" y="31"/>
                  </a:moveTo>
                  <a:cubicBezTo>
                    <a:pt x="34" y="29"/>
                    <a:pt x="30" y="28"/>
                    <a:pt x="26" y="26"/>
                  </a:cubicBezTo>
                  <a:cubicBezTo>
                    <a:pt x="22" y="24"/>
                    <a:pt x="19" y="23"/>
                    <a:pt x="17" y="22"/>
                  </a:cubicBezTo>
                  <a:cubicBezTo>
                    <a:pt x="15" y="21"/>
                    <a:pt x="14" y="19"/>
                    <a:pt x="13" y="18"/>
                  </a:cubicBezTo>
                  <a:cubicBezTo>
                    <a:pt x="13" y="17"/>
                    <a:pt x="12" y="15"/>
                    <a:pt x="12" y="13"/>
                  </a:cubicBezTo>
                  <a:cubicBezTo>
                    <a:pt x="12" y="11"/>
                    <a:pt x="13" y="8"/>
                    <a:pt x="15" y="7"/>
                  </a:cubicBezTo>
                  <a:cubicBezTo>
                    <a:pt x="17" y="5"/>
                    <a:pt x="20" y="5"/>
                    <a:pt x="23" y="5"/>
                  </a:cubicBezTo>
                  <a:cubicBezTo>
                    <a:pt x="26" y="5"/>
                    <a:pt x="27" y="5"/>
                    <a:pt x="29" y="5"/>
                  </a:cubicBezTo>
                  <a:cubicBezTo>
                    <a:pt x="31" y="6"/>
                    <a:pt x="32" y="7"/>
                    <a:pt x="33" y="8"/>
                  </a:cubicBezTo>
                  <a:cubicBezTo>
                    <a:pt x="35" y="10"/>
                    <a:pt x="36" y="12"/>
                    <a:pt x="37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39" y="1"/>
                    <a:pt x="35" y="0"/>
                    <a:pt x="33" y="0"/>
                  </a:cubicBezTo>
                  <a:cubicBezTo>
                    <a:pt x="30" y="0"/>
                    <a:pt x="28" y="0"/>
                    <a:pt x="25" y="0"/>
                  </a:cubicBezTo>
                  <a:cubicBezTo>
                    <a:pt x="20" y="0"/>
                    <a:pt x="16" y="0"/>
                    <a:pt x="13" y="2"/>
                  </a:cubicBezTo>
                  <a:cubicBezTo>
                    <a:pt x="9" y="3"/>
                    <a:pt x="6" y="5"/>
                    <a:pt x="5" y="7"/>
                  </a:cubicBezTo>
                  <a:cubicBezTo>
                    <a:pt x="3" y="10"/>
                    <a:pt x="2" y="13"/>
                    <a:pt x="2" y="16"/>
                  </a:cubicBezTo>
                  <a:cubicBezTo>
                    <a:pt x="2" y="19"/>
                    <a:pt x="2" y="22"/>
                    <a:pt x="4" y="24"/>
                  </a:cubicBezTo>
                  <a:cubicBezTo>
                    <a:pt x="5" y="26"/>
                    <a:pt x="7" y="27"/>
                    <a:pt x="9" y="29"/>
                  </a:cubicBezTo>
                  <a:cubicBezTo>
                    <a:pt x="11" y="30"/>
                    <a:pt x="14" y="32"/>
                    <a:pt x="18" y="34"/>
                  </a:cubicBezTo>
                  <a:cubicBezTo>
                    <a:pt x="23" y="35"/>
                    <a:pt x="26" y="37"/>
                    <a:pt x="28" y="38"/>
                  </a:cubicBezTo>
                  <a:cubicBezTo>
                    <a:pt x="29" y="39"/>
                    <a:pt x="31" y="40"/>
                    <a:pt x="31" y="42"/>
                  </a:cubicBezTo>
                  <a:cubicBezTo>
                    <a:pt x="32" y="43"/>
                    <a:pt x="33" y="45"/>
                    <a:pt x="33" y="47"/>
                  </a:cubicBezTo>
                  <a:cubicBezTo>
                    <a:pt x="33" y="49"/>
                    <a:pt x="32" y="50"/>
                    <a:pt x="32" y="52"/>
                  </a:cubicBezTo>
                  <a:cubicBezTo>
                    <a:pt x="31" y="53"/>
                    <a:pt x="30" y="54"/>
                    <a:pt x="29" y="55"/>
                  </a:cubicBezTo>
                  <a:cubicBezTo>
                    <a:pt x="28" y="55"/>
                    <a:pt x="27" y="56"/>
                    <a:pt x="25" y="56"/>
                  </a:cubicBezTo>
                  <a:cubicBezTo>
                    <a:pt x="24" y="56"/>
                    <a:pt x="22" y="57"/>
                    <a:pt x="21" y="57"/>
                  </a:cubicBezTo>
                  <a:cubicBezTo>
                    <a:pt x="17" y="57"/>
                    <a:pt x="14" y="56"/>
                    <a:pt x="12" y="54"/>
                  </a:cubicBezTo>
                  <a:cubicBezTo>
                    <a:pt x="9" y="52"/>
                    <a:pt x="8" y="49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0"/>
                    <a:pt x="7" y="60"/>
                    <a:pt x="10" y="61"/>
                  </a:cubicBezTo>
                  <a:cubicBezTo>
                    <a:pt x="13" y="61"/>
                    <a:pt x="17" y="62"/>
                    <a:pt x="20" y="62"/>
                  </a:cubicBezTo>
                  <a:cubicBezTo>
                    <a:pt x="24" y="62"/>
                    <a:pt x="27" y="61"/>
                    <a:pt x="29" y="61"/>
                  </a:cubicBezTo>
                  <a:cubicBezTo>
                    <a:pt x="32" y="60"/>
                    <a:pt x="35" y="59"/>
                    <a:pt x="37" y="58"/>
                  </a:cubicBezTo>
                  <a:cubicBezTo>
                    <a:pt x="39" y="56"/>
                    <a:pt x="40" y="54"/>
                    <a:pt x="42" y="52"/>
                  </a:cubicBezTo>
                  <a:cubicBezTo>
                    <a:pt x="43" y="50"/>
                    <a:pt x="43" y="47"/>
                    <a:pt x="43" y="44"/>
                  </a:cubicBezTo>
                  <a:cubicBezTo>
                    <a:pt x="43" y="41"/>
                    <a:pt x="43" y="38"/>
                    <a:pt x="41" y="36"/>
                  </a:cubicBezTo>
                  <a:cubicBezTo>
                    <a:pt x="40" y="34"/>
                    <a:pt x="38" y="33"/>
                    <a:pt x="36" y="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8" name="işľïḓè"/>
            <p:cNvSpPr/>
            <p:nvPr/>
          </p:nvSpPr>
          <p:spPr bwMode="auto">
            <a:xfrm>
              <a:off x="11350982" y="925617"/>
              <a:ext cx="24157" cy="60187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5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7 w 25"/>
                <a:gd name="T15" fmla="*/ 7 h 61"/>
                <a:gd name="T16" fmla="*/ 7 w 25"/>
                <a:gd name="T17" fmla="*/ 11 h 61"/>
                <a:gd name="T18" fmla="*/ 8 w 25"/>
                <a:gd name="T19" fmla="*/ 18 h 61"/>
                <a:gd name="T20" fmla="*/ 8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9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7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4" y="56"/>
                  </a:cubicBezTo>
                  <a:cubicBezTo>
                    <a:pt x="4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9" name="îṥḻïḑe"/>
            <p:cNvSpPr/>
            <p:nvPr/>
          </p:nvSpPr>
          <p:spPr bwMode="auto">
            <a:xfrm>
              <a:off x="11357533" y="901869"/>
              <a:ext cx="11874" cy="118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20" name="íṥļîde"/>
            <p:cNvSpPr/>
            <p:nvPr/>
          </p:nvSpPr>
          <p:spPr bwMode="auto">
            <a:xfrm>
              <a:off x="11382917" y="910468"/>
              <a:ext cx="40535" cy="76564"/>
            </a:xfrm>
            <a:custGeom>
              <a:avLst/>
              <a:gdLst>
                <a:gd name="T0" fmla="*/ 34 w 42"/>
                <a:gd name="T1" fmla="*/ 68 h 77"/>
                <a:gd name="T2" fmla="*/ 30 w 42"/>
                <a:gd name="T3" fmla="*/ 69 h 77"/>
                <a:gd name="T4" fmla="*/ 25 w 42"/>
                <a:gd name="T5" fmla="*/ 68 h 77"/>
                <a:gd name="T6" fmla="*/ 22 w 42"/>
                <a:gd name="T7" fmla="*/ 65 h 77"/>
                <a:gd name="T8" fmla="*/ 20 w 42"/>
                <a:gd name="T9" fmla="*/ 60 h 77"/>
                <a:gd name="T10" fmla="*/ 20 w 42"/>
                <a:gd name="T11" fmla="*/ 50 h 77"/>
                <a:gd name="T12" fmla="*/ 20 w 42"/>
                <a:gd name="T13" fmla="*/ 22 h 77"/>
                <a:gd name="T14" fmla="*/ 40 w 42"/>
                <a:gd name="T15" fmla="*/ 22 h 77"/>
                <a:gd name="T16" fmla="*/ 40 w 42"/>
                <a:gd name="T17" fmla="*/ 16 h 77"/>
                <a:gd name="T18" fmla="*/ 20 w 42"/>
                <a:gd name="T19" fmla="*/ 16 h 77"/>
                <a:gd name="T20" fmla="*/ 20 w 42"/>
                <a:gd name="T21" fmla="*/ 0 h 77"/>
                <a:gd name="T22" fmla="*/ 11 w 42"/>
                <a:gd name="T23" fmla="*/ 0 h 77"/>
                <a:gd name="T24" fmla="*/ 9 w 42"/>
                <a:gd name="T25" fmla="*/ 9 h 77"/>
                <a:gd name="T26" fmla="*/ 8 w 42"/>
                <a:gd name="T27" fmla="*/ 14 h 77"/>
                <a:gd name="T28" fmla="*/ 5 w 42"/>
                <a:gd name="T29" fmla="*/ 17 h 77"/>
                <a:gd name="T30" fmla="*/ 0 w 42"/>
                <a:gd name="T31" fmla="*/ 19 h 77"/>
                <a:gd name="T32" fmla="*/ 0 w 42"/>
                <a:gd name="T33" fmla="*/ 22 h 77"/>
                <a:gd name="T34" fmla="*/ 9 w 42"/>
                <a:gd name="T35" fmla="*/ 22 h 77"/>
                <a:gd name="T36" fmla="*/ 9 w 42"/>
                <a:gd name="T37" fmla="*/ 57 h 77"/>
                <a:gd name="T38" fmla="*/ 13 w 42"/>
                <a:gd name="T39" fmla="*/ 72 h 77"/>
                <a:gd name="T40" fmla="*/ 25 w 42"/>
                <a:gd name="T41" fmla="*/ 77 h 77"/>
                <a:gd name="T42" fmla="*/ 33 w 42"/>
                <a:gd name="T43" fmla="*/ 75 h 77"/>
                <a:gd name="T44" fmla="*/ 42 w 42"/>
                <a:gd name="T45" fmla="*/ 68 h 77"/>
                <a:gd name="T46" fmla="*/ 39 w 42"/>
                <a:gd name="T47" fmla="*/ 65 h 77"/>
                <a:gd name="T48" fmla="*/ 34 w 42"/>
                <a:gd name="T4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" h="77">
                  <a:moveTo>
                    <a:pt x="34" y="68"/>
                  </a:moveTo>
                  <a:cubicBezTo>
                    <a:pt x="33" y="69"/>
                    <a:pt x="31" y="69"/>
                    <a:pt x="30" y="69"/>
                  </a:cubicBezTo>
                  <a:cubicBezTo>
                    <a:pt x="28" y="69"/>
                    <a:pt x="26" y="69"/>
                    <a:pt x="25" y="68"/>
                  </a:cubicBezTo>
                  <a:cubicBezTo>
                    <a:pt x="24" y="67"/>
                    <a:pt x="23" y="67"/>
                    <a:pt x="22" y="65"/>
                  </a:cubicBezTo>
                  <a:cubicBezTo>
                    <a:pt x="21" y="64"/>
                    <a:pt x="21" y="62"/>
                    <a:pt x="20" y="60"/>
                  </a:cubicBezTo>
                  <a:cubicBezTo>
                    <a:pt x="20" y="57"/>
                    <a:pt x="20" y="54"/>
                    <a:pt x="20" y="50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4"/>
                    <a:pt x="10" y="7"/>
                    <a:pt x="9" y="9"/>
                  </a:cubicBezTo>
                  <a:cubicBezTo>
                    <a:pt x="9" y="11"/>
                    <a:pt x="9" y="13"/>
                    <a:pt x="8" y="14"/>
                  </a:cubicBezTo>
                  <a:cubicBezTo>
                    <a:pt x="7" y="15"/>
                    <a:pt x="6" y="16"/>
                    <a:pt x="5" y="17"/>
                  </a:cubicBezTo>
                  <a:cubicBezTo>
                    <a:pt x="3" y="18"/>
                    <a:pt x="2" y="18"/>
                    <a:pt x="0" y="19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64"/>
                    <a:pt x="10" y="69"/>
                    <a:pt x="13" y="72"/>
                  </a:cubicBezTo>
                  <a:cubicBezTo>
                    <a:pt x="16" y="75"/>
                    <a:pt x="20" y="77"/>
                    <a:pt x="25" y="77"/>
                  </a:cubicBezTo>
                  <a:cubicBezTo>
                    <a:pt x="28" y="77"/>
                    <a:pt x="30" y="76"/>
                    <a:pt x="33" y="75"/>
                  </a:cubicBezTo>
                  <a:cubicBezTo>
                    <a:pt x="36" y="73"/>
                    <a:pt x="39" y="71"/>
                    <a:pt x="42" y="68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7" y="66"/>
                    <a:pt x="36" y="67"/>
                    <a:pt x="34" y="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21" name="îsľíḋê"/>
            <p:cNvSpPr/>
            <p:nvPr/>
          </p:nvSpPr>
          <p:spPr bwMode="auto">
            <a:xfrm>
              <a:off x="11423452" y="926436"/>
              <a:ext cx="61415" cy="86391"/>
            </a:xfrm>
            <a:custGeom>
              <a:avLst/>
              <a:gdLst>
                <a:gd name="T0" fmla="*/ 40 w 63"/>
                <a:gd name="T1" fmla="*/ 0 h 87"/>
                <a:gd name="T2" fmla="*/ 40 w 63"/>
                <a:gd name="T3" fmla="*/ 3 h 87"/>
                <a:gd name="T4" fmla="*/ 45 w 63"/>
                <a:gd name="T5" fmla="*/ 5 h 87"/>
                <a:gd name="T6" fmla="*/ 46 w 63"/>
                <a:gd name="T7" fmla="*/ 9 h 87"/>
                <a:gd name="T8" fmla="*/ 46 w 63"/>
                <a:gd name="T9" fmla="*/ 13 h 87"/>
                <a:gd name="T10" fmla="*/ 44 w 63"/>
                <a:gd name="T11" fmla="*/ 18 h 87"/>
                <a:gd name="T12" fmla="*/ 32 w 63"/>
                <a:gd name="T13" fmla="*/ 48 h 87"/>
                <a:gd name="T14" fmla="*/ 21 w 63"/>
                <a:gd name="T15" fmla="*/ 16 h 87"/>
                <a:gd name="T16" fmla="*/ 19 w 63"/>
                <a:gd name="T17" fmla="*/ 12 h 87"/>
                <a:gd name="T18" fmla="*/ 19 w 63"/>
                <a:gd name="T19" fmla="*/ 8 h 87"/>
                <a:gd name="T20" fmla="*/ 19 w 63"/>
                <a:gd name="T21" fmla="*/ 6 h 87"/>
                <a:gd name="T22" fmla="*/ 21 w 63"/>
                <a:gd name="T23" fmla="*/ 4 h 87"/>
                <a:gd name="T24" fmla="*/ 25 w 63"/>
                <a:gd name="T25" fmla="*/ 3 h 87"/>
                <a:gd name="T26" fmla="*/ 25 w 63"/>
                <a:gd name="T27" fmla="*/ 0 h 87"/>
                <a:gd name="T28" fmla="*/ 0 w 63"/>
                <a:gd name="T29" fmla="*/ 0 h 87"/>
                <a:gd name="T30" fmla="*/ 0 w 63"/>
                <a:gd name="T31" fmla="*/ 3 h 87"/>
                <a:gd name="T32" fmla="*/ 3 w 63"/>
                <a:gd name="T33" fmla="*/ 4 h 87"/>
                <a:gd name="T34" fmla="*/ 6 w 63"/>
                <a:gd name="T35" fmla="*/ 7 h 87"/>
                <a:gd name="T36" fmla="*/ 8 w 63"/>
                <a:gd name="T37" fmla="*/ 13 h 87"/>
                <a:gd name="T38" fmla="*/ 26 w 63"/>
                <a:gd name="T39" fmla="*/ 61 h 87"/>
                <a:gd name="T40" fmla="*/ 21 w 63"/>
                <a:gd name="T41" fmla="*/ 70 h 87"/>
                <a:gd name="T42" fmla="*/ 17 w 63"/>
                <a:gd name="T43" fmla="*/ 75 h 87"/>
                <a:gd name="T44" fmla="*/ 14 w 63"/>
                <a:gd name="T45" fmla="*/ 78 h 87"/>
                <a:gd name="T46" fmla="*/ 11 w 63"/>
                <a:gd name="T47" fmla="*/ 78 h 87"/>
                <a:gd name="T48" fmla="*/ 8 w 63"/>
                <a:gd name="T49" fmla="*/ 77 h 87"/>
                <a:gd name="T50" fmla="*/ 6 w 63"/>
                <a:gd name="T51" fmla="*/ 74 h 87"/>
                <a:gd name="T52" fmla="*/ 0 w 63"/>
                <a:gd name="T53" fmla="*/ 74 h 87"/>
                <a:gd name="T54" fmla="*/ 0 w 63"/>
                <a:gd name="T55" fmla="*/ 86 h 87"/>
                <a:gd name="T56" fmla="*/ 8 w 63"/>
                <a:gd name="T57" fmla="*/ 87 h 87"/>
                <a:gd name="T58" fmla="*/ 17 w 63"/>
                <a:gd name="T59" fmla="*/ 84 h 87"/>
                <a:gd name="T60" fmla="*/ 24 w 63"/>
                <a:gd name="T61" fmla="*/ 77 h 87"/>
                <a:gd name="T62" fmla="*/ 31 w 63"/>
                <a:gd name="T63" fmla="*/ 65 h 87"/>
                <a:gd name="T64" fmla="*/ 54 w 63"/>
                <a:gd name="T65" fmla="*/ 14 h 87"/>
                <a:gd name="T66" fmla="*/ 57 w 63"/>
                <a:gd name="T67" fmla="*/ 8 h 87"/>
                <a:gd name="T68" fmla="*/ 60 w 63"/>
                <a:gd name="T69" fmla="*/ 4 h 87"/>
                <a:gd name="T70" fmla="*/ 63 w 63"/>
                <a:gd name="T71" fmla="*/ 3 h 87"/>
                <a:gd name="T72" fmla="*/ 63 w 63"/>
                <a:gd name="T73" fmla="*/ 0 h 87"/>
                <a:gd name="T74" fmla="*/ 40 w 63"/>
                <a:gd name="T75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" h="87">
                  <a:moveTo>
                    <a:pt x="40" y="0"/>
                  </a:moveTo>
                  <a:cubicBezTo>
                    <a:pt x="40" y="3"/>
                    <a:pt x="40" y="3"/>
                    <a:pt x="40" y="3"/>
                  </a:cubicBezTo>
                  <a:cubicBezTo>
                    <a:pt x="42" y="3"/>
                    <a:pt x="44" y="4"/>
                    <a:pt x="45" y="5"/>
                  </a:cubicBezTo>
                  <a:cubicBezTo>
                    <a:pt x="46" y="6"/>
                    <a:pt x="46" y="7"/>
                    <a:pt x="46" y="9"/>
                  </a:cubicBezTo>
                  <a:cubicBezTo>
                    <a:pt x="46" y="10"/>
                    <a:pt x="46" y="12"/>
                    <a:pt x="46" y="13"/>
                  </a:cubicBezTo>
                  <a:cubicBezTo>
                    <a:pt x="45" y="14"/>
                    <a:pt x="45" y="16"/>
                    <a:pt x="44" y="1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5"/>
                    <a:pt x="20" y="13"/>
                    <a:pt x="19" y="12"/>
                  </a:cubicBezTo>
                  <a:cubicBezTo>
                    <a:pt x="19" y="11"/>
                    <a:pt x="19" y="10"/>
                    <a:pt x="19" y="8"/>
                  </a:cubicBezTo>
                  <a:cubicBezTo>
                    <a:pt x="19" y="7"/>
                    <a:pt x="19" y="6"/>
                    <a:pt x="19" y="6"/>
                  </a:cubicBezTo>
                  <a:cubicBezTo>
                    <a:pt x="20" y="5"/>
                    <a:pt x="20" y="5"/>
                    <a:pt x="21" y="4"/>
                  </a:cubicBezTo>
                  <a:cubicBezTo>
                    <a:pt x="22" y="4"/>
                    <a:pt x="23" y="3"/>
                    <a:pt x="25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3" y="4"/>
                    <a:pt x="3" y="4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6" y="8"/>
                    <a:pt x="7" y="10"/>
                    <a:pt x="8" y="13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4" y="64"/>
                    <a:pt x="23" y="67"/>
                    <a:pt x="21" y="70"/>
                  </a:cubicBezTo>
                  <a:cubicBezTo>
                    <a:pt x="20" y="72"/>
                    <a:pt x="18" y="74"/>
                    <a:pt x="17" y="75"/>
                  </a:cubicBezTo>
                  <a:cubicBezTo>
                    <a:pt x="16" y="76"/>
                    <a:pt x="15" y="77"/>
                    <a:pt x="14" y="78"/>
                  </a:cubicBezTo>
                  <a:cubicBezTo>
                    <a:pt x="13" y="78"/>
                    <a:pt x="12" y="78"/>
                    <a:pt x="11" y="78"/>
                  </a:cubicBezTo>
                  <a:cubicBezTo>
                    <a:pt x="10" y="78"/>
                    <a:pt x="8" y="78"/>
                    <a:pt x="8" y="77"/>
                  </a:cubicBezTo>
                  <a:cubicBezTo>
                    <a:pt x="7" y="77"/>
                    <a:pt x="6" y="75"/>
                    <a:pt x="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" y="87"/>
                    <a:pt x="6" y="87"/>
                    <a:pt x="8" y="87"/>
                  </a:cubicBezTo>
                  <a:cubicBezTo>
                    <a:pt x="12" y="87"/>
                    <a:pt x="15" y="86"/>
                    <a:pt x="17" y="84"/>
                  </a:cubicBezTo>
                  <a:cubicBezTo>
                    <a:pt x="20" y="83"/>
                    <a:pt x="22" y="80"/>
                    <a:pt x="24" y="77"/>
                  </a:cubicBezTo>
                  <a:cubicBezTo>
                    <a:pt x="27" y="74"/>
                    <a:pt x="29" y="70"/>
                    <a:pt x="31" y="65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1"/>
                    <a:pt x="56" y="9"/>
                    <a:pt x="57" y="8"/>
                  </a:cubicBezTo>
                  <a:cubicBezTo>
                    <a:pt x="58" y="6"/>
                    <a:pt x="59" y="5"/>
                    <a:pt x="60" y="4"/>
                  </a:cubicBezTo>
                  <a:cubicBezTo>
                    <a:pt x="60" y="4"/>
                    <a:pt x="62" y="3"/>
                    <a:pt x="63" y="3"/>
                  </a:cubicBezTo>
                  <a:cubicBezTo>
                    <a:pt x="63" y="0"/>
                    <a:pt x="63" y="0"/>
                    <a:pt x="6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Relationship Id="rId9" Type="http://schemas.openxmlformats.org/officeDocument/2006/relationships/tags" Target="../tags/tag52.xml"/><Relationship Id="rId10" Type="http://schemas.openxmlformats.org/officeDocument/2006/relationships/tags" Target="../tags/tag53.xml"/><Relationship Id="rId11" Type="http://schemas.openxmlformats.org/officeDocument/2006/relationships/tags" Target="../tags/tag54.xml"/><Relationship Id="rId12" Type="http://schemas.openxmlformats.org/officeDocument/2006/relationships/tags" Target="../tags/tag55.xml"/><Relationship Id="rId13" Type="http://schemas.openxmlformats.org/officeDocument/2006/relationships/tags" Target="../tags/tag56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image" Target="../media/image2.png"/><Relationship Id="rId18" Type="http://schemas.openxmlformats.org/officeDocument/2006/relationships/tags" Target="../tags/tag60.xml"/><Relationship Id="rId19" Type="http://schemas.openxmlformats.org/officeDocument/2006/relationships/image" Target="../media/image3.png"/><Relationship Id="rId20" Type="http://schemas.openxmlformats.org/officeDocument/2006/relationships/tags" Target="../tags/tag61.xml"/><Relationship Id="rId21" Type="http://schemas.openxmlformats.org/officeDocument/2006/relationships/tags" Target="../tags/tag62.xml"/><Relationship Id="rId22" Type="http://schemas.openxmlformats.org/officeDocument/2006/relationships/tags" Target="../tags/tag63.xml"/><Relationship Id="rId23" Type="http://schemas.openxmlformats.org/officeDocument/2006/relationships/tags" Target="../tags/tag64.xml"/><Relationship Id="rId24" Type="http://schemas.openxmlformats.org/officeDocument/2006/relationships/tags" Target="../tags/tag65.xml"/><Relationship Id="rId25" Type="http://schemas.openxmlformats.org/officeDocument/2006/relationships/tags" Target="../tags/tag66.xml"/><Relationship Id="rId26" Type="http://schemas.openxmlformats.org/officeDocument/2006/relationships/tags" Target="../tags/tag67.xml"/><Relationship Id="rId27" Type="http://schemas.openxmlformats.org/officeDocument/2006/relationships/tags" Target="../tags/tag68.xml"/><Relationship Id="rId28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tags" Target="../tags/tag77.xml"/><Relationship Id="rId10" Type="http://schemas.openxmlformats.org/officeDocument/2006/relationships/tags" Target="../tags/tag78.xml"/><Relationship Id="rId11" Type="http://schemas.openxmlformats.org/officeDocument/2006/relationships/tags" Target="../tags/tag79.xml"/><Relationship Id="rId12" Type="http://schemas.openxmlformats.org/officeDocument/2006/relationships/tags" Target="../tags/tag80.xml"/><Relationship Id="rId13" Type="http://schemas.openxmlformats.org/officeDocument/2006/relationships/tags" Target="../tags/tag81.xml"/><Relationship Id="rId14" Type="http://schemas.openxmlformats.org/officeDocument/2006/relationships/tags" Target="../tags/tag82.xml"/><Relationship Id="rId15" Type="http://schemas.openxmlformats.org/officeDocument/2006/relationships/tags" Target="../tags/tag83.xml"/><Relationship Id="rId16" Type="http://schemas.openxmlformats.org/officeDocument/2006/relationships/tags" Target="../tags/tag84.xml"/><Relationship Id="rId17" Type="http://schemas.openxmlformats.org/officeDocument/2006/relationships/tags" Target="../tags/tag85.xml"/><Relationship Id="rId18" Type="http://schemas.openxmlformats.org/officeDocument/2006/relationships/tags" Target="../tags/tag86.xml"/><Relationship Id="rId19" Type="http://schemas.openxmlformats.org/officeDocument/2006/relationships/tags" Target="../tags/tag87.xml"/><Relationship Id="rId20" Type="http://schemas.openxmlformats.org/officeDocument/2006/relationships/tags" Target="../tags/tag88.xml"/><Relationship Id="rId21" Type="http://schemas.openxmlformats.org/officeDocument/2006/relationships/tags" Target="../tags/tag89.xml"/><Relationship Id="rId22" Type="http://schemas.openxmlformats.org/officeDocument/2006/relationships/tags" Target="../tags/tag90.xml"/><Relationship Id="rId23" Type="http://schemas.openxmlformats.org/officeDocument/2006/relationships/tags" Target="../tags/tag91.xml"/><Relationship Id="rId24" Type="http://schemas.openxmlformats.org/officeDocument/2006/relationships/tags" Target="../tags/tag92.xml"/><Relationship Id="rId25" Type="http://schemas.openxmlformats.org/officeDocument/2006/relationships/tags" Target="../tags/tag93.xml"/><Relationship Id="rId26" Type="http://schemas.openxmlformats.org/officeDocument/2006/relationships/tags" Target="../tags/tag94.xml"/><Relationship Id="rId27" Type="http://schemas.openxmlformats.org/officeDocument/2006/relationships/tags" Target="../tags/tag95.xml"/><Relationship Id="rId28" Type="http://schemas.openxmlformats.org/officeDocument/2006/relationships/tags" Target="../tags/tag96.xml"/><Relationship Id="rId29" Type="http://schemas.openxmlformats.org/officeDocument/2006/relationships/tags" Target="../tags/tag97.xml"/><Relationship Id="rId30" Type="http://schemas.openxmlformats.org/officeDocument/2006/relationships/tags" Target="../tags/tag98.xml"/><Relationship Id="rId31" Type="http://schemas.openxmlformats.org/officeDocument/2006/relationships/tags" Target="../tags/tag99.xml"/><Relationship Id="rId32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00.xml"/><Relationship Id="rId2" Type="http://schemas.openxmlformats.org/officeDocument/2006/relationships/tags" Target="../tags/tag101.xml"/><Relationship Id="rId3" Type="http://schemas.openxmlformats.org/officeDocument/2006/relationships/tags" Target="../tags/tag102.xml"/><Relationship Id="rId4" Type="http://schemas.openxmlformats.org/officeDocument/2006/relationships/tags" Target="../tags/tag103.xml"/><Relationship Id="rId5" Type="http://schemas.openxmlformats.org/officeDocument/2006/relationships/tags" Target="../tags/tag104.xml"/><Relationship Id="rId6" Type="http://schemas.openxmlformats.org/officeDocument/2006/relationships/tags" Target="../tags/tag105.xml"/><Relationship Id="rId7" Type="http://schemas.openxmlformats.org/officeDocument/2006/relationships/tags" Target="../tags/tag106.xml"/><Relationship Id="rId8" Type="http://schemas.openxmlformats.org/officeDocument/2006/relationships/tags" Target="../tags/tag107.xml"/><Relationship Id="rId9" Type="http://schemas.openxmlformats.org/officeDocument/2006/relationships/tags" Target="../tags/tag108.xml"/><Relationship Id="rId10" Type="http://schemas.openxmlformats.org/officeDocument/2006/relationships/tags" Target="../tags/tag109.xml"/><Relationship Id="rId11" Type="http://schemas.openxmlformats.org/officeDocument/2006/relationships/tags" Target="../tags/tag110.xml"/><Relationship Id="rId12" Type="http://schemas.openxmlformats.org/officeDocument/2006/relationships/tags" Target="../tags/tag111.xml"/><Relationship Id="rId13" Type="http://schemas.openxmlformats.org/officeDocument/2006/relationships/tags" Target="../tags/tag112.xml"/><Relationship Id="rId14" Type="http://schemas.openxmlformats.org/officeDocument/2006/relationships/tags" Target="../tags/tag113.xml"/><Relationship Id="rId15" Type="http://schemas.openxmlformats.org/officeDocument/2006/relationships/tags" Target="../tags/tag114.xml"/><Relationship Id="rId16" Type="http://schemas.openxmlformats.org/officeDocument/2006/relationships/tags" Target="../tags/tag115.xml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6.png"/><Relationship Id="rId20" Type="http://schemas.openxmlformats.org/officeDocument/2006/relationships/tags" Target="../tags/tag116.xml"/><Relationship Id="rId2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tags" Target="../tags/tag117.xml"/><Relationship Id="rId3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tags" Target="../tags/tag139.xml"/><Relationship Id="rId20" Type="http://schemas.openxmlformats.org/officeDocument/2006/relationships/tags" Target="../tags/tag140.xml"/><Relationship Id="rId21" Type="http://schemas.openxmlformats.org/officeDocument/2006/relationships/tags" Target="../tags/tag141.xml"/><Relationship Id="rId22" Type="http://schemas.openxmlformats.org/officeDocument/2006/relationships/tags" Target="../tags/tag142.xml"/><Relationship Id="rId23" Type="http://schemas.openxmlformats.org/officeDocument/2006/relationships/tags" Target="../tags/tag143.xml"/><Relationship Id="rId24" Type="http://schemas.openxmlformats.org/officeDocument/2006/relationships/tags" Target="../tags/tag144.xml"/><Relationship Id="rId25" Type="http://schemas.openxmlformats.org/officeDocument/2006/relationships/tags" Target="../tags/tag145.xml"/><Relationship Id="rId26" Type="http://schemas.openxmlformats.org/officeDocument/2006/relationships/tags" Target="../tags/tag146.xml"/><Relationship Id="rId27" Type="http://schemas.openxmlformats.org/officeDocument/2006/relationships/tags" Target="../tags/tag147.xml"/><Relationship Id="rId28" Type="http://schemas.openxmlformats.org/officeDocument/2006/relationships/tags" Target="../tags/tag148.xml"/><Relationship Id="rId29" Type="http://schemas.openxmlformats.org/officeDocument/2006/relationships/tags" Target="../tags/tag149.xml"/><Relationship Id="rId30" Type="http://schemas.openxmlformats.org/officeDocument/2006/relationships/tags" Target="../tags/tag150.xml"/><Relationship Id="rId31" Type="http://schemas.openxmlformats.org/officeDocument/2006/relationships/tags" Target="../tags/tag151.xml"/><Relationship Id="rId32" Type="http://schemas.openxmlformats.org/officeDocument/2006/relationships/tags" Target="../tags/tag152.xml"/><Relationship Id="rId33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56.xml"/><Relationship Id="rId2" Type="http://schemas.openxmlformats.org/officeDocument/2006/relationships/tags" Target="../tags/tag157.xml"/><Relationship Id="rId3" Type="http://schemas.openxmlformats.org/officeDocument/2006/relationships/tags" Target="../tags/tag158.xml"/><Relationship Id="rId4" Type="http://schemas.openxmlformats.org/officeDocument/2006/relationships/tags" Target="../tags/tag159.xml"/><Relationship Id="rId5" Type="http://schemas.openxmlformats.org/officeDocument/2006/relationships/tags" Target="../tags/tag160.xml"/><Relationship Id="rId6" Type="http://schemas.openxmlformats.org/officeDocument/2006/relationships/tags" Target="../tags/tag161.xml"/><Relationship Id="rId7" Type="http://schemas.openxmlformats.org/officeDocument/2006/relationships/tags" Target="../tags/tag162.xml"/><Relationship Id="rId8" Type="http://schemas.openxmlformats.org/officeDocument/2006/relationships/tags" Target="../tags/tag163.xml"/><Relationship Id="rId9" Type="http://schemas.openxmlformats.org/officeDocument/2006/relationships/tags" Target="../tags/tag164.xml"/><Relationship Id="rId10" Type="http://schemas.openxmlformats.org/officeDocument/2006/relationships/tags" Target="../tags/tag165.xml"/><Relationship Id="rId11" Type="http://schemas.openxmlformats.org/officeDocument/2006/relationships/tags" Target="../tags/tag166.xml"/><Relationship Id="rId12" Type="http://schemas.openxmlformats.org/officeDocument/2006/relationships/tags" Target="../tags/tag167.xml"/><Relationship Id="rId13" Type="http://schemas.openxmlformats.org/officeDocument/2006/relationships/tags" Target="../tags/tag168.xml"/><Relationship Id="rId14" Type="http://schemas.openxmlformats.org/officeDocument/2006/relationships/tags" Target="../tags/tag169.xml"/><Relationship Id="rId15" Type="http://schemas.openxmlformats.org/officeDocument/2006/relationships/tags" Target="../tags/tag170.xml"/><Relationship Id="rId16" Type="http://schemas.openxmlformats.org/officeDocument/2006/relationships/tags" Target="../tags/tag171.xml"/><Relationship Id="rId17" Type="http://schemas.openxmlformats.org/officeDocument/2006/relationships/tags" Target="../tags/tag172.xml"/><Relationship Id="rId18" Type="http://schemas.openxmlformats.org/officeDocument/2006/relationships/tags" Target="../tags/tag173.xml"/><Relationship Id="rId19" Type="http://schemas.openxmlformats.org/officeDocument/2006/relationships/tags" Target="../tags/tag174.xml"/><Relationship Id="rId20" Type="http://schemas.openxmlformats.org/officeDocument/2006/relationships/tags" Target="../tags/tag175.xml"/><Relationship Id="rId21" Type="http://schemas.openxmlformats.org/officeDocument/2006/relationships/tags" Target="../tags/tag176.xml"/><Relationship Id="rId22" Type="http://schemas.openxmlformats.org/officeDocument/2006/relationships/tags" Target="../tags/tag177.xml"/><Relationship Id="rId23" Type="http://schemas.openxmlformats.org/officeDocument/2006/relationships/tags" Target="../tags/tag178.xml"/><Relationship Id="rId24" Type="http://schemas.openxmlformats.org/officeDocument/2006/relationships/tags" Target="../tags/tag179.xml"/><Relationship Id="rId25" Type="http://schemas.openxmlformats.org/officeDocument/2006/relationships/tags" Target="../tags/tag180.xml"/><Relationship Id="rId26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1890" y="693420"/>
            <a:ext cx="5760085" cy="716280"/>
          </a:xfrm>
        </p:spPr>
        <p:txBody>
          <a:bodyPr/>
          <a:p>
            <a:r>
              <a:rPr lang="zh-CN" sz="1400">
                <a:sym typeface="+mn-ea"/>
              </a:rPr>
              <a:t>第</a:t>
            </a:r>
            <a:r>
              <a:rPr sz="1400">
                <a:sym typeface="+mn-ea"/>
              </a:rPr>
              <a:t>八届全国大学生市政环境 AI+ 创新实践能力大赛 · 产业赛道 </a:t>
            </a:r>
            <a:endParaRPr lang="zh-CN" altLang="en-US" sz="140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43965" y="1621155"/>
            <a:ext cx="7345045" cy="2816860"/>
          </a:xfrm>
        </p:spPr>
        <p:txBody>
          <a:bodyPr>
            <a:normAutofit fontScale="25000"/>
          </a:bodyPr>
          <a:p>
            <a:r>
              <a:rPr lang="zh-CN" altLang="en-US" sz="16000" b="1" dirty="0">
                <a:sym typeface="+mn-ea"/>
              </a:rPr>
              <a:t>基于厂站网一体化的污水厂进厂水量水质超前感知与协同调控模型</a:t>
            </a:r>
            <a:endParaRPr lang="zh-CN" altLang="en-US" sz="16000" b="1" dirty="0"/>
          </a:p>
          <a:p>
            <a:endParaRPr lang="zh-CN" altLang="en-US" sz="16000"/>
          </a:p>
        </p:txBody>
      </p:sp>
      <p:sp>
        <p:nvSpPr>
          <p:cNvPr id="4" name="文本框 3"/>
          <p:cNvSpPr txBox="1"/>
          <p:nvPr/>
        </p:nvSpPr>
        <p:spPr>
          <a:xfrm>
            <a:off x="2383155" y="4803140"/>
            <a:ext cx="755840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spcAft>
                <a:spcPts val="800"/>
              </a:spcAft>
              <a:defRPr sz="1600">
                <a:solidFill>
                  <a:srgbClr val="F6E8EA"/>
                </a:solidFill>
              </a:defRPr>
            </a:pPr>
            <a:r>
              <a:rPr sz="1800">
                <a:sym typeface="+mn-ea"/>
              </a:rPr>
              <a:t>参赛学校：新疆大学</a:t>
            </a:r>
            <a:endParaRPr sz="1800">
              <a:sym typeface="+mn-ea"/>
            </a:endParaRPr>
          </a:p>
          <a:p>
            <a:pPr algn="ctr">
              <a:spcAft>
                <a:spcPts val="800"/>
              </a:spcAft>
              <a:defRPr sz="1600">
                <a:solidFill>
                  <a:srgbClr val="F6E8EA"/>
                </a:solidFill>
              </a:defRPr>
            </a:pPr>
            <a:r>
              <a:rPr sz="1800">
                <a:sym typeface="+mn-ea"/>
              </a:rPr>
              <a:t>团队名称：水沐团队　　团队成员：吴锦涵、陈博、周有康、胡伟凯、阿卜杜拉·艾尔肯、赵天一　　指导教师：黄源生</a:t>
            </a:r>
            <a:endParaRPr sz="1800">
              <a:sym typeface="+mn-ea"/>
            </a:endParaRPr>
          </a:p>
          <a:p>
            <a:pPr algn="ctr">
              <a:spcAft>
                <a:spcPts val="800"/>
              </a:spcAft>
              <a:defRPr sz="1600">
                <a:solidFill>
                  <a:srgbClr val="F6E8EA"/>
                </a:solidFill>
              </a:defRPr>
            </a:pPr>
            <a:r>
              <a:rPr sz="1800">
                <a:sym typeface="+mn-ea"/>
              </a:rPr>
              <a:t>二〇二六年九月</a:t>
            </a:r>
            <a:r>
              <a:rPr lang="en-US" sz="1800">
                <a:sym typeface="+mn-ea"/>
              </a:rPr>
              <a:t/>
            </a:r>
            <a:r>
              <a:rPr lang="zh-CN" altLang="en-US" sz="1800">
                <a:sym typeface="+mn-ea"/>
              </a:rPr>
              <a:t/>
            </a:r>
            <a:r>
              <a:rPr lang="en-US" altLang="zh-CN" sz="1800">
                <a:sym typeface="+mn-ea"/>
              </a:rPr>
              <a:t/>
            </a:r>
            <a:r>
              <a:rPr lang="zh-CN" altLang="en-US" sz="1800">
                <a:sym typeface="+mn-ea"/>
              </a:rPr>
              <a:t/>
            </a:r>
            <a:endParaRPr lang="zh-CN" altLang="en-US" sz="1800"/>
          </a:p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750935" y="3086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248" name="ï$ḷiḓè"/>
          <p:cNvGrpSpPr/>
          <p:nvPr/>
        </p:nvGrpSpPr>
        <p:grpSpPr>
          <a:xfrm>
            <a:off x="10136217" y="391315"/>
            <a:ext cx="1680181" cy="473716"/>
            <a:chOff x="9957890" y="476452"/>
            <a:chExt cx="1682479" cy="474364"/>
          </a:xfrm>
        </p:grpSpPr>
        <p:grpSp>
          <p:nvGrpSpPr>
            <p:cNvPr id="249" name="îṥlîḋe"/>
            <p:cNvGrpSpPr/>
            <p:nvPr/>
          </p:nvGrpSpPr>
          <p:grpSpPr>
            <a:xfrm>
              <a:off x="10525270" y="488254"/>
              <a:ext cx="256247" cy="303225"/>
              <a:chOff x="4859338" y="3143252"/>
              <a:chExt cx="1047750" cy="1239838"/>
            </a:xfrm>
            <a:solidFill>
              <a:schemeClr val="bg1"/>
            </a:solidFill>
          </p:grpSpPr>
          <p:sp>
            <p:nvSpPr>
              <p:cNvPr id="361" name="ïš1iḓe"/>
              <p:cNvSpPr/>
              <p:nvPr/>
            </p:nvSpPr>
            <p:spPr bwMode="auto">
              <a:xfrm>
                <a:off x="4859338" y="3451227"/>
                <a:ext cx="1001713" cy="931863"/>
              </a:xfrm>
              <a:custGeom>
                <a:avLst/>
                <a:gdLst>
                  <a:gd name="T0" fmla="*/ 99 w 154"/>
                  <a:gd name="T1" fmla="*/ 70 h 142"/>
                  <a:gd name="T2" fmla="*/ 96 w 154"/>
                  <a:gd name="T3" fmla="*/ 100 h 142"/>
                  <a:gd name="T4" fmla="*/ 82 w 154"/>
                  <a:gd name="T5" fmla="*/ 92 h 142"/>
                  <a:gd name="T6" fmla="*/ 94 w 154"/>
                  <a:gd name="T7" fmla="*/ 71 h 142"/>
                  <a:gd name="T8" fmla="*/ 87 w 154"/>
                  <a:gd name="T9" fmla="*/ 67 h 142"/>
                  <a:gd name="T10" fmla="*/ 87 w 154"/>
                  <a:gd name="T11" fmla="*/ 59 h 142"/>
                  <a:gd name="T12" fmla="*/ 112 w 154"/>
                  <a:gd name="T13" fmla="*/ 31 h 142"/>
                  <a:gd name="T14" fmla="*/ 101 w 154"/>
                  <a:gd name="T15" fmla="*/ 24 h 142"/>
                  <a:gd name="T16" fmla="*/ 79 w 154"/>
                  <a:gd name="T17" fmla="*/ 44 h 142"/>
                  <a:gd name="T18" fmla="*/ 79 w 154"/>
                  <a:gd name="T19" fmla="*/ 31 h 142"/>
                  <a:gd name="T20" fmla="*/ 104 w 154"/>
                  <a:gd name="T21" fmla="*/ 13 h 142"/>
                  <a:gd name="T22" fmla="*/ 107 w 154"/>
                  <a:gd name="T23" fmla="*/ 0 h 142"/>
                  <a:gd name="T24" fmla="*/ 45 w 154"/>
                  <a:gd name="T25" fmla="*/ 28 h 142"/>
                  <a:gd name="T26" fmla="*/ 42 w 154"/>
                  <a:gd name="T27" fmla="*/ 36 h 142"/>
                  <a:gd name="T28" fmla="*/ 64 w 154"/>
                  <a:gd name="T29" fmla="*/ 38 h 142"/>
                  <a:gd name="T30" fmla="*/ 72 w 154"/>
                  <a:gd name="T31" fmla="*/ 57 h 142"/>
                  <a:gd name="T32" fmla="*/ 55 w 154"/>
                  <a:gd name="T33" fmla="*/ 64 h 142"/>
                  <a:gd name="T34" fmla="*/ 70 w 154"/>
                  <a:gd name="T35" fmla="*/ 68 h 142"/>
                  <a:gd name="T36" fmla="*/ 70 w 154"/>
                  <a:gd name="T37" fmla="*/ 80 h 142"/>
                  <a:gd name="T38" fmla="*/ 24 w 154"/>
                  <a:gd name="T39" fmla="*/ 120 h 142"/>
                  <a:gd name="T40" fmla="*/ 0 w 154"/>
                  <a:gd name="T41" fmla="*/ 128 h 142"/>
                  <a:gd name="T42" fmla="*/ 21 w 154"/>
                  <a:gd name="T43" fmla="*/ 137 h 142"/>
                  <a:gd name="T44" fmla="*/ 66 w 154"/>
                  <a:gd name="T45" fmla="*/ 89 h 142"/>
                  <a:gd name="T46" fmla="*/ 64 w 154"/>
                  <a:gd name="T47" fmla="*/ 105 h 142"/>
                  <a:gd name="T48" fmla="*/ 32 w 154"/>
                  <a:gd name="T49" fmla="*/ 135 h 142"/>
                  <a:gd name="T50" fmla="*/ 44 w 154"/>
                  <a:gd name="T51" fmla="*/ 135 h 142"/>
                  <a:gd name="T52" fmla="*/ 68 w 154"/>
                  <a:gd name="T53" fmla="*/ 109 h 142"/>
                  <a:gd name="T54" fmla="*/ 61 w 154"/>
                  <a:gd name="T55" fmla="*/ 126 h 142"/>
                  <a:gd name="T56" fmla="*/ 83 w 154"/>
                  <a:gd name="T57" fmla="*/ 132 h 142"/>
                  <a:gd name="T58" fmla="*/ 84 w 154"/>
                  <a:gd name="T59" fmla="*/ 108 h 142"/>
                  <a:gd name="T60" fmla="*/ 105 w 154"/>
                  <a:gd name="T61" fmla="*/ 117 h 142"/>
                  <a:gd name="T62" fmla="*/ 117 w 154"/>
                  <a:gd name="T63" fmla="*/ 87 h 142"/>
                  <a:gd name="T64" fmla="*/ 130 w 154"/>
                  <a:gd name="T65" fmla="*/ 82 h 142"/>
                  <a:gd name="T66" fmla="*/ 128 w 154"/>
                  <a:gd name="T67" fmla="*/ 118 h 142"/>
                  <a:gd name="T68" fmla="*/ 139 w 154"/>
                  <a:gd name="T69" fmla="*/ 115 h 142"/>
                  <a:gd name="T70" fmla="*/ 134 w 154"/>
                  <a:gd name="T71" fmla="*/ 78 h 142"/>
                  <a:gd name="T72" fmla="*/ 150 w 154"/>
                  <a:gd name="T73" fmla="*/ 65 h 142"/>
                  <a:gd name="T74" fmla="*/ 154 w 154"/>
                  <a:gd name="T75" fmla="*/ 52 h 142"/>
                  <a:gd name="T76" fmla="*/ 113 w 154"/>
                  <a:gd name="T77" fmla="*/ 84 h 142"/>
                  <a:gd name="T78" fmla="*/ 99 w 154"/>
                  <a:gd name="T79" fmla="*/ 7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54" h="142">
                    <a:moveTo>
                      <a:pt x="99" y="70"/>
                    </a:moveTo>
                    <a:cubicBezTo>
                      <a:pt x="96" y="100"/>
                      <a:pt x="96" y="100"/>
                      <a:pt x="96" y="100"/>
                    </a:cubicBezTo>
                    <a:cubicBezTo>
                      <a:pt x="92" y="97"/>
                      <a:pt x="86" y="98"/>
                      <a:pt x="82" y="92"/>
                    </a:cubicBezTo>
                    <a:cubicBezTo>
                      <a:pt x="81" y="80"/>
                      <a:pt x="82" y="72"/>
                      <a:pt x="94" y="71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100" y="55"/>
                      <a:pt x="90" y="43"/>
                      <a:pt x="112" y="31"/>
                    </a:cubicBezTo>
                    <a:cubicBezTo>
                      <a:pt x="111" y="24"/>
                      <a:pt x="108" y="22"/>
                      <a:pt x="101" y="24"/>
                    </a:cubicBezTo>
                    <a:cubicBezTo>
                      <a:pt x="90" y="27"/>
                      <a:pt x="100" y="57"/>
                      <a:pt x="79" y="44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84" y="24"/>
                      <a:pt x="92" y="18"/>
                      <a:pt x="104" y="13"/>
                    </a:cubicBezTo>
                    <a:cubicBezTo>
                      <a:pt x="107" y="8"/>
                      <a:pt x="109" y="5"/>
                      <a:pt x="107" y="0"/>
                    </a:cubicBezTo>
                    <a:cubicBezTo>
                      <a:pt x="91" y="14"/>
                      <a:pt x="62" y="33"/>
                      <a:pt x="45" y="28"/>
                    </a:cubicBezTo>
                    <a:cubicBezTo>
                      <a:pt x="42" y="28"/>
                      <a:pt x="42" y="33"/>
                      <a:pt x="42" y="36"/>
                    </a:cubicBezTo>
                    <a:cubicBezTo>
                      <a:pt x="46" y="50"/>
                      <a:pt x="58" y="40"/>
                      <a:pt x="64" y="38"/>
                    </a:cubicBezTo>
                    <a:cubicBezTo>
                      <a:pt x="61" y="53"/>
                      <a:pt x="74" y="44"/>
                      <a:pt x="72" y="57"/>
                    </a:cubicBezTo>
                    <a:cubicBezTo>
                      <a:pt x="65" y="59"/>
                      <a:pt x="54" y="56"/>
                      <a:pt x="55" y="64"/>
                    </a:cubicBezTo>
                    <a:cubicBezTo>
                      <a:pt x="56" y="74"/>
                      <a:pt x="65" y="66"/>
                      <a:pt x="70" y="68"/>
                    </a:cubicBezTo>
                    <a:cubicBezTo>
                      <a:pt x="72" y="72"/>
                      <a:pt x="70" y="76"/>
                      <a:pt x="70" y="80"/>
                    </a:cubicBezTo>
                    <a:cubicBezTo>
                      <a:pt x="60" y="85"/>
                      <a:pt x="47" y="105"/>
                      <a:pt x="24" y="12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" y="136"/>
                      <a:pt x="10" y="138"/>
                      <a:pt x="21" y="137"/>
                    </a:cubicBezTo>
                    <a:cubicBezTo>
                      <a:pt x="36" y="118"/>
                      <a:pt x="51" y="100"/>
                      <a:pt x="66" y="89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47" y="118"/>
                      <a:pt x="36" y="127"/>
                      <a:pt x="32" y="135"/>
                    </a:cubicBezTo>
                    <a:cubicBezTo>
                      <a:pt x="35" y="142"/>
                      <a:pt x="37" y="139"/>
                      <a:pt x="44" y="135"/>
                    </a:cubicBezTo>
                    <a:cubicBezTo>
                      <a:pt x="51" y="121"/>
                      <a:pt x="58" y="112"/>
                      <a:pt x="68" y="109"/>
                    </a:cubicBezTo>
                    <a:cubicBezTo>
                      <a:pt x="74" y="115"/>
                      <a:pt x="67" y="119"/>
                      <a:pt x="61" y="126"/>
                    </a:cubicBezTo>
                    <a:cubicBezTo>
                      <a:pt x="64" y="136"/>
                      <a:pt x="77" y="134"/>
                      <a:pt x="83" y="132"/>
                    </a:cubicBezTo>
                    <a:cubicBezTo>
                      <a:pt x="86" y="124"/>
                      <a:pt x="86" y="116"/>
                      <a:pt x="84" y="108"/>
                    </a:cubicBezTo>
                    <a:cubicBezTo>
                      <a:pt x="90" y="115"/>
                      <a:pt x="97" y="118"/>
                      <a:pt x="105" y="117"/>
                    </a:cubicBezTo>
                    <a:cubicBezTo>
                      <a:pt x="109" y="106"/>
                      <a:pt x="112" y="99"/>
                      <a:pt x="117" y="87"/>
                    </a:cubicBezTo>
                    <a:cubicBezTo>
                      <a:pt x="130" y="82"/>
                      <a:pt x="130" y="82"/>
                      <a:pt x="130" y="82"/>
                    </a:cubicBezTo>
                    <a:cubicBezTo>
                      <a:pt x="125" y="97"/>
                      <a:pt x="123" y="110"/>
                      <a:pt x="128" y="118"/>
                    </a:cubicBezTo>
                    <a:cubicBezTo>
                      <a:pt x="131" y="120"/>
                      <a:pt x="136" y="120"/>
                      <a:pt x="139" y="115"/>
                    </a:cubicBezTo>
                    <a:cubicBezTo>
                      <a:pt x="140" y="102"/>
                      <a:pt x="137" y="91"/>
                      <a:pt x="134" y="78"/>
                    </a:cubicBezTo>
                    <a:cubicBezTo>
                      <a:pt x="137" y="71"/>
                      <a:pt x="149" y="74"/>
                      <a:pt x="150" y="65"/>
                    </a:cubicBezTo>
                    <a:cubicBezTo>
                      <a:pt x="154" y="52"/>
                      <a:pt x="154" y="52"/>
                      <a:pt x="154" y="52"/>
                    </a:cubicBezTo>
                    <a:cubicBezTo>
                      <a:pt x="144" y="52"/>
                      <a:pt x="127" y="73"/>
                      <a:pt x="113" y="84"/>
                    </a:cubicBezTo>
                    <a:cubicBezTo>
                      <a:pt x="111" y="73"/>
                      <a:pt x="106" y="68"/>
                      <a:pt x="99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2" name="íSļîďe"/>
              <p:cNvSpPr/>
              <p:nvPr/>
            </p:nvSpPr>
            <p:spPr bwMode="auto">
              <a:xfrm>
                <a:off x="5405438" y="3143252"/>
                <a:ext cx="241300" cy="295275"/>
              </a:xfrm>
              <a:custGeom>
                <a:avLst/>
                <a:gdLst>
                  <a:gd name="T0" fmla="*/ 0 w 37"/>
                  <a:gd name="T1" fmla="*/ 43 h 45"/>
                  <a:gd name="T2" fmla="*/ 37 w 37"/>
                  <a:gd name="T3" fmla="*/ 24 h 45"/>
                  <a:gd name="T4" fmla="*/ 0 w 37"/>
                  <a:gd name="T5" fmla="*/ 2 h 45"/>
                  <a:gd name="T6" fmla="*/ 0 w 37"/>
                  <a:gd name="T7" fmla="*/ 4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45">
                    <a:moveTo>
                      <a:pt x="0" y="43"/>
                    </a:moveTo>
                    <a:cubicBezTo>
                      <a:pt x="25" y="45"/>
                      <a:pt x="33" y="38"/>
                      <a:pt x="37" y="24"/>
                    </a:cubicBezTo>
                    <a:cubicBezTo>
                      <a:pt x="36" y="0"/>
                      <a:pt x="22" y="11"/>
                      <a:pt x="0" y="2"/>
                    </a:cubicBezTo>
                    <a:cubicBezTo>
                      <a:pt x="13" y="24"/>
                      <a:pt x="16" y="33"/>
                      <a:pt x="0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3" name="ï$ľiḓé"/>
              <p:cNvSpPr/>
              <p:nvPr/>
            </p:nvSpPr>
            <p:spPr bwMode="auto">
              <a:xfrm>
                <a:off x="5562600" y="3568702"/>
                <a:ext cx="344488" cy="236538"/>
              </a:xfrm>
              <a:custGeom>
                <a:avLst/>
                <a:gdLst>
                  <a:gd name="T0" fmla="*/ 52 w 53"/>
                  <a:gd name="T1" fmla="*/ 3 h 36"/>
                  <a:gd name="T2" fmla="*/ 39 w 53"/>
                  <a:gd name="T3" fmla="*/ 3 h 36"/>
                  <a:gd name="T4" fmla="*/ 2 w 53"/>
                  <a:gd name="T5" fmla="*/ 28 h 36"/>
                  <a:gd name="T6" fmla="*/ 16 w 53"/>
                  <a:gd name="T7" fmla="*/ 34 h 36"/>
                  <a:gd name="T8" fmla="*/ 44 w 53"/>
                  <a:gd name="T9" fmla="*/ 16 h 36"/>
                  <a:gd name="T10" fmla="*/ 52 w 53"/>
                  <a:gd name="T1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36">
                    <a:moveTo>
                      <a:pt x="52" y="3"/>
                    </a:moveTo>
                    <a:cubicBezTo>
                      <a:pt x="47" y="0"/>
                      <a:pt x="43" y="0"/>
                      <a:pt x="39" y="3"/>
                    </a:cubicBezTo>
                    <a:cubicBezTo>
                      <a:pt x="32" y="11"/>
                      <a:pt x="0" y="26"/>
                      <a:pt x="2" y="28"/>
                    </a:cubicBezTo>
                    <a:cubicBezTo>
                      <a:pt x="1" y="34"/>
                      <a:pt x="5" y="36"/>
                      <a:pt x="16" y="34"/>
                    </a:cubicBezTo>
                    <a:cubicBezTo>
                      <a:pt x="26" y="24"/>
                      <a:pt x="35" y="17"/>
                      <a:pt x="44" y="16"/>
                    </a:cubicBezTo>
                    <a:cubicBezTo>
                      <a:pt x="50" y="12"/>
                      <a:pt x="53" y="8"/>
                      <a:pt x="5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0" name="îṩlîďé"/>
            <p:cNvGrpSpPr/>
            <p:nvPr/>
          </p:nvGrpSpPr>
          <p:grpSpPr>
            <a:xfrm>
              <a:off x="10881873" y="549326"/>
              <a:ext cx="186958" cy="226887"/>
              <a:chOff x="6310313" y="3359152"/>
              <a:chExt cx="795338" cy="965200"/>
            </a:xfrm>
            <a:solidFill>
              <a:schemeClr val="bg1"/>
            </a:solidFill>
          </p:grpSpPr>
          <p:sp>
            <p:nvSpPr>
              <p:cNvPr id="359" name="ïsḻide"/>
              <p:cNvSpPr/>
              <p:nvPr/>
            </p:nvSpPr>
            <p:spPr bwMode="auto">
              <a:xfrm>
                <a:off x="6310313" y="3359152"/>
                <a:ext cx="463550" cy="931863"/>
              </a:xfrm>
              <a:custGeom>
                <a:avLst/>
                <a:gdLst>
                  <a:gd name="T0" fmla="*/ 45 w 71"/>
                  <a:gd name="T1" fmla="*/ 75 h 142"/>
                  <a:gd name="T2" fmla="*/ 32 w 71"/>
                  <a:gd name="T3" fmla="*/ 70 h 142"/>
                  <a:gd name="T4" fmla="*/ 39 w 71"/>
                  <a:gd name="T5" fmla="*/ 59 h 142"/>
                  <a:gd name="T6" fmla="*/ 34 w 71"/>
                  <a:gd name="T7" fmla="*/ 49 h 142"/>
                  <a:gd name="T8" fmla="*/ 65 w 71"/>
                  <a:gd name="T9" fmla="*/ 15 h 142"/>
                  <a:gd name="T10" fmla="*/ 65 w 71"/>
                  <a:gd name="T11" fmla="*/ 0 h 142"/>
                  <a:gd name="T12" fmla="*/ 25 w 71"/>
                  <a:gd name="T13" fmla="*/ 4 h 142"/>
                  <a:gd name="T14" fmla="*/ 26 w 71"/>
                  <a:gd name="T15" fmla="*/ 15 h 142"/>
                  <a:gd name="T16" fmla="*/ 44 w 71"/>
                  <a:gd name="T17" fmla="*/ 16 h 142"/>
                  <a:gd name="T18" fmla="*/ 42 w 71"/>
                  <a:gd name="T19" fmla="*/ 27 h 142"/>
                  <a:gd name="T20" fmla="*/ 25 w 71"/>
                  <a:gd name="T21" fmla="*/ 53 h 142"/>
                  <a:gd name="T22" fmla="*/ 31 w 71"/>
                  <a:gd name="T23" fmla="*/ 61 h 142"/>
                  <a:gd name="T24" fmla="*/ 20 w 71"/>
                  <a:gd name="T25" fmla="*/ 76 h 142"/>
                  <a:gd name="T26" fmla="*/ 34 w 71"/>
                  <a:gd name="T27" fmla="*/ 81 h 142"/>
                  <a:gd name="T28" fmla="*/ 28 w 71"/>
                  <a:gd name="T29" fmla="*/ 91 h 142"/>
                  <a:gd name="T30" fmla="*/ 16 w 71"/>
                  <a:gd name="T31" fmla="*/ 83 h 142"/>
                  <a:gd name="T32" fmla="*/ 15 w 71"/>
                  <a:gd name="T33" fmla="*/ 102 h 142"/>
                  <a:gd name="T34" fmla="*/ 1 w 71"/>
                  <a:gd name="T35" fmla="*/ 101 h 142"/>
                  <a:gd name="T36" fmla="*/ 0 w 71"/>
                  <a:gd name="T37" fmla="*/ 110 h 142"/>
                  <a:gd name="T38" fmla="*/ 7 w 71"/>
                  <a:gd name="T39" fmla="*/ 119 h 142"/>
                  <a:gd name="T40" fmla="*/ 33 w 71"/>
                  <a:gd name="T41" fmla="*/ 137 h 142"/>
                  <a:gd name="T42" fmla="*/ 46 w 71"/>
                  <a:gd name="T43" fmla="*/ 78 h 142"/>
                  <a:gd name="T44" fmla="*/ 45 w 71"/>
                  <a:gd name="T45" fmla="*/ 75 h 142"/>
                  <a:gd name="T46" fmla="*/ 30 w 71"/>
                  <a:gd name="T47" fmla="*/ 128 h 142"/>
                  <a:gd name="T48" fmla="*/ 24 w 71"/>
                  <a:gd name="T49" fmla="*/ 133 h 142"/>
                  <a:gd name="T50" fmla="*/ 22 w 71"/>
                  <a:gd name="T51" fmla="*/ 119 h 142"/>
                  <a:gd name="T52" fmla="*/ 30 w 71"/>
                  <a:gd name="T53" fmla="*/ 111 h 142"/>
                  <a:gd name="T54" fmla="*/ 30 w 71"/>
                  <a:gd name="T55" fmla="*/ 12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142">
                    <a:moveTo>
                      <a:pt x="45" y="75"/>
                    </a:moveTo>
                    <a:cubicBezTo>
                      <a:pt x="40" y="73"/>
                      <a:pt x="31" y="74"/>
                      <a:pt x="32" y="70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4"/>
                      <a:pt x="38" y="51"/>
                      <a:pt x="34" y="49"/>
                    </a:cubicBezTo>
                    <a:cubicBezTo>
                      <a:pt x="38" y="40"/>
                      <a:pt x="50" y="28"/>
                      <a:pt x="65" y="15"/>
                    </a:cubicBezTo>
                    <a:cubicBezTo>
                      <a:pt x="71" y="8"/>
                      <a:pt x="71" y="3"/>
                      <a:pt x="65" y="0"/>
                    </a:cubicBezTo>
                    <a:cubicBezTo>
                      <a:pt x="52" y="7"/>
                      <a:pt x="40" y="2"/>
                      <a:pt x="25" y="4"/>
                    </a:cubicBezTo>
                    <a:cubicBezTo>
                      <a:pt x="24" y="5"/>
                      <a:pt x="23" y="10"/>
                      <a:pt x="26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9" y="19"/>
                      <a:pt x="43" y="23"/>
                      <a:pt x="42" y="27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2" y="66"/>
                      <a:pt x="23" y="72"/>
                      <a:pt x="20" y="76"/>
                    </a:cubicBezTo>
                    <a:cubicBezTo>
                      <a:pt x="24" y="78"/>
                      <a:pt x="32" y="77"/>
                      <a:pt x="34" y="8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1" y="92"/>
                      <a:pt x="18" y="89"/>
                      <a:pt x="16" y="83"/>
                    </a:cubicBezTo>
                    <a:cubicBezTo>
                      <a:pt x="9" y="90"/>
                      <a:pt x="9" y="95"/>
                      <a:pt x="15" y="102"/>
                    </a:cubicBezTo>
                    <a:cubicBezTo>
                      <a:pt x="1" y="101"/>
                      <a:pt x="1" y="101"/>
                      <a:pt x="1" y="101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7" y="119"/>
                      <a:pt x="7" y="119"/>
                      <a:pt x="7" y="119"/>
                    </a:cubicBezTo>
                    <a:cubicBezTo>
                      <a:pt x="10" y="133"/>
                      <a:pt x="18" y="142"/>
                      <a:pt x="33" y="137"/>
                    </a:cubicBezTo>
                    <a:cubicBezTo>
                      <a:pt x="32" y="123"/>
                      <a:pt x="41" y="91"/>
                      <a:pt x="46" y="78"/>
                    </a:cubicBezTo>
                    <a:lnTo>
                      <a:pt x="45" y="75"/>
                    </a:lnTo>
                    <a:close/>
                    <a:moveTo>
                      <a:pt x="30" y="128"/>
                    </a:moveTo>
                    <a:cubicBezTo>
                      <a:pt x="30" y="133"/>
                      <a:pt x="26" y="131"/>
                      <a:pt x="24" y="133"/>
                    </a:cubicBezTo>
                    <a:cubicBezTo>
                      <a:pt x="21" y="130"/>
                      <a:pt x="20" y="126"/>
                      <a:pt x="22" y="119"/>
                    </a:cubicBezTo>
                    <a:cubicBezTo>
                      <a:pt x="26" y="112"/>
                      <a:pt x="28" y="109"/>
                      <a:pt x="30" y="111"/>
                    </a:cubicBezTo>
                    <a:cubicBezTo>
                      <a:pt x="32" y="111"/>
                      <a:pt x="30" y="122"/>
                      <a:pt x="30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0" name="íSliďé"/>
              <p:cNvSpPr/>
              <p:nvPr/>
            </p:nvSpPr>
            <p:spPr bwMode="auto">
              <a:xfrm>
                <a:off x="6532563" y="3371852"/>
                <a:ext cx="573088" cy="952500"/>
              </a:xfrm>
              <a:custGeom>
                <a:avLst/>
                <a:gdLst>
                  <a:gd name="T0" fmla="*/ 85 w 88"/>
                  <a:gd name="T1" fmla="*/ 19 h 145"/>
                  <a:gd name="T2" fmla="*/ 88 w 88"/>
                  <a:gd name="T3" fmla="*/ 12 h 145"/>
                  <a:gd name="T4" fmla="*/ 79 w 88"/>
                  <a:gd name="T5" fmla="*/ 8 h 145"/>
                  <a:gd name="T6" fmla="*/ 23 w 88"/>
                  <a:gd name="T7" fmla="*/ 28 h 145"/>
                  <a:gd name="T8" fmla="*/ 42 w 88"/>
                  <a:gd name="T9" fmla="*/ 32 h 145"/>
                  <a:gd name="T10" fmla="*/ 41 w 88"/>
                  <a:gd name="T11" fmla="*/ 42 h 145"/>
                  <a:gd name="T12" fmla="*/ 26 w 88"/>
                  <a:gd name="T13" fmla="*/ 47 h 145"/>
                  <a:gd name="T14" fmla="*/ 17 w 88"/>
                  <a:gd name="T15" fmla="*/ 70 h 145"/>
                  <a:gd name="T16" fmla="*/ 27 w 88"/>
                  <a:gd name="T17" fmla="*/ 69 h 145"/>
                  <a:gd name="T18" fmla="*/ 41 w 88"/>
                  <a:gd name="T19" fmla="*/ 46 h 145"/>
                  <a:gd name="T20" fmla="*/ 40 w 88"/>
                  <a:gd name="T21" fmla="*/ 67 h 145"/>
                  <a:gd name="T22" fmla="*/ 25 w 88"/>
                  <a:gd name="T23" fmla="*/ 81 h 145"/>
                  <a:gd name="T24" fmla="*/ 7 w 88"/>
                  <a:gd name="T25" fmla="*/ 106 h 145"/>
                  <a:gd name="T26" fmla="*/ 17 w 88"/>
                  <a:gd name="T27" fmla="*/ 118 h 145"/>
                  <a:gd name="T28" fmla="*/ 25 w 88"/>
                  <a:gd name="T29" fmla="*/ 112 h 145"/>
                  <a:gd name="T30" fmla="*/ 23 w 88"/>
                  <a:gd name="T31" fmla="*/ 98 h 145"/>
                  <a:gd name="T32" fmla="*/ 39 w 88"/>
                  <a:gd name="T33" fmla="*/ 85 h 145"/>
                  <a:gd name="T34" fmla="*/ 32 w 88"/>
                  <a:gd name="T35" fmla="*/ 101 h 145"/>
                  <a:gd name="T36" fmla="*/ 31 w 88"/>
                  <a:gd name="T37" fmla="*/ 124 h 145"/>
                  <a:gd name="T38" fmla="*/ 2 w 88"/>
                  <a:gd name="T39" fmla="*/ 140 h 145"/>
                  <a:gd name="T40" fmla="*/ 17 w 88"/>
                  <a:gd name="T41" fmla="*/ 145 h 145"/>
                  <a:gd name="T42" fmla="*/ 60 w 88"/>
                  <a:gd name="T43" fmla="*/ 123 h 145"/>
                  <a:gd name="T44" fmla="*/ 62 w 88"/>
                  <a:gd name="T45" fmla="*/ 115 h 145"/>
                  <a:gd name="T46" fmla="*/ 47 w 88"/>
                  <a:gd name="T47" fmla="*/ 115 h 145"/>
                  <a:gd name="T48" fmla="*/ 49 w 88"/>
                  <a:gd name="T49" fmla="*/ 88 h 145"/>
                  <a:gd name="T50" fmla="*/ 65 w 88"/>
                  <a:gd name="T51" fmla="*/ 81 h 145"/>
                  <a:gd name="T52" fmla="*/ 58 w 88"/>
                  <a:gd name="T53" fmla="*/ 78 h 145"/>
                  <a:gd name="T54" fmla="*/ 58 w 88"/>
                  <a:gd name="T55" fmla="*/ 58 h 145"/>
                  <a:gd name="T56" fmla="*/ 70 w 88"/>
                  <a:gd name="T57" fmla="*/ 38 h 145"/>
                  <a:gd name="T58" fmla="*/ 53 w 88"/>
                  <a:gd name="T59" fmla="*/ 35 h 145"/>
                  <a:gd name="T60" fmla="*/ 53 w 88"/>
                  <a:gd name="T61" fmla="*/ 26 h 145"/>
                  <a:gd name="T62" fmla="*/ 85 w 88"/>
                  <a:gd name="T63" fmla="*/ 19 h 145"/>
                  <a:gd name="T64" fmla="*/ 54 w 88"/>
                  <a:gd name="T65" fmla="*/ 42 h 145"/>
                  <a:gd name="T66" fmla="*/ 63 w 88"/>
                  <a:gd name="T67" fmla="*/ 42 h 145"/>
                  <a:gd name="T68" fmla="*/ 54 w 88"/>
                  <a:gd name="T69" fmla="*/ 52 h 145"/>
                  <a:gd name="T70" fmla="*/ 54 w 88"/>
                  <a:gd name="T71" fmla="*/ 42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8" h="145">
                    <a:moveTo>
                      <a:pt x="85" y="19"/>
                    </a:moveTo>
                    <a:cubicBezTo>
                      <a:pt x="88" y="12"/>
                      <a:pt x="88" y="12"/>
                      <a:pt x="88" y="12"/>
                    </a:cubicBezTo>
                    <a:cubicBezTo>
                      <a:pt x="87" y="2"/>
                      <a:pt x="83" y="0"/>
                      <a:pt x="79" y="8"/>
                    </a:cubicBezTo>
                    <a:cubicBezTo>
                      <a:pt x="76" y="16"/>
                      <a:pt x="34" y="28"/>
                      <a:pt x="23" y="28"/>
                    </a:cubicBezTo>
                    <a:cubicBezTo>
                      <a:pt x="10" y="36"/>
                      <a:pt x="36" y="33"/>
                      <a:pt x="42" y="3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0" y="54"/>
                      <a:pt x="19" y="67"/>
                      <a:pt x="17" y="70"/>
                    </a:cubicBezTo>
                    <a:cubicBezTo>
                      <a:pt x="20" y="72"/>
                      <a:pt x="26" y="72"/>
                      <a:pt x="27" y="69"/>
                    </a:cubicBezTo>
                    <a:cubicBezTo>
                      <a:pt x="28" y="57"/>
                      <a:pt x="33" y="48"/>
                      <a:pt x="41" y="46"/>
                    </a:cubicBezTo>
                    <a:cubicBezTo>
                      <a:pt x="43" y="45"/>
                      <a:pt x="40" y="60"/>
                      <a:pt x="40" y="67"/>
                    </a:cubicBezTo>
                    <a:cubicBezTo>
                      <a:pt x="35" y="68"/>
                      <a:pt x="45" y="72"/>
                      <a:pt x="25" y="81"/>
                    </a:cubicBezTo>
                    <a:cubicBezTo>
                      <a:pt x="27" y="92"/>
                      <a:pt x="13" y="97"/>
                      <a:pt x="7" y="106"/>
                    </a:cubicBezTo>
                    <a:cubicBezTo>
                      <a:pt x="10" y="117"/>
                      <a:pt x="14" y="120"/>
                      <a:pt x="17" y="118"/>
                    </a:cubicBezTo>
                    <a:cubicBezTo>
                      <a:pt x="20" y="120"/>
                      <a:pt x="23" y="118"/>
                      <a:pt x="25" y="112"/>
                    </a:cubicBezTo>
                    <a:cubicBezTo>
                      <a:pt x="19" y="105"/>
                      <a:pt x="19" y="100"/>
                      <a:pt x="23" y="98"/>
                    </a:cubicBezTo>
                    <a:cubicBezTo>
                      <a:pt x="29" y="90"/>
                      <a:pt x="30" y="83"/>
                      <a:pt x="39" y="85"/>
                    </a:cubicBezTo>
                    <a:cubicBezTo>
                      <a:pt x="36" y="91"/>
                      <a:pt x="41" y="99"/>
                      <a:pt x="32" y="101"/>
                    </a:cubicBezTo>
                    <a:cubicBezTo>
                      <a:pt x="27" y="100"/>
                      <a:pt x="32" y="119"/>
                      <a:pt x="31" y="124"/>
                    </a:cubicBezTo>
                    <a:cubicBezTo>
                      <a:pt x="7" y="130"/>
                      <a:pt x="0" y="134"/>
                      <a:pt x="2" y="140"/>
                    </a:cubicBezTo>
                    <a:cubicBezTo>
                      <a:pt x="2" y="145"/>
                      <a:pt x="8" y="144"/>
                      <a:pt x="17" y="145"/>
                    </a:cubicBezTo>
                    <a:cubicBezTo>
                      <a:pt x="30" y="134"/>
                      <a:pt x="41" y="128"/>
                      <a:pt x="60" y="123"/>
                    </a:cubicBezTo>
                    <a:cubicBezTo>
                      <a:pt x="64" y="122"/>
                      <a:pt x="64" y="117"/>
                      <a:pt x="62" y="115"/>
                    </a:cubicBezTo>
                    <a:cubicBezTo>
                      <a:pt x="59" y="111"/>
                      <a:pt x="52" y="115"/>
                      <a:pt x="47" y="115"/>
                    </a:cubicBezTo>
                    <a:cubicBezTo>
                      <a:pt x="51" y="106"/>
                      <a:pt x="46" y="95"/>
                      <a:pt x="49" y="88"/>
                    </a:cubicBezTo>
                    <a:cubicBezTo>
                      <a:pt x="55" y="82"/>
                      <a:pt x="61" y="84"/>
                      <a:pt x="65" y="81"/>
                    </a:cubicBezTo>
                    <a:cubicBezTo>
                      <a:pt x="63" y="80"/>
                      <a:pt x="64" y="76"/>
                      <a:pt x="58" y="78"/>
                    </a:cubicBezTo>
                    <a:cubicBezTo>
                      <a:pt x="56" y="72"/>
                      <a:pt x="63" y="64"/>
                      <a:pt x="58" y="58"/>
                    </a:cubicBezTo>
                    <a:cubicBezTo>
                      <a:pt x="64" y="55"/>
                      <a:pt x="67" y="49"/>
                      <a:pt x="70" y="38"/>
                    </a:cubicBezTo>
                    <a:cubicBezTo>
                      <a:pt x="68" y="31"/>
                      <a:pt x="59" y="36"/>
                      <a:pt x="53" y="35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63" y="26"/>
                      <a:pt x="72" y="19"/>
                      <a:pt x="85" y="19"/>
                    </a:cubicBezTo>
                    <a:close/>
                    <a:moveTo>
                      <a:pt x="54" y="42"/>
                    </a:moveTo>
                    <a:cubicBezTo>
                      <a:pt x="58" y="44"/>
                      <a:pt x="61" y="38"/>
                      <a:pt x="63" y="42"/>
                    </a:cubicBezTo>
                    <a:cubicBezTo>
                      <a:pt x="63" y="46"/>
                      <a:pt x="59" y="52"/>
                      <a:pt x="54" y="52"/>
                    </a:cubicBezTo>
                    <a:cubicBezTo>
                      <a:pt x="54" y="49"/>
                      <a:pt x="55" y="45"/>
                      <a:pt x="5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1" name="î$ḷîdè"/>
            <p:cNvSpPr/>
            <p:nvPr/>
          </p:nvSpPr>
          <p:spPr bwMode="auto">
            <a:xfrm>
              <a:off x="11172967" y="524325"/>
              <a:ext cx="179988" cy="255837"/>
            </a:xfrm>
            <a:custGeom>
              <a:avLst/>
              <a:gdLst>
                <a:gd name="T0" fmla="*/ 43 w 107"/>
                <a:gd name="T1" fmla="*/ 2 h 151"/>
                <a:gd name="T2" fmla="*/ 66 w 107"/>
                <a:gd name="T3" fmla="*/ 15 h 151"/>
                <a:gd name="T4" fmla="*/ 58 w 107"/>
                <a:gd name="T5" fmla="*/ 81 h 151"/>
                <a:gd name="T6" fmla="*/ 76 w 107"/>
                <a:gd name="T7" fmla="*/ 70 h 151"/>
                <a:gd name="T8" fmla="*/ 79 w 107"/>
                <a:gd name="T9" fmla="*/ 58 h 151"/>
                <a:gd name="T10" fmla="*/ 94 w 107"/>
                <a:gd name="T11" fmla="*/ 76 h 151"/>
                <a:gd name="T12" fmla="*/ 59 w 107"/>
                <a:gd name="T13" fmla="*/ 98 h 151"/>
                <a:gd name="T14" fmla="*/ 107 w 107"/>
                <a:gd name="T15" fmla="*/ 144 h 151"/>
                <a:gd name="T16" fmla="*/ 74 w 107"/>
                <a:gd name="T17" fmla="*/ 145 h 151"/>
                <a:gd name="T18" fmla="*/ 53 w 107"/>
                <a:gd name="T19" fmla="*/ 104 h 151"/>
                <a:gd name="T20" fmla="*/ 30 w 107"/>
                <a:gd name="T21" fmla="*/ 136 h 151"/>
                <a:gd name="T22" fmla="*/ 0 w 107"/>
                <a:gd name="T23" fmla="*/ 136 h 151"/>
                <a:gd name="T24" fmla="*/ 41 w 107"/>
                <a:gd name="T25" fmla="*/ 108 h 151"/>
                <a:gd name="T26" fmla="*/ 14 w 107"/>
                <a:gd name="T27" fmla="*/ 115 h 151"/>
                <a:gd name="T28" fmla="*/ 8 w 107"/>
                <a:gd name="T29" fmla="*/ 99 h 151"/>
                <a:gd name="T30" fmla="*/ 45 w 107"/>
                <a:gd name="T31" fmla="*/ 86 h 151"/>
                <a:gd name="T32" fmla="*/ 52 w 107"/>
                <a:gd name="T33" fmla="*/ 29 h 151"/>
                <a:gd name="T34" fmla="*/ 43 w 107"/>
                <a:gd name="T35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151">
                  <a:moveTo>
                    <a:pt x="43" y="2"/>
                  </a:moveTo>
                  <a:cubicBezTo>
                    <a:pt x="53" y="0"/>
                    <a:pt x="60" y="2"/>
                    <a:pt x="66" y="15"/>
                  </a:cubicBezTo>
                  <a:cubicBezTo>
                    <a:pt x="63" y="37"/>
                    <a:pt x="56" y="38"/>
                    <a:pt x="58" y="81"/>
                  </a:cubicBezTo>
                  <a:cubicBezTo>
                    <a:pt x="60" y="83"/>
                    <a:pt x="70" y="78"/>
                    <a:pt x="76" y="70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6" y="58"/>
                    <a:pt x="91" y="64"/>
                    <a:pt x="94" y="76"/>
                  </a:cubicBezTo>
                  <a:cubicBezTo>
                    <a:pt x="81" y="90"/>
                    <a:pt x="54" y="92"/>
                    <a:pt x="59" y="98"/>
                  </a:cubicBezTo>
                  <a:cubicBezTo>
                    <a:pt x="67" y="115"/>
                    <a:pt x="84" y="130"/>
                    <a:pt x="107" y="144"/>
                  </a:cubicBezTo>
                  <a:cubicBezTo>
                    <a:pt x="106" y="151"/>
                    <a:pt x="75" y="148"/>
                    <a:pt x="74" y="145"/>
                  </a:cubicBezTo>
                  <a:cubicBezTo>
                    <a:pt x="65" y="136"/>
                    <a:pt x="61" y="109"/>
                    <a:pt x="53" y="104"/>
                  </a:cubicBezTo>
                  <a:cubicBezTo>
                    <a:pt x="45" y="121"/>
                    <a:pt x="38" y="134"/>
                    <a:pt x="30" y="136"/>
                  </a:cubicBezTo>
                  <a:cubicBezTo>
                    <a:pt x="12" y="141"/>
                    <a:pt x="4" y="139"/>
                    <a:pt x="0" y="136"/>
                  </a:cubicBezTo>
                  <a:cubicBezTo>
                    <a:pt x="13" y="126"/>
                    <a:pt x="29" y="130"/>
                    <a:pt x="41" y="108"/>
                  </a:cubicBezTo>
                  <a:cubicBezTo>
                    <a:pt x="32" y="110"/>
                    <a:pt x="17" y="119"/>
                    <a:pt x="14" y="115"/>
                  </a:cubicBezTo>
                  <a:cubicBezTo>
                    <a:pt x="8" y="112"/>
                    <a:pt x="6" y="106"/>
                    <a:pt x="8" y="99"/>
                  </a:cubicBezTo>
                  <a:cubicBezTo>
                    <a:pt x="17" y="102"/>
                    <a:pt x="29" y="97"/>
                    <a:pt x="45" y="86"/>
                  </a:cubicBezTo>
                  <a:cubicBezTo>
                    <a:pt x="47" y="68"/>
                    <a:pt x="43" y="55"/>
                    <a:pt x="52" y="29"/>
                  </a:cubicBezTo>
                  <a:cubicBezTo>
                    <a:pt x="42" y="16"/>
                    <a:pt x="41" y="9"/>
                    <a:pt x="43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2" name="iślîdè"/>
            <p:cNvSpPr/>
            <p:nvPr/>
          </p:nvSpPr>
          <p:spPr bwMode="auto">
            <a:xfrm>
              <a:off x="11455453" y="501052"/>
              <a:ext cx="184916" cy="302383"/>
            </a:xfrm>
            <a:custGeom>
              <a:avLst/>
              <a:gdLst>
                <a:gd name="T0" fmla="*/ 114 w 119"/>
                <a:gd name="T1" fmla="*/ 42 h 193"/>
                <a:gd name="T2" fmla="*/ 88 w 119"/>
                <a:gd name="T3" fmla="*/ 42 h 193"/>
                <a:gd name="T4" fmla="*/ 88 w 119"/>
                <a:gd name="T5" fmla="*/ 74 h 193"/>
                <a:gd name="T6" fmla="*/ 78 w 119"/>
                <a:gd name="T7" fmla="*/ 58 h 193"/>
                <a:gd name="T8" fmla="*/ 80 w 119"/>
                <a:gd name="T9" fmla="*/ 47 h 193"/>
                <a:gd name="T10" fmla="*/ 94 w 119"/>
                <a:gd name="T11" fmla="*/ 19 h 193"/>
                <a:gd name="T12" fmla="*/ 78 w 119"/>
                <a:gd name="T13" fmla="*/ 1 h 193"/>
                <a:gd name="T14" fmla="*/ 36 w 119"/>
                <a:gd name="T15" fmla="*/ 22 h 193"/>
                <a:gd name="T16" fmla="*/ 44 w 119"/>
                <a:gd name="T17" fmla="*/ 59 h 193"/>
                <a:gd name="T18" fmla="*/ 15 w 119"/>
                <a:gd name="T19" fmla="*/ 55 h 193"/>
                <a:gd name="T20" fmla="*/ 27 w 119"/>
                <a:gd name="T21" fmla="*/ 98 h 193"/>
                <a:gd name="T22" fmla="*/ 22 w 119"/>
                <a:gd name="T23" fmla="*/ 135 h 193"/>
                <a:gd name="T24" fmla="*/ 93 w 119"/>
                <a:gd name="T25" fmla="*/ 83 h 193"/>
                <a:gd name="T26" fmla="*/ 56 w 119"/>
                <a:gd name="T27" fmla="*/ 109 h 193"/>
                <a:gd name="T28" fmla="*/ 67 w 119"/>
                <a:gd name="T29" fmla="*/ 121 h 193"/>
                <a:gd name="T30" fmla="*/ 8 w 119"/>
                <a:gd name="T31" fmla="*/ 151 h 193"/>
                <a:gd name="T32" fmla="*/ 49 w 119"/>
                <a:gd name="T33" fmla="*/ 185 h 193"/>
                <a:gd name="T34" fmla="*/ 71 w 119"/>
                <a:gd name="T35" fmla="*/ 148 h 193"/>
                <a:gd name="T36" fmla="*/ 90 w 119"/>
                <a:gd name="T37" fmla="*/ 124 h 193"/>
                <a:gd name="T38" fmla="*/ 77 w 119"/>
                <a:gd name="T39" fmla="*/ 118 h 193"/>
                <a:gd name="T40" fmla="*/ 115 w 119"/>
                <a:gd name="T41" fmla="*/ 85 h 193"/>
                <a:gd name="T42" fmla="*/ 37 w 119"/>
                <a:gd name="T43" fmla="*/ 110 h 193"/>
                <a:gd name="T44" fmla="*/ 22 w 119"/>
                <a:gd name="T45" fmla="*/ 110 h 193"/>
                <a:gd name="T46" fmla="*/ 37 w 119"/>
                <a:gd name="T47" fmla="*/ 110 h 193"/>
                <a:gd name="T48" fmla="*/ 38 w 119"/>
                <a:gd name="T49" fmla="*/ 92 h 193"/>
                <a:gd name="T50" fmla="*/ 55 w 119"/>
                <a:gd name="T51" fmla="*/ 70 h 193"/>
                <a:gd name="T52" fmla="*/ 53 w 119"/>
                <a:gd name="T53" fmla="*/ 65 h 193"/>
                <a:gd name="T54" fmla="*/ 58 w 119"/>
                <a:gd name="T55" fmla="*/ 62 h 193"/>
                <a:gd name="T56" fmla="*/ 67 w 119"/>
                <a:gd name="T57" fmla="*/ 89 h 193"/>
                <a:gd name="T58" fmla="*/ 71 w 119"/>
                <a:gd name="T59" fmla="*/ 87 h 193"/>
                <a:gd name="T60" fmla="*/ 64 w 119"/>
                <a:gd name="T61" fmla="*/ 80 h 193"/>
                <a:gd name="T62" fmla="*/ 76 w 119"/>
                <a:gd name="T63" fmla="*/ 74 h 193"/>
                <a:gd name="T64" fmla="*/ 56 w 119"/>
                <a:gd name="T65" fmla="*/ 174 h 193"/>
                <a:gd name="T66" fmla="*/ 58 w 119"/>
                <a:gd name="T67" fmla="*/ 14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9" h="193">
                  <a:moveTo>
                    <a:pt x="96" y="77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9" y="36"/>
                    <a:pt x="118" y="30"/>
                    <a:pt x="113" y="24"/>
                  </a:cubicBezTo>
                  <a:cubicBezTo>
                    <a:pt x="112" y="15"/>
                    <a:pt x="104" y="36"/>
                    <a:pt x="88" y="42"/>
                  </a:cubicBezTo>
                  <a:cubicBezTo>
                    <a:pt x="93" y="51"/>
                    <a:pt x="97" y="49"/>
                    <a:pt x="100" y="45"/>
                  </a:cubicBezTo>
                  <a:cubicBezTo>
                    <a:pt x="102" y="55"/>
                    <a:pt x="92" y="64"/>
                    <a:pt x="88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15"/>
                    <a:pt x="90" y="0"/>
                    <a:pt x="88" y="4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6" y="15"/>
                    <a:pt x="72" y="36"/>
                    <a:pt x="58" y="44"/>
                  </a:cubicBezTo>
                  <a:cubicBezTo>
                    <a:pt x="51" y="34"/>
                    <a:pt x="39" y="17"/>
                    <a:pt x="36" y="2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7"/>
                    <a:pt x="39" y="47"/>
                    <a:pt x="44" y="59"/>
                  </a:cubicBezTo>
                  <a:cubicBezTo>
                    <a:pt x="43" y="65"/>
                    <a:pt x="40" y="69"/>
                    <a:pt x="34" y="71"/>
                  </a:cubicBezTo>
                  <a:cubicBezTo>
                    <a:pt x="28" y="60"/>
                    <a:pt x="22" y="49"/>
                    <a:pt x="15" y="55"/>
                  </a:cubicBezTo>
                  <a:cubicBezTo>
                    <a:pt x="16" y="54"/>
                    <a:pt x="23" y="71"/>
                    <a:pt x="28" y="87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2"/>
                    <a:pt x="5" y="138"/>
                    <a:pt x="22" y="135"/>
                  </a:cubicBezTo>
                  <a:cubicBezTo>
                    <a:pt x="31" y="124"/>
                    <a:pt x="34" y="114"/>
                    <a:pt x="54" y="104"/>
                  </a:cubicBezTo>
                  <a:cubicBezTo>
                    <a:pt x="68" y="88"/>
                    <a:pt x="91" y="90"/>
                    <a:pt x="93" y="83"/>
                  </a:cubicBezTo>
                  <a:cubicBezTo>
                    <a:pt x="103" y="92"/>
                    <a:pt x="84" y="98"/>
                    <a:pt x="79" y="104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1" y="113"/>
                    <a:pt x="50" y="114"/>
                    <a:pt x="54" y="121"/>
                  </a:cubicBezTo>
                  <a:cubicBezTo>
                    <a:pt x="67" y="121"/>
                    <a:pt x="67" y="121"/>
                    <a:pt x="67" y="121"/>
                  </a:cubicBezTo>
                  <a:cubicBezTo>
                    <a:pt x="65" y="127"/>
                    <a:pt x="65" y="127"/>
                    <a:pt x="65" y="127"/>
                  </a:cubicBezTo>
                  <a:cubicBezTo>
                    <a:pt x="54" y="136"/>
                    <a:pt x="1" y="145"/>
                    <a:pt x="8" y="15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26" y="163"/>
                    <a:pt x="40" y="176"/>
                    <a:pt x="49" y="185"/>
                  </a:cubicBezTo>
                  <a:cubicBezTo>
                    <a:pt x="51" y="192"/>
                    <a:pt x="58" y="193"/>
                    <a:pt x="70" y="182"/>
                  </a:cubicBezTo>
                  <a:cubicBezTo>
                    <a:pt x="71" y="148"/>
                    <a:pt x="71" y="148"/>
                    <a:pt x="71" y="148"/>
                  </a:cubicBezTo>
                  <a:cubicBezTo>
                    <a:pt x="81" y="146"/>
                    <a:pt x="93" y="149"/>
                    <a:pt x="101" y="141"/>
                  </a:cubicBezTo>
                  <a:cubicBezTo>
                    <a:pt x="101" y="129"/>
                    <a:pt x="97" y="124"/>
                    <a:pt x="90" y="124"/>
                  </a:cubicBezTo>
                  <a:cubicBezTo>
                    <a:pt x="72" y="128"/>
                    <a:pt x="72" y="128"/>
                    <a:pt x="72" y="128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84" y="107"/>
                    <a:pt x="93" y="95"/>
                    <a:pt x="107" y="94"/>
                  </a:cubicBezTo>
                  <a:cubicBezTo>
                    <a:pt x="112" y="92"/>
                    <a:pt x="115" y="91"/>
                    <a:pt x="115" y="85"/>
                  </a:cubicBezTo>
                  <a:cubicBezTo>
                    <a:pt x="112" y="79"/>
                    <a:pt x="107" y="73"/>
                    <a:pt x="96" y="77"/>
                  </a:cubicBezTo>
                  <a:close/>
                  <a:moveTo>
                    <a:pt x="37" y="110"/>
                  </a:moveTo>
                  <a:cubicBezTo>
                    <a:pt x="24" y="121"/>
                    <a:pt x="24" y="121"/>
                    <a:pt x="24" y="121"/>
                  </a:cubicBezTo>
                  <a:cubicBezTo>
                    <a:pt x="17" y="123"/>
                    <a:pt x="16" y="111"/>
                    <a:pt x="22" y="110"/>
                  </a:cubicBezTo>
                  <a:cubicBezTo>
                    <a:pt x="28" y="108"/>
                    <a:pt x="39" y="89"/>
                    <a:pt x="53" y="92"/>
                  </a:cubicBezTo>
                  <a:cubicBezTo>
                    <a:pt x="56" y="97"/>
                    <a:pt x="41" y="102"/>
                    <a:pt x="37" y="110"/>
                  </a:cubicBezTo>
                  <a:close/>
                  <a:moveTo>
                    <a:pt x="50" y="79"/>
                  </a:moveTo>
                  <a:cubicBezTo>
                    <a:pt x="38" y="92"/>
                    <a:pt x="38" y="92"/>
                    <a:pt x="38" y="92"/>
                  </a:cubicBezTo>
                  <a:cubicBezTo>
                    <a:pt x="30" y="93"/>
                    <a:pt x="29" y="81"/>
                    <a:pt x="35" y="79"/>
                  </a:cubicBezTo>
                  <a:cubicBezTo>
                    <a:pt x="42" y="76"/>
                    <a:pt x="51" y="69"/>
                    <a:pt x="55" y="70"/>
                  </a:cubicBezTo>
                  <a:lnTo>
                    <a:pt x="50" y="79"/>
                  </a:lnTo>
                  <a:close/>
                  <a:moveTo>
                    <a:pt x="53" y="65"/>
                  </a:moveTo>
                  <a:cubicBezTo>
                    <a:pt x="50" y="64"/>
                    <a:pt x="53" y="60"/>
                    <a:pt x="54" y="57"/>
                  </a:cubicBezTo>
                  <a:cubicBezTo>
                    <a:pt x="55" y="56"/>
                    <a:pt x="57" y="60"/>
                    <a:pt x="58" y="62"/>
                  </a:cubicBezTo>
                  <a:cubicBezTo>
                    <a:pt x="56" y="61"/>
                    <a:pt x="56" y="64"/>
                    <a:pt x="53" y="65"/>
                  </a:cubicBezTo>
                  <a:close/>
                  <a:moveTo>
                    <a:pt x="67" y="89"/>
                  </a:moveTo>
                  <a:cubicBezTo>
                    <a:pt x="66" y="89"/>
                    <a:pt x="67" y="86"/>
                    <a:pt x="68" y="84"/>
                  </a:cubicBezTo>
                  <a:cubicBezTo>
                    <a:pt x="69" y="83"/>
                    <a:pt x="70" y="86"/>
                    <a:pt x="71" y="87"/>
                  </a:cubicBezTo>
                  <a:cubicBezTo>
                    <a:pt x="69" y="87"/>
                    <a:pt x="69" y="89"/>
                    <a:pt x="67" y="89"/>
                  </a:cubicBezTo>
                  <a:close/>
                  <a:moveTo>
                    <a:pt x="64" y="80"/>
                  </a:moveTo>
                  <a:cubicBezTo>
                    <a:pt x="59" y="79"/>
                    <a:pt x="66" y="70"/>
                    <a:pt x="66" y="64"/>
                  </a:cubicBezTo>
                  <a:cubicBezTo>
                    <a:pt x="70" y="61"/>
                    <a:pt x="73" y="70"/>
                    <a:pt x="76" y="74"/>
                  </a:cubicBezTo>
                  <a:cubicBezTo>
                    <a:pt x="71" y="73"/>
                    <a:pt x="71" y="80"/>
                    <a:pt x="64" y="80"/>
                  </a:cubicBezTo>
                  <a:close/>
                  <a:moveTo>
                    <a:pt x="56" y="174"/>
                  </a:moveTo>
                  <a:cubicBezTo>
                    <a:pt x="54" y="172"/>
                    <a:pt x="38" y="170"/>
                    <a:pt x="29" y="162"/>
                  </a:cubicBezTo>
                  <a:cubicBezTo>
                    <a:pt x="24" y="152"/>
                    <a:pt x="57" y="142"/>
                    <a:pt x="58" y="149"/>
                  </a:cubicBezTo>
                  <a:cubicBezTo>
                    <a:pt x="62" y="134"/>
                    <a:pt x="63" y="174"/>
                    <a:pt x="56" y="1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3" name="ïṩḻîďê"/>
            <p:cNvSpPr/>
            <p:nvPr/>
          </p:nvSpPr>
          <p:spPr bwMode="auto">
            <a:xfrm>
              <a:off x="9964450" y="481372"/>
              <a:ext cx="457554" cy="462884"/>
            </a:xfrm>
            <a:custGeom>
              <a:avLst/>
              <a:gdLst>
                <a:gd name="T0" fmla="*/ 140 w 272"/>
                <a:gd name="T1" fmla="*/ 264 h 273"/>
                <a:gd name="T2" fmla="*/ 152 w 272"/>
                <a:gd name="T3" fmla="*/ 246 h 273"/>
                <a:gd name="T4" fmla="*/ 108 w 272"/>
                <a:gd name="T5" fmla="*/ 252 h 273"/>
                <a:gd name="T6" fmla="*/ 116 w 272"/>
                <a:gd name="T7" fmla="*/ 250 h 273"/>
                <a:gd name="T8" fmla="*/ 91 w 272"/>
                <a:gd name="T9" fmla="*/ 259 h 273"/>
                <a:gd name="T10" fmla="*/ 183 w 272"/>
                <a:gd name="T11" fmla="*/ 239 h 273"/>
                <a:gd name="T12" fmla="*/ 201 w 272"/>
                <a:gd name="T13" fmla="*/ 231 h 273"/>
                <a:gd name="T14" fmla="*/ 193 w 272"/>
                <a:gd name="T15" fmla="*/ 236 h 273"/>
                <a:gd name="T16" fmla="*/ 220 w 272"/>
                <a:gd name="T17" fmla="*/ 227 h 273"/>
                <a:gd name="T18" fmla="*/ 217 w 272"/>
                <a:gd name="T19" fmla="*/ 227 h 273"/>
                <a:gd name="T20" fmla="*/ 48 w 272"/>
                <a:gd name="T21" fmla="*/ 225 h 273"/>
                <a:gd name="T22" fmla="*/ 216 w 272"/>
                <a:gd name="T23" fmla="*/ 215 h 273"/>
                <a:gd name="T24" fmla="*/ 236 w 272"/>
                <a:gd name="T25" fmla="*/ 219 h 273"/>
                <a:gd name="T26" fmla="*/ 224 w 272"/>
                <a:gd name="T27" fmla="*/ 203 h 273"/>
                <a:gd name="T28" fmla="*/ 48 w 272"/>
                <a:gd name="T29" fmla="*/ 197 h 273"/>
                <a:gd name="T30" fmla="*/ 31 w 272"/>
                <a:gd name="T31" fmla="*/ 184 h 273"/>
                <a:gd name="T32" fmla="*/ 39 w 272"/>
                <a:gd name="T33" fmla="*/ 176 h 273"/>
                <a:gd name="T34" fmla="*/ 251 w 272"/>
                <a:gd name="T35" fmla="*/ 181 h 273"/>
                <a:gd name="T36" fmla="*/ 64 w 272"/>
                <a:gd name="T37" fmla="*/ 65 h 273"/>
                <a:gd name="T38" fmla="*/ 35 w 272"/>
                <a:gd name="T39" fmla="*/ 134 h 273"/>
                <a:gd name="T40" fmla="*/ 28 w 272"/>
                <a:gd name="T41" fmla="*/ 131 h 273"/>
                <a:gd name="T42" fmla="*/ 12 w 272"/>
                <a:gd name="T43" fmla="*/ 123 h 273"/>
                <a:gd name="T44" fmla="*/ 258 w 272"/>
                <a:gd name="T45" fmla="*/ 115 h 273"/>
                <a:gd name="T46" fmla="*/ 262 w 272"/>
                <a:gd name="T47" fmla="*/ 125 h 273"/>
                <a:gd name="T48" fmla="*/ 245 w 272"/>
                <a:gd name="T49" fmla="*/ 113 h 273"/>
                <a:gd name="T50" fmla="*/ 23 w 272"/>
                <a:gd name="T51" fmla="*/ 99 h 273"/>
                <a:gd name="T52" fmla="*/ 16 w 272"/>
                <a:gd name="T53" fmla="*/ 121 h 273"/>
                <a:gd name="T54" fmla="*/ 22 w 272"/>
                <a:gd name="T55" fmla="*/ 147 h 273"/>
                <a:gd name="T56" fmla="*/ 22 w 272"/>
                <a:gd name="T57" fmla="*/ 144 h 273"/>
                <a:gd name="T58" fmla="*/ 22 w 272"/>
                <a:gd name="T59" fmla="*/ 114 h 273"/>
                <a:gd name="T60" fmla="*/ 36 w 272"/>
                <a:gd name="T61" fmla="*/ 89 h 273"/>
                <a:gd name="T62" fmla="*/ 27 w 272"/>
                <a:gd name="T63" fmla="*/ 92 h 273"/>
                <a:gd name="T64" fmla="*/ 252 w 272"/>
                <a:gd name="T65" fmla="*/ 76 h 273"/>
                <a:gd name="T66" fmla="*/ 239 w 272"/>
                <a:gd name="T67" fmla="*/ 82 h 273"/>
                <a:gd name="T68" fmla="*/ 25 w 272"/>
                <a:gd name="T69" fmla="*/ 76 h 273"/>
                <a:gd name="T70" fmla="*/ 39 w 272"/>
                <a:gd name="T71" fmla="*/ 70 h 273"/>
                <a:gd name="T72" fmla="*/ 42 w 272"/>
                <a:gd name="T73" fmla="*/ 84 h 273"/>
                <a:gd name="T74" fmla="*/ 37 w 272"/>
                <a:gd name="T75" fmla="*/ 60 h 273"/>
                <a:gd name="T76" fmla="*/ 45 w 272"/>
                <a:gd name="T77" fmla="*/ 57 h 273"/>
                <a:gd name="T78" fmla="*/ 57 w 272"/>
                <a:gd name="T79" fmla="*/ 54 h 273"/>
                <a:gd name="T80" fmla="*/ 50 w 272"/>
                <a:gd name="T81" fmla="*/ 44 h 273"/>
                <a:gd name="T82" fmla="*/ 211 w 272"/>
                <a:gd name="T83" fmla="*/ 48 h 273"/>
                <a:gd name="T84" fmla="*/ 217 w 272"/>
                <a:gd name="T85" fmla="*/ 48 h 273"/>
                <a:gd name="T86" fmla="*/ 215 w 272"/>
                <a:gd name="T87" fmla="*/ 40 h 273"/>
                <a:gd name="T88" fmla="*/ 88 w 272"/>
                <a:gd name="T89" fmla="*/ 38 h 273"/>
                <a:gd name="T90" fmla="*/ 210 w 272"/>
                <a:gd name="T91" fmla="*/ 44 h 273"/>
                <a:gd name="T92" fmla="*/ 60 w 272"/>
                <a:gd name="T93" fmla="*/ 37 h 273"/>
                <a:gd name="T94" fmla="*/ 65 w 272"/>
                <a:gd name="T95" fmla="*/ 35 h 273"/>
                <a:gd name="T96" fmla="*/ 62 w 272"/>
                <a:gd name="T97" fmla="*/ 45 h 273"/>
                <a:gd name="T98" fmla="*/ 171 w 272"/>
                <a:gd name="T99" fmla="*/ 23 h 273"/>
                <a:gd name="T100" fmla="*/ 108 w 272"/>
                <a:gd name="T101" fmla="*/ 20 h 273"/>
                <a:gd name="T102" fmla="*/ 78 w 272"/>
                <a:gd name="T103" fmla="*/ 30 h 273"/>
                <a:gd name="T104" fmla="*/ 89 w 272"/>
                <a:gd name="T105" fmla="*/ 32 h 273"/>
                <a:gd name="T106" fmla="*/ 115 w 272"/>
                <a:gd name="T107" fmla="*/ 16 h 273"/>
                <a:gd name="T108" fmla="*/ 162 w 272"/>
                <a:gd name="T109" fmla="*/ 19 h 273"/>
                <a:gd name="T110" fmla="*/ 157 w 272"/>
                <a:gd name="T111" fmla="*/ 34 h 273"/>
                <a:gd name="T112" fmla="*/ 175 w 272"/>
                <a:gd name="T113" fmla="*/ 30 h 273"/>
                <a:gd name="T114" fmla="*/ 168 w 272"/>
                <a:gd name="T115" fmla="*/ 21 h 273"/>
                <a:gd name="T116" fmla="*/ 108 w 272"/>
                <a:gd name="T117" fmla="*/ 15 h 273"/>
                <a:gd name="T118" fmla="*/ 178 w 272"/>
                <a:gd name="T119" fmla="*/ 12 h 273"/>
                <a:gd name="T120" fmla="*/ 136 w 272"/>
                <a:gd name="T121" fmla="*/ 273 h 273"/>
                <a:gd name="T122" fmla="*/ 0 w 272"/>
                <a:gd name="T123" fmla="*/ 132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2" h="273">
                  <a:moveTo>
                    <a:pt x="144" y="258"/>
                  </a:moveTo>
                  <a:cubicBezTo>
                    <a:pt x="144" y="247"/>
                    <a:pt x="144" y="247"/>
                    <a:pt x="144" y="247"/>
                  </a:cubicBezTo>
                  <a:cubicBezTo>
                    <a:pt x="148" y="247"/>
                    <a:pt x="148" y="247"/>
                    <a:pt x="148" y="247"/>
                  </a:cubicBezTo>
                  <a:cubicBezTo>
                    <a:pt x="148" y="262"/>
                    <a:pt x="148" y="262"/>
                    <a:pt x="148" y="262"/>
                  </a:cubicBezTo>
                  <a:cubicBezTo>
                    <a:pt x="148" y="265"/>
                    <a:pt x="145" y="268"/>
                    <a:pt x="142" y="268"/>
                  </a:cubicBezTo>
                  <a:cubicBezTo>
                    <a:pt x="139" y="268"/>
                    <a:pt x="139" y="268"/>
                    <a:pt x="139" y="268"/>
                  </a:cubicBezTo>
                  <a:cubicBezTo>
                    <a:pt x="135" y="268"/>
                    <a:pt x="133" y="264"/>
                    <a:pt x="133" y="260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137" y="247"/>
                    <a:pt x="137" y="247"/>
                    <a:pt x="137" y="247"/>
                  </a:cubicBezTo>
                  <a:cubicBezTo>
                    <a:pt x="137" y="262"/>
                    <a:pt x="137" y="262"/>
                    <a:pt x="137" y="262"/>
                  </a:cubicBezTo>
                  <a:cubicBezTo>
                    <a:pt x="138" y="263"/>
                    <a:pt x="138" y="264"/>
                    <a:pt x="140" y="264"/>
                  </a:cubicBezTo>
                  <a:cubicBezTo>
                    <a:pt x="142" y="264"/>
                    <a:pt x="142" y="264"/>
                    <a:pt x="142" y="264"/>
                  </a:cubicBezTo>
                  <a:cubicBezTo>
                    <a:pt x="143" y="264"/>
                    <a:pt x="143" y="264"/>
                    <a:pt x="144" y="263"/>
                  </a:cubicBezTo>
                  <a:cubicBezTo>
                    <a:pt x="144" y="258"/>
                    <a:pt x="144" y="258"/>
                    <a:pt x="144" y="258"/>
                  </a:cubicBezTo>
                  <a:close/>
                  <a:moveTo>
                    <a:pt x="168" y="264"/>
                  </a:moveTo>
                  <a:cubicBezTo>
                    <a:pt x="165" y="265"/>
                    <a:pt x="165" y="265"/>
                    <a:pt x="165" y="265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54" y="267"/>
                    <a:pt x="154" y="267"/>
                    <a:pt x="154" y="267"/>
                  </a:cubicBezTo>
                  <a:cubicBezTo>
                    <a:pt x="150" y="247"/>
                    <a:pt x="150" y="247"/>
                    <a:pt x="150" y="247"/>
                  </a:cubicBezTo>
                  <a:cubicBezTo>
                    <a:pt x="151" y="246"/>
                    <a:pt x="151" y="246"/>
                    <a:pt x="152" y="246"/>
                  </a:cubicBezTo>
                  <a:cubicBezTo>
                    <a:pt x="153" y="246"/>
                    <a:pt x="153" y="246"/>
                    <a:pt x="153" y="246"/>
                  </a:cubicBezTo>
                  <a:cubicBezTo>
                    <a:pt x="155" y="246"/>
                    <a:pt x="160" y="256"/>
                    <a:pt x="163" y="258"/>
                  </a:cubicBezTo>
                  <a:cubicBezTo>
                    <a:pt x="163" y="255"/>
                    <a:pt x="162" y="250"/>
                    <a:pt x="162" y="248"/>
                  </a:cubicBezTo>
                  <a:cubicBezTo>
                    <a:pt x="160" y="242"/>
                    <a:pt x="165" y="243"/>
                    <a:pt x="165" y="246"/>
                  </a:cubicBezTo>
                  <a:cubicBezTo>
                    <a:pt x="166" y="251"/>
                    <a:pt x="168" y="260"/>
                    <a:pt x="168" y="264"/>
                  </a:cubicBezTo>
                  <a:close/>
                  <a:moveTo>
                    <a:pt x="102" y="254"/>
                  </a:moveTo>
                  <a:cubicBezTo>
                    <a:pt x="102" y="255"/>
                    <a:pt x="102" y="255"/>
                    <a:pt x="102" y="255"/>
                  </a:cubicBezTo>
                  <a:cubicBezTo>
                    <a:pt x="102" y="258"/>
                    <a:pt x="104" y="260"/>
                    <a:pt x="107" y="260"/>
                  </a:cubicBezTo>
                  <a:cubicBezTo>
                    <a:pt x="109" y="260"/>
                    <a:pt x="110" y="259"/>
                    <a:pt x="111" y="257"/>
                  </a:cubicBezTo>
                  <a:cubicBezTo>
                    <a:pt x="107" y="256"/>
                    <a:pt x="107" y="256"/>
                    <a:pt x="107" y="256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2" y="265"/>
                    <a:pt x="112" y="265"/>
                    <a:pt x="112" y="265"/>
                  </a:cubicBezTo>
                  <a:cubicBezTo>
                    <a:pt x="110" y="265"/>
                    <a:pt x="110" y="265"/>
                    <a:pt x="110" y="265"/>
                  </a:cubicBezTo>
                  <a:cubicBezTo>
                    <a:pt x="110" y="262"/>
                    <a:pt x="110" y="262"/>
                    <a:pt x="110" y="262"/>
                  </a:cubicBezTo>
                  <a:cubicBezTo>
                    <a:pt x="109" y="263"/>
                    <a:pt x="108" y="264"/>
                    <a:pt x="106" y="264"/>
                  </a:cubicBezTo>
                  <a:cubicBezTo>
                    <a:pt x="106" y="264"/>
                    <a:pt x="106" y="264"/>
                    <a:pt x="106" y="264"/>
                  </a:cubicBezTo>
                  <a:cubicBezTo>
                    <a:pt x="102" y="264"/>
                    <a:pt x="98" y="260"/>
                    <a:pt x="98" y="256"/>
                  </a:cubicBezTo>
                  <a:cubicBezTo>
                    <a:pt x="98" y="254"/>
                    <a:pt x="98" y="254"/>
                    <a:pt x="98" y="254"/>
                  </a:cubicBezTo>
                  <a:cubicBezTo>
                    <a:pt x="98" y="249"/>
                    <a:pt x="102" y="243"/>
                    <a:pt x="107" y="243"/>
                  </a:cubicBezTo>
                  <a:cubicBezTo>
                    <a:pt x="109" y="243"/>
                    <a:pt x="109" y="243"/>
                    <a:pt x="109" y="243"/>
                  </a:cubicBezTo>
                  <a:cubicBezTo>
                    <a:pt x="112" y="243"/>
                    <a:pt x="116" y="246"/>
                    <a:pt x="116" y="250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49"/>
                    <a:pt x="112" y="249"/>
                    <a:pt x="112" y="249"/>
                  </a:cubicBezTo>
                  <a:cubicBezTo>
                    <a:pt x="112" y="248"/>
                    <a:pt x="110" y="246"/>
                    <a:pt x="108" y="246"/>
                  </a:cubicBezTo>
                  <a:cubicBezTo>
                    <a:pt x="105" y="246"/>
                    <a:pt x="102" y="251"/>
                    <a:pt x="102" y="254"/>
                  </a:cubicBezTo>
                  <a:close/>
                  <a:moveTo>
                    <a:pt x="167" y="243"/>
                  </a:moveTo>
                  <a:cubicBezTo>
                    <a:pt x="173" y="262"/>
                    <a:pt x="173" y="262"/>
                    <a:pt x="173" y="262"/>
                  </a:cubicBezTo>
                  <a:cubicBezTo>
                    <a:pt x="177" y="262"/>
                    <a:pt x="177" y="262"/>
                    <a:pt x="177" y="262"/>
                  </a:cubicBezTo>
                  <a:cubicBezTo>
                    <a:pt x="171" y="242"/>
                    <a:pt x="171" y="242"/>
                    <a:pt x="171" y="242"/>
                  </a:cubicBezTo>
                  <a:cubicBezTo>
                    <a:pt x="167" y="243"/>
                    <a:pt x="167" y="243"/>
                    <a:pt x="167" y="243"/>
                  </a:cubicBezTo>
                  <a:close/>
                  <a:moveTo>
                    <a:pt x="91" y="259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6" y="239"/>
                    <a:pt x="96" y="239"/>
                    <a:pt x="96" y="239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0" y="236"/>
                    <a:pt x="90" y="236"/>
                    <a:pt x="90" y="236"/>
                  </a:cubicBezTo>
                  <a:cubicBezTo>
                    <a:pt x="90" y="236"/>
                    <a:pt x="87" y="234"/>
                    <a:pt x="87" y="234"/>
                  </a:cubicBezTo>
                  <a:cubicBezTo>
                    <a:pt x="86" y="234"/>
                    <a:pt x="78" y="251"/>
                    <a:pt x="78" y="253"/>
                  </a:cubicBezTo>
                  <a:cubicBezTo>
                    <a:pt x="79" y="253"/>
                    <a:pt x="80" y="254"/>
                    <a:pt x="81" y="254"/>
                  </a:cubicBezTo>
                  <a:cubicBezTo>
                    <a:pt x="82" y="254"/>
                    <a:pt x="86" y="243"/>
                    <a:pt x="87" y="242"/>
                  </a:cubicBezTo>
                  <a:cubicBezTo>
                    <a:pt x="88" y="258"/>
                    <a:pt x="88" y="258"/>
                    <a:pt x="88" y="258"/>
                  </a:cubicBezTo>
                  <a:cubicBezTo>
                    <a:pt x="91" y="259"/>
                    <a:pt x="91" y="259"/>
                    <a:pt x="91" y="259"/>
                  </a:cubicBezTo>
                  <a:close/>
                  <a:moveTo>
                    <a:pt x="183" y="239"/>
                  </a:moveTo>
                  <a:cubicBezTo>
                    <a:pt x="183" y="238"/>
                    <a:pt x="183" y="238"/>
                    <a:pt x="183" y="238"/>
                  </a:cubicBezTo>
                  <a:cubicBezTo>
                    <a:pt x="183" y="237"/>
                    <a:pt x="185" y="236"/>
                    <a:pt x="187" y="236"/>
                  </a:cubicBezTo>
                  <a:cubicBezTo>
                    <a:pt x="189" y="257"/>
                    <a:pt x="189" y="257"/>
                    <a:pt x="189" y="257"/>
                  </a:cubicBezTo>
                  <a:cubicBezTo>
                    <a:pt x="189" y="257"/>
                    <a:pt x="188" y="258"/>
                    <a:pt x="187" y="258"/>
                  </a:cubicBezTo>
                  <a:cubicBezTo>
                    <a:pt x="186" y="258"/>
                    <a:pt x="186" y="258"/>
                    <a:pt x="186" y="258"/>
                  </a:cubicBezTo>
                  <a:cubicBezTo>
                    <a:pt x="185" y="258"/>
                    <a:pt x="173" y="244"/>
                    <a:pt x="172" y="242"/>
                  </a:cubicBezTo>
                  <a:cubicBezTo>
                    <a:pt x="176" y="240"/>
                    <a:pt x="176" y="240"/>
                    <a:pt x="176" y="240"/>
                  </a:cubicBezTo>
                  <a:cubicBezTo>
                    <a:pt x="185" y="252"/>
                    <a:pt x="185" y="252"/>
                    <a:pt x="185" y="252"/>
                  </a:cubicBezTo>
                  <a:cubicBezTo>
                    <a:pt x="183" y="239"/>
                    <a:pt x="183" y="239"/>
                    <a:pt x="183" y="239"/>
                  </a:cubicBezTo>
                  <a:close/>
                  <a:moveTo>
                    <a:pt x="193" y="236"/>
                  </a:moveTo>
                  <a:cubicBezTo>
                    <a:pt x="201" y="231"/>
                    <a:pt x="201" y="231"/>
                    <a:pt x="201" y="231"/>
                  </a:cubicBezTo>
                  <a:cubicBezTo>
                    <a:pt x="201" y="230"/>
                    <a:pt x="200" y="228"/>
                    <a:pt x="198" y="228"/>
                  </a:cubicBezTo>
                  <a:cubicBezTo>
                    <a:pt x="198" y="228"/>
                    <a:pt x="188" y="234"/>
                    <a:pt x="188" y="235"/>
                  </a:cubicBezTo>
                  <a:cubicBezTo>
                    <a:pt x="198" y="253"/>
                    <a:pt x="198" y="253"/>
                    <a:pt x="198" y="253"/>
                  </a:cubicBezTo>
                  <a:cubicBezTo>
                    <a:pt x="210" y="245"/>
                    <a:pt x="210" y="245"/>
                    <a:pt x="210" y="245"/>
                  </a:cubicBezTo>
                  <a:cubicBezTo>
                    <a:pt x="208" y="242"/>
                    <a:pt x="208" y="242"/>
                    <a:pt x="208" y="242"/>
                  </a:cubicBezTo>
                  <a:cubicBezTo>
                    <a:pt x="200" y="247"/>
                    <a:pt x="200" y="247"/>
                    <a:pt x="200" y="247"/>
                  </a:cubicBezTo>
                  <a:cubicBezTo>
                    <a:pt x="197" y="243"/>
                    <a:pt x="197" y="243"/>
                    <a:pt x="197" y="243"/>
                  </a:cubicBezTo>
                  <a:cubicBezTo>
                    <a:pt x="204" y="238"/>
                    <a:pt x="204" y="238"/>
                    <a:pt x="204" y="238"/>
                  </a:cubicBezTo>
                  <a:cubicBezTo>
                    <a:pt x="203" y="235"/>
                    <a:pt x="203" y="235"/>
                    <a:pt x="203" y="235"/>
                  </a:cubicBezTo>
                  <a:cubicBezTo>
                    <a:pt x="195" y="240"/>
                    <a:pt x="195" y="240"/>
                    <a:pt x="195" y="240"/>
                  </a:cubicBezTo>
                  <a:cubicBezTo>
                    <a:pt x="193" y="236"/>
                    <a:pt x="193" y="236"/>
                    <a:pt x="193" y="236"/>
                  </a:cubicBezTo>
                  <a:close/>
                  <a:moveTo>
                    <a:pt x="74" y="250"/>
                  </a:moveTo>
                  <a:cubicBezTo>
                    <a:pt x="73" y="250"/>
                    <a:pt x="70" y="249"/>
                    <a:pt x="70" y="248"/>
                  </a:cubicBezTo>
                  <a:cubicBezTo>
                    <a:pt x="70" y="248"/>
                    <a:pt x="72" y="245"/>
                    <a:pt x="72" y="244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60" y="241"/>
                    <a:pt x="60" y="241"/>
                    <a:pt x="60" y="241"/>
                  </a:cubicBezTo>
                  <a:cubicBezTo>
                    <a:pt x="77" y="228"/>
                    <a:pt x="77" y="228"/>
                    <a:pt x="77" y="228"/>
                  </a:cubicBezTo>
                  <a:cubicBezTo>
                    <a:pt x="80" y="230"/>
                    <a:pt x="80" y="230"/>
                    <a:pt x="80" y="230"/>
                  </a:cubicBezTo>
                  <a:cubicBezTo>
                    <a:pt x="74" y="250"/>
                    <a:pt x="74" y="250"/>
                    <a:pt x="74" y="250"/>
                  </a:cubicBezTo>
                  <a:close/>
                  <a:moveTo>
                    <a:pt x="217" y="227"/>
                  </a:moveTo>
                  <a:cubicBezTo>
                    <a:pt x="220" y="227"/>
                    <a:pt x="220" y="227"/>
                    <a:pt x="220" y="227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6" y="232"/>
                    <a:pt x="226" y="232"/>
                    <a:pt x="226" y="232"/>
                  </a:cubicBezTo>
                  <a:cubicBezTo>
                    <a:pt x="225" y="233"/>
                    <a:pt x="224" y="235"/>
                    <a:pt x="223" y="235"/>
                  </a:cubicBezTo>
                  <a:cubicBezTo>
                    <a:pt x="221" y="235"/>
                    <a:pt x="219" y="230"/>
                    <a:pt x="217" y="230"/>
                  </a:cubicBezTo>
                  <a:cubicBezTo>
                    <a:pt x="216" y="230"/>
                    <a:pt x="216" y="230"/>
                    <a:pt x="216" y="230"/>
                  </a:cubicBezTo>
                  <a:cubicBezTo>
                    <a:pt x="215" y="230"/>
                    <a:pt x="213" y="233"/>
                    <a:pt x="212" y="234"/>
                  </a:cubicBezTo>
                  <a:cubicBezTo>
                    <a:pt x="217" y="240"/>
                    <a:pt x="217" y="240"/>
                    <a:pt x="217" y="240"/>
                  </a:cubicBezTo>
                  <a:cubicBezTo>
                    <a:pt x="214" y="242"/>
                    <a:pt x="214" y="242"/>
                    <a:pt x="214" y="242"/>
                  </a:cubicBezTo>
                  <a:cubicBezTo>
                    <a:pt x="201" y="227"/>
                    <a:pt x="201" y="227"/>
                    <a:pt x="201" y="227"/>
                  </a:cubicBezTo>
                  <a:cubicBezTo>
                    <a:pt x="202" y="225"/>
                    <a:pt x="209" y="219"/>
                    <a:pt x="212" y="219"/>
                  </a:cubicBezTo>
                  <a:cubicBezTo>
                    <a:pt x="215" y="219"/>
                    <a:pt x="219" y="223"/>
                    <a:pt x="217" y="227"/>
                  </a:cubicBezTo>
                  <a:close/>
                  <a:moveTo>
                    <a:pt x="57" y="238"/>
                  </a:moveTo>
                  <a:cubicBezTo>
                    <a:pt x="70" y="223"/>
                    <a:pt x="70" y="223"/>
                    <a:pt x="70" y="223"/>
                  </a:cubicBezTo>
                  <a:cubicBezTo>
                    <a:pt x="68" y="220"/>
                    <a:pt x="68" y="220"/>
                    <a:pt x="68" y="220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57" y="238"/>
                    <a:pt x="57" y="238"/>
                    <a:pt x="57" y="238"/>
                  </a:cubicBezTo>
                  <a:close/>
                  <a:moveTo>
                    <a:pt x="51" y="231"/>
                  </a:moveTo>
                  <a:cubicBezTo>
                    <a:pt x="53" y="231"/>
                    <a:pt x="64" y="220"/>
                    <a:pt x="65" y="218"/>
                  </a:cubicBezTo>
                  <a:cubicBezTo>
                    <a:pt x="63" y="216"/>
                    <a:pt x="63" y="216"/>
                    <a:pt x="63" y="216"/>
                  </a:cubicBezTo>
                  <a:cubicBezTo>
                    <a:pt x="60" y="218"/>
                    <a:pt x="52" y="227"/>
                    <a:pt x="50" y="227"/>
                  </a:cubicBezTo>
                  <a:cubicBezTo>
                    <a:pt x="49" y="227"/>
                    <a:pt x="48" y="226"/>
                    <a:pt x="48" y="225"/>
                  </a:cubicBezTo>
                  <a:cubicBezTo>
                    <a:pt x="48" y="225"/>
                    <a:pt x="48" y="225"/>
                    <a:pt x="48" y="225"/>
                  </a:cubicBezTo>
                  <a:cubicBezTo>
                    <a:pt x="48" y="223"/>
                    <a:pt x="50" y="222"/>
                    <a:pt x="51" y="221"/>
                  </a:cubicBezTo>
                  <a:cubicBezTo>
                    <a:pt x="48" y="219"/>
                    <a:pt x="48" y="219"/>
                    <a:pt x="48" y="219"/>
                  </a:cubicBezTo>
                  <a:cubicBezTo>
                    <a:pt x="47" y="220"/>
                    <a:pt x="44" y="223"/>
                    <a:pt x="44" y="225"/>
                  </a:cubicBezTo>
                  <a:cubicBezTo>
                    <a:pt x="44" y="227"/>
                    <a:pt x="47" y="231"/>
                    <a:pt x="50" y="231"/>
                  </a:cubicBezTo>
                  <a:cubicBezTo>
                    <a:pt x="51" y="231"/>
                    <a:pt x="51" y="231"/>
                    <a:pt x="51" y="231"/>
                  </a:cubicBezTo>
                  <a:close/>
                  <a:moveTo>
                    <a:pt x="225" y="211"/>
                  </a:moveTo>
                  <a:cubicBezTo>
                    <a:pt x="227" y="209"/>
                    <a:pt x="227" y="209"/>
                    <a:pt x="227" y="209"/>
                  </a:cubicBezTo>
                  <a:cubicBezTo>
                    <a:pt x="226" y="208"/>
                    <a:pt x="225" y="207"/>
                    <a:pt x="223" y="207"/>
                  </a:cubicBezTo>
                  <a:cubicBezTo>
                    <a:pt x="222" y="207"/>
                    <a:pt x="222" y="207"/>
                    <a:pt x="222" y="207"/>
                  </a:cubicBezTo>
                  <a:cubicBezTo>
                    <a:pt x="219" y="207"/>
                    <a:pt x="216" y="212"/>
                    <a:pt x="216" y="215"/>
                  </a:cubicBezTo>
                  <a:cubicBezTo>
                    <a:pt x="216" y="215"/>
                    <a:pt x="216" y="215"/>
                    <a:pt x="216" y="215"/>
                  </a:cubicBezTo>
                  <a:cubicBezTo>
                    <a:pt x="216" y="219"/>
                    <a:pt x="218" y="221"/>
                    <a:pt x="222" y="221"/>
                  </a:cubicBezTo>
                  <a:cubicBezTo>
                    <a:pt x="223" y="221"/>
                    <a:pt x="223" y="221"/>
                    <a:pt x="223" y="221"/>
                  </a:cubicBezTo>
                  <a:cubicBezTo>
                    <a:pt x="224" y="221"/>
                    <a:pt x="229" y="216"/>
                    <a:pt x="231" y="216"/>
                  </a:cubicBezTo>
                  <a:cubicBezTo>
                    <a:pt x="232" y="216"/>
                    <a:pt x="232" y="217"/>
                    <a:pt x="232" y="218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2" y="221"/>
                    <a:pt x="231" y="223"/>
                    <a:pt x="229" y="223"/>
                  </a:cubicBezTo>
                  <a:cubicBezTo>
                    <a:pt x="228" y="223"/>
                    <a:pt x="228" y="223"/>
                    <a:pt x="226" y="223"/>
                  </a:cubicBezTo>
                  <a:cubicBezTo>
                    <a:pt x="224" y="225"/>
                    <a:pt x="224" y="225"/>
                    <a:pt x="224" y="225"/>
                  </a:cubicBezTo>
                  <a:cubicBezTo>
                    <a:pt x="225" y="226"/>
                    <a:pt x="226" y="227"/>
                    <a:pt x="228" y="227"/>
                  </a:cubicBezTo>
                  <a:cubicBezTo>
                    <a:pt x="229" y="227"/>
                    <a:pt x="229" y="227"/>
                    <a:pt x="229" y="227"/>
                  </a:cubicBezTo>
                  <a:cubicBezTo>
                    <a:pt x="232" y="227"/>
                    <a:pt x="236" y="222"/>
                    <a:pt x="236" y="219"/>
                  </a:cubicBezTo>
                  <a:cubicBezTo>
                    <a:pt x="236" y="219"/>
                    <a:pt x="236" y="219"/>
                    <a:pt x="236" y="219"/>
                  </a:cubicBezTo>
                  <a:cubicBezTo>
                    <a:pt x="236" y="216"/>
                    <a:pt x="233" y="212"/>
                    <a:pt x="231" y="212"/>
                  </a:cubicBezTo>
                  <a:cubicBezTo>
                    <a:pt x="227" y="212"/>
                    <a:pt x="223" y="217"/>
                    <a:pt x="222" y="217"/>
                  </a:cubicBezTo>
                  <a:cubicBezTo>
                    <a:pt x="221" y="217"/>
                    <a:pt x="221" y="217"/>
                    <a:pt x="221" y="217"/>
                  </a:cubicBezTo>
                  <a:cubicBezTo>
                    <a:pt x="220" y="217"/>
                    <a:pt x="219" y="216"/>
                    <a:pt x="219" y="215"/>
                  </a:cubicBezTo>
                  <a:cubicBezTo>
                    <a:pt x="219" y="213"/>
                    <a:pt x="220" y="212"/>
                    <a:pt x="222" y="211"/>
                  </a:cubicBezTo>
                  <a:cubicBezTo>
                    <a:pt x="225" y="211"/>
                    <a:pt x="225" y="211"/>
                    <a:pt x="225" y="211"/>
                  </a:cubicBezTo>
                  <a:close/>
                  <a:moveTo>
                    <a:pt x="226" y="199"/>
                  </a:moveTo>
                  <a:cubicBezTo>
                    <a:pt x="243" y="211"/>
                    <a:pt x="243" y="211"/>
                    <a:pt x="243" y="211"/>
                  </a:cubicBezTo>
                  <a:cubicBezTo>
                    <a:pt x="242" y="212"/>
                    <a:pt x="241" y="214"/>
                    <a:pt x="241" y="214"/>
                  </a:cubicBezTo>
                  <a:cubicBezTo>
                    <a:pt x="240" y="214"/>
                    <a:pt x="226" y="204"/>
                    <a:pt x="224" y="203"/>
                  </a:cubicBezTo>
                  <a:cubicBezTo>
                    <a:pt x="226" y="199"/>
                    <a:pt x="226" y="199"/>
                    <a:pt x="226" y="199"/>
                  </a:cubicBezTo>
                  <a:close/>
                  <a:moveTo>
                    <a:pt x="43" y="214"/>
                  </a:moveTo>
                  <a:cubicBezTo>
                    <a:pt x="55" y="206"/>
                    <a:pt x="55" y="206"/>
                    <a:pt x="55" y="206"/>
                  </a:cubicBezTo>
                  <a:cubicBezTo>
                    <a:pt x="56" y="209"/>
                    <a:pt x="56" y="209"/>
                    <a:pt x="56" y="209"/>
                  </a:cubicBezTo>
                  <a:cubicBezTo>
                    <a:pt x="40" y="221"/>
                    <a:pt x="40" y="221"/>
                    <a:pt x="40" y="221"/>
                  </a:cubicBezTo>
                  <a:cubicBezTo>
                    <a:pt x="38" y="218"/>
                    <a:pt x="38" y="218"/>
                    <a:pt x="38" y="218"/>
                  </a:cubicBezTo>
                  <a:cubicBezTo>
                    <a:pt x="44" y="205"/>
                    <a:pt x="44" y="205"/>
                    <a:pt x="44" y="205"/>
                  </a:cubicBezTo>
                  <a:cubicBezTo>
                    <a:pt x="44" y="204"/>
                    <a:pt x="44" y="204"/>
                    <a:pt x="44" y="204"/>
                  </a:cubicBezTo>
                  <a:cubicBezTo>
                    <a:pt x="33" y="212"/>
                    <a:pt x="33" y="212"/>
                    <a:pt x="33" y="212"/>
                  </a:cubicBezTo>
                  <a:cubicBezTo>
                    <a:pt x="31" y="209"/>
                    <a:pt x="31" y="209"/>
                    <a:pt x="31" y="209"/>
                  </a:cubicBezTo>
                  <a:cubicBezTo>
                    <a:pt x="48" y="197"/>
                    <a:pt x="48" y="197"/>
                    <a:pt x="48" y="197"/>
                  </a:cubicBezTo>
                  <a:cubicBezTo>
                    <a:pt x="49" y="197"/>
                    <a:pt x="51" y="200"/>
                    <a:pt x="51" y="200"/>
                  </a:cubicBezTo>
                  <a:cubicBezTo>
                    <a:pt x="51" y="201"/>
                    <a:pt x="44" y="212"/>
                    <a:pt x="43" y="214"/>
                  </a:cubicBezTo>
                  <a:close/>
                  <a:moveTo>
                    <a:pt x="45" y="205"/>
                  </a:moveTo>
                  <a:cubicBezTo>
                    <a:pt x="45" y="204"/>
                    <a:pt x="44" y="205"/>
                    <a:pt x="45" y="205"/>
                  </a:cubicBezTo>
                  <a:close/>
                  <a:moveTo>
                    <a:pt x="45" y="191"/>
                  </a:moveTo>
                  <a:cubicBezTo>
                    <a:pt x="27" y="201"/>
                    <a:pt x="27" y="201"/>
                    <a:pt x="27" y="201"/>
                  </a:cubicBezTo>
                  <a:cubicBezTo>
                    <a:pt x="28" y="202"/>
                    <a:pt x="29" y="204"/>
                    <a:pt x="29" y="204"/>
                  </a:cubicBezTo>
                  <a:cubicBezTo>
                    <a:pt x="31" y="204"/>
                    <a:pt x="43" y="196"/>
                    <a:pt x="47" y="195"/>
                  </a:cubicBezTo>
                  <a:cubicBezTo>
                    <a:pt x="45" y="191"/>
                    <a:pt x="45" y="191"/>
                    <a:pt x="45" y="191"/>
                  </a:cubicBezTo>
                  <a:close/>
                  <a:moveTo>
                    <a:pt x="38" y="176"/>
                  </a:moveTo>
                  <a:cubicBezTo>
                    <a:pt x="31" y="184"/>
                    <a:pt x="31" y="184"/>
                    <a:pt x="31" y="184"/>
                  </a:cubicBezTo>
                  <a:cubicBezTo>
                    <a:pt x="20" y="183"/>
                    <a:pt x="20" y="183"/>
                    <a:pt x="20" y="183"/>
                  </a:cubicBezTo>
                  <a:cubicBezTo>
                    <a:pt x="21" y="187"/>
                    <a:pt x="21" y="187"/>
                    <a:pt x="21" y="187"/>
                  </a:cubicBezTo>
                  <a:cubicBezTo>
                    <a:pt x="28" y="188"/>
                    <a:pt x="28" y="188"/>
                    <a:pt x="28" y="188"/>
                  </a:cubicBezTo>
                  <a:cubicBezTo>
                    <a:pt x="28" y="190"/>
                    <a:pt x="24" y="193"/>
                    <a:pt x="24" y="194"/>
                  </a:cubicBezTo>
                  <a:cubicBezTo>
                    <a:pt x="24" y="194"/>
                    <a:pt x="25" y="197"/>
                    <a:pt x="25" y="198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44" y="189"/>
                    <a:pt x="43" y="186"/>
                    <a:pt x="41" y="186"/>
                  </a:cubicBezTo>
                  <a:cubicBezTo>
                    <a:pt x="36" y="186"/>
                    <a:pt x="36" y="186"/>
                    <a:pt x="36" y="186"/>
                  </a:cubicBezTo>
                  <a:cubicBezTo>
                    <a:pt x="36" y="184"/>
                    <a:pt x="40" y="181"/>
                    <a:pt x="40" y="180"/>
                  </a:cubicBezTo>
                  <a:cubicBezTo>
                    <a:pt x="40" y="180"/>
                    <a:pt x="39" y="177"/>
                    <a:pt x="39" y="176"/>
                  </a:cubicBezTo>
                  <a:cubicBezTo>
                    <a:pt x="38" y="176"/>
                    <a:pt x="38" y="176"/>
                    <a:pt x="38" y="176"/>
                  </a:cubicBezTo>
                  <a:close/>
                  <a:moveTo>
                    <a:pt x="248" y="204"/>
                  </a:moveTo>
                  <a:cubicBezTo>
                    <a:pt x="249" y="200"/>
                    <a:pt x="249" y="200"/>
                    <a:pt x="249" y="200"/>
                  </a:cubicBezTo>
                  <a:cubicBezTo>
                    <a:pt x="234" y="192"/>
                    <a:pt x="234" y="192"/>
                    <a:pt x="234" y="192"/>
                  </a:cubicBezTo>
                  <a:cubicBezTo>
                    <a:pt x="235" y="192"/>
                    <a:pt x="235" y="192"/>
                    <a:pt x="235" y="192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5" y="186"/>
                    <a:pt x="235" y="186"/>
                    <a:pt x="235" y="186"/>
                  </a:cubicBezTo>
                  <a:cubicBezTo>
                    <a:pt x="248" y="185"/>
                    <a:pt x="248" y="185"/>
                    <a:pt x="248" y="185"/>
                  </a:cubicBezTo>
                  <a:cubicBezTo>
                    <a:pt x="248" y="185"/>
                    <a:pt x="254" y="187"/>
                    <a:pt x="255" y="187"/>
                  </a:cubicBezTo>
                  <a:cubicBezTo>
                    <a:pt x="255" y="186"/>
                    <a:pt x="256" y="185"/>
                    <a:pt x="256" y="184"/>
                  </a:cubicBezTo>
                  <a:cubicBezTo>
                    <a:pt x="256" y="183"/>
                    <a:pt x="252" y="182"/>
                    <a:pt x="251" y="181"/>
                  </a:cubicBezTo>
                  <a:cubicBezTo>
                    <a:pt x="248" y="180"/>
                    <a:pt x="249" y="181"/>
                    <a:pt x="246" y="178"/>
                  </a:cubicBezTo>
                  <a:cubicBezTo>
                    <a:pt x="244" y="177"/>
                    <a:pt x="241" y="172"/>
                    <a:pt x="239" y="171"/>
                  </a:cubicBezTo>
                  <a:cubicBezTo>
                    <a:pt x="237" y="175"/>
                    <a:pt x="237" y="175"/>
                    <a:pt x="237" y="175"/>
                  </a:cubicBezTo>
                  <a:cubicBezTo>
                    <a:pt x="245" y="181"/>
                    <a:pt x="245" y="181"/>
                    <a:pt x="245" y="181"/>
                  </a:cubicBezTo>
                  <a:cubicBezTo>
                    <a:pt x="235" y="182"/>
                    <a:pt x="235" y="182"/>
                    <a:pt x="235" y="182"/>
                  </a:cubicBezTo>
                  <a:cubicBezTo>
                    <a:pt x="234" y="183"/>
                    <a:pt x="227" y="199"/>
                    <a:pt x="227" y="199"/>
                  </a:cubicBezTo>
                  <a:cubicBezTo>
                    <a:pt x="227" y="200"/>
                    <a:pt x="229" y="200"/>
                    <a:pt x="230" y="201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48" y="204"/>
                    <a:pt x="248" y="204"/>
                    <a:pt x="248" y="204"/>
                  </a:cubicBezTo>
                  <a:close/>
                  <a:moveTo>
                    <a:pt x="35" y="134"/>
                  </a:moveTo>
                  <a:cubicBezTo>
                    <a:pt x="35" y="106"/>
                    <a:pt x="50" y="80"/>
                    <a:pt x="64" y="65"/>
                  </a:cubicBezTo>
                  <a:cubicBezTo>
                    <a:pt x="72" y="57"/>
                    <a:pt x="80" y="50"/>
                    <a:pt x="92" y="45"/>
                  </a:cubicBezTo>
                  <a:cubicBezTo>
                    <a:pt x="100" y="41"/>
                    <a:pt x="118" y="34"/>
                    <a:pt x="130" y="3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72" y="34"/>
                    <a:pt x="198" y="51"/>
                    <a:pt x="212" y="66"/>
                  </a:cubicBezTo>
                  <a:cubicBezTo>
                    <a:pt x="227" y="81"/>
                    <a:pt x="241" y="107"/>
                    <a:pt x="241" y="137"/>
                  </a:cubicBezTo>
                  <a:cubicBezTo>
                    <a:pt x="241" y="168"/>
                    <a:pt x="227" y="193"/>
                    <a:pt x="211" y="208"/>
                  </a:cubicBezTo>
                  <a:cubicBezTo>
                    <a:pt x="203" y="217"/>
                    <a:pt x="194" y="224"/>
                    <a:pt x="182" y="229"/>
                  </a:cubicBezTo>
                  <a:cubicBezTo>
                    <a:pt x="172" y="234"/>
                    <a:pt x="157" y="239"/>
                    <a:pt x="142" y="239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81" y="239"/>
                    <a:pt x="35" y="193"/>
                    <a:pt x="35" y="138"/>
                  </a:cubicBezTo>
                  <a:cubicBezTo>
                    <a:pt x="35" y="134"/>
                    <a:pt x="35" y="134"/>
                    <a:pt x="35" y="134"/>
                  </a:cubicBezTo>
                  <a:close/>
                  <a:moveTo>
                    <a:pt x="9" y="141"/>
                  </a:moveTo>
                  <a:cubicBezTo>
                    <a:pt x="9" y="141"/>
                    <a:pt x="8" y="140"/>
                    <a:pt x="8" y="140"/>
                  </a:cubicBezTo>
                  <a:cubicBezTo>
                    <a:pt x="8" y="139"/>
                    <a:pt x="9" y="139"/>
                    <a:pt x="9" y="139"/>
                  </a:cubicBezTo>
                  <a:cubicBezTo>
                    <a:pt x="11" y="139"/>
                    <a:pt x="10" y="139"/>
                    <a:pt x="11" y="140"/>
                  </a:cubicBezTo>
                  <a:cubicBezTo>
                    <a:pt x="9" y="141"/>
                    <a:pt x="10" y="141"/>
                    <a:pt x="9" y="141"/>
                  </a:cubicBezTo>
                  <a:close/>
                  <a:moveTo>
                    <a:pt x="9" y="138"/>
                  </a:moveTo>
                  <a:cubicBezTo>
                    <a:pt x="8" y="138"/>
                    <a:pt x="8" y="137"/>
                    <a:pt x="8" y="136"/>
                  </a:cubicBezTo>
                  <a:cubicBezTo>
                    <a:pt x="8" y="136"/>
                    <a:pt x="9" y="136"/>
                    <a:pt x="9" y="136"/>
                  </a:cubicBezTo>
                  <a:cubicBezTo>
                    <a:pt x="10" y="136"/>
                    <a:pt x="10" y="136"/>
                    <a:pt x="10" y="137"/>
                  </a:cubicBezTo>
                  <a:cubicBezTo>
                    <a:pt x="10" y="137"/>
                    <a:pt x="10" y="138"/>
                    <a:pt x="9" y="138"/>
                  </a:cubicBezTo>
                  <a:close/>
                  <a:moveTo>
                    <a:pt x="28" y="131"/>
                  </a:moveTo>
                  <a:cubicBezTo>
                    <a:pt x="27" y="131"/>
                    <a:pt x="27" y="131"/>
                    <a:pt x="26" y="131"/>
                  </a:cubicBezTo>
                  <a:cubicBezTo>
                    <a:pt x="24" y="131"/>
                    <a:pt x="24" y="131"/>
                    <a:pt x="24" y="131"/>
                  </a:cubicBezTo>
                  <a:cubicBezTo>
                    <a:pt x="23" y="131"/>
                    <a:pt x="23" y="131"/>
                    <a:pt x="23" y="131"/>
                  </a:cubicBezTo>
                  <a:cubicBezTo>
                    <a:pt x="23" y="130"/>
                    <a:pt x="23" y="129"/>
                    <a:pt x="25" y="129"/>
                  </a:cubicBezTo>
                  <a:cubicBezTo>
                    <a:pt x="25" y="129"/>
                    <a:pt x="26" y="130"/>
                    <a:pt x="26" y="130"/>
                  </a:cubicBezTo>
                  <a:cubicBezTo>
                    <a:pt x="27" y="130"/>
                    <a:pt x="29" y="129"/>
                    <a:pt x="29" y="130"/>
                  </a:cubicBezTo>
                  <a:cubicBezTo>
                    <a:pt x="29" y="131"/>
                    <a:pt x="28" y="131"/>
                    <a:pt x="28" y="131"/>
                  </a:cubicBezTo>
                  <a:close/>
                  <a:moveTo>
                    <a:pt x="10" y="123"/>
                  </a:moveTo>
                  <a:cubicBezTo>
                    <a:pt x="10" y="123"/>
                    <a:pt x="9" y="122"/>
                    <a:pt x="9" y="122"/>
                  </a:cubicBezTo>
                  <a:cubicBezTo>
                    <a:pt x="9" y="121"/>
                    <a:pt x="10" y="121"/>
                    <a:pt x="10" y="121"/>
                  </a:cubicBezTo>
                  <a:cubicBezTo>
                    <a:pt x="11" y="121"/>
                    <a:pt x="11" y="122"/>
                    <a:pt x="12" y="123"/>
                  </a:cubicBezTo>
                  <a:cubicBezTo>
                    <a:pt x="10" y="123"/>
                    <a:pt x="10" y="123"/>
                    <a:pt x="10" y="123"/>
                  </a:cubicBezTo>
                  <a:close/>
                  <a:moveTo>
                    <a:pt x="10" y="120"/>
                  </a:moveTo>
                  <a:cubicBezTo>
                    <a:pt x="9" y="120"/>
                    <a:pt x="9" y="119"/>
                    <a:pt x="9" y="118"/>
                  </a:cubicBezTo>
                  <a:cubicBezTo>
                    <a:pt x="10" y="118"/>
                    <a:pt x="10" y="118"/>
                    <a:pt x="10" y="118"/>
                  </a:cubicBezTo>
                  <a:cubicBezTo>
                    <a:pt x="11" y="118"/>
                    <a:pt x="12" y="118"/>
                    <a:pt x="12" y="119"/>
                  </a:cubicBezTo>
                  <a:cubicBezTo>
                    <a:pt x="12" y="120"/>
                    <a:pt x="11" y="120"/>
                    <a:pt x="10" y="120"/>
                  </a:cubicBezTo>
                  <a:close/>
                  <a:moveTo>
                    <a:pt x="249" y="112"/>
                  </a:moveTo>
                  <a:cubicBezTo>
                    <a:pt x="249" y="111"/>
                    <a:pt x="249" y="111"/>
                    <a:pt x="249" y="111"/>
                  </a:cubicBezTo>
                  <a:cubicBezTo>
                    <a:pt x="254" y="115"/>
                    <a:pt x="254" y="115"/>
                    <a:pt x="254" y="115"/>
                  </a:cubicBezTo>
                  <a:cubicBezTo>
                    <a:pt x="259" y="112"/>
                    <a:pt x="259" y="112"/>
                    <a:pt x="259" y="112"/>
                  </a:cubicBezTo>
                  <a:cubicBezTo>
                    <a:pt x="258" y="115"/>
                    <a:pt x="258" y="115"/>
                    <a:pt x="258" y="115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65" y="114"/>
                    <a:pt x="265" y="114"/>
                    <a:pt x="265" y="114"/>
                  </a:cubicBezTo>
                  <a:cubicBezTo>
                    <a:pt x="262" y="118"/>
                    <a:pt x="262" y="118"/>
                    <a:pt x="262" y="118"/>
                  </a:cubicBezTo>
                  <a:cubicBezTo>
                    <a:pt x="263" y="119"/>
                    <a:pt x="263" y="119"/>
                    <a:pt x="263" y="119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3" y="121"/>
                    <a:pt x="263" y="121"/>
                    <a:pt x="263" y="121"/>
                  </a:cubicBezTo>
                  <a:cubicBezTo>
                    <a:pt x="263" y="123"/>
                    <a:pt x="263" y="123"/>
                    <a:pt x="263" y="123"/>
                  </a:cubicBezTo>
                  <a:cubicBezTo>
                    <a:pt x="265" y="124"/>
                    <a:pt x="266" y="123"/>
                    <a:pt x="266" y="126"/>
                  </a:cubicBezTo>
                  <a:cubicBezTo>
                    <a:pt x="264" y="126"/>
                    <a:pt x="264" y="126"/>
                    <a:pt x="264" y="126"/>
                  </a:cubicBezTo>
                  <a:cubicBezTo>
                    <a:pt x="263" y="126"/>
                    <a:pt x="263" y="125"/>
                    <a:pt x="262" y="125"/>
                  </a:cubicBezTo>
                  <a:cubicBezTo>
                    <a:pt x="259" y="125"/>
                    <a:pt x="259" y="125"/>
                    <a:pt x="259" y="125"/>
                  </a:cubicBezTo>
                  <a:cubicBezTo>
                    <a:pt x="259" y="126"/>
                    <a:pt x="259" y="126"/>
                    <a:pt x="259" y="126"/>
                  </a:cubicBezTo>
                  <a:cubicBezTo>
                    <a:pt x="259" y="127"/>
                    <a:pt x="258" y="128"/>
                    <a:pt x="257" y="128"/>
                  </a:cubicBezTo>
                  <a:cubicBezTo>
                    <a:pt x="256" y="128"/>
                    <a:pt x="255" y="123"/>
                    <a:pt x="250" y="123"/>
                  </a:cubicBezTo>
                  <a:cubicBezTo>
                    <a:pt x="251" y="123"/>
                    <a:pt x="252" y="124"/>
                    <a:pt x="252" y="125"/>
                  </a:cubicBezTo>
                  <a:cubicBezTo>
                    <a:pt x="252" y="126"/>
                    <a:pt x="251" y="127"/>
                    <a:pt x="250" y="127"/>
                  </a:cubicBezTo>
                  <a:cubicBezTo>
                    <a:pt x="248" y="127"/>
                    <a:pt x="248" y="124"/>
                    <a:pt x="248" y="123"/>
                  </a:cubicBezTo>
                  <a:cubicBezTo>
                    <a:pt x="246" y="123"/>
                    <a:pt x="246" y="124"/>
                    <a:pt x="245" y="124"/>
                  </a:cubicBezTo>
                  <a:cubicBezTo>
                    <a:pt x="243" y="124"/>
                    <a:pt x="243" y="124"/>
                    <a:pt x="243" y="124"/>
                  </a:cubicBezTo>
                  <a:cubicBezTo>
                    <a:pt x="242" y="124"/>
                    <a:pt x="241" y="122"/>
                    <a:pt x="241" y="121"/>
                  </a:cubicBezTo>
                  <a:cubicBezTo>
                    <a:pt x="241" y="121"/>
                    <a:pt x="244" y="114"/>
                    <a:pt x="245" y="113"/>
                  </a:cubicBezTo>
                  <a:cubicBezTo>
                    <a:pt x="251" y="122"/>
                    <a:pt x="251" y="122"/>
                    <a:pt x="251" y="122"/>
                  </a:cubicBezTo>
                  <a:cubicBezTo>
                    <a:pt x="251" y="122"/>
                    <a:pt x="251" y="122"/>
                    <a:pt x="251" y="122"/>
                  </a:cubicBezTo>
                  <a:cubicBezTo>
                    <a:pt x="251" y="119"/>
                    <a:pt x="251" y="119"/>
                    <a:pt x="251" y="119"/>
                  </a:cubicBezTo>
                  <a:cubicBezTo>
                    <a:pt x="253" y="119"/>
                    <a:pt x="253" y="119"/>
                    <a:pt x="253" y="119"/>
                  </a:cubicBezTo>
                  <a:cubicBezTo>
                    <a:pt x="253" y="118"/>
                    <a:pt x="253" y="118"/>
                    <a:pt x="253" y="118"/>
                  </a:cubicBezTo>
                  <a:cubicBezTo>
                    <a:pt x="247" y="116"/>
                    <a:pt x="247" y="116"/>
                    <a:pt x="247" y="116"/>
                  </a:cubicBezTo>
                  <a:cubicBezTo>
                    <a:pt x="247" y="113"/>
                    <a:pt x="247" y="113"/>
                    <a:pt x="247" y="113"/>
                  </a:cubicBezTo>
                  <a:cubicBezTo>
                    <a:pt x="249" y="112"/>
                    <a:pt x="249" y="112"/>
                    <a:pt x="249" y="112"/>
                  </a:cubicBezTo>
                  <a:close/>
                  <a:moveTo>
                    <a:pt x="253" y="119"/>
                  </a:moveTo>
                  <a:cubicBezTo>
                    <a:pt x="252" y="119"/>
                    <a:pt x="254" y="118"/>
                    <a:pt x="253" y="119"/>
                  </a:cubicBezTo>
                  <a:close/>
                  <a:moveTo>
                    <a:pt x="23" y="99"/>
                  </a:moveTo>
                  <a:cubicBezTo>
                    <a:pt x="25" y="99"/>
                    <a:pt x="25" y="99"/>
                    <a:pt x="25" y="99"/>
                  </a:cubicBezTo>
                  <a:cubicBezTo>
                    <a:pt x="25" y="102"/>
                    <a:pt x="24" y="100"/>
                    <a:pt x="21" y="102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0" y="106"/>
                    <a:pt x="22" y="107"/>
                    <a:pt x="22" y="108"/>
                  </a:cubicBezTo>
                  <a:cubicBezTo>
                    <a:pt x="22" y="111"/>
                    <a:pt x="21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0" y="115"/>
                    <a:pt x="20" y="115"/>
                    <a:pt x="20" y="115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6" y="121"/>
                    <a:pt x="16" y="121"/>
                    <a:pt x="16" y="121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8" y="128"/>
                    <a:pt x="18" y="128"/>
                    <a:pt x="18" y="128"/>
                  </a:cubicBezTo>
                  <a:cubicBezTo>
                    <a:pt x="15" y="130"/>
                    <a:pt x="15" y="130"/>
                    <a:pt x="15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7" y="131"/>
                    <a:pt x="18" y="131"/>
                    <a:pt x="18" y="132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18" y="137"/>
                    <a:pt x="17" y="137"/>
                    <a:pt x="15" y="138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18" y="141"/>
                    <a:pt x="18" y="142"/>
                    <a:pt x="18" y="143"/>
                  </a:cubicBezTo>
                  <a:cubicBezTo>
                    <a:pt x="18" y="144"/>
                    <a:pt x="18" y="144"/>
                    <a:pt x="18" y="144"/>
                  </a:cubicBezTo>
                  <a:cubicBezTo>
                    <a:pt x="18" y="145"/>
                    <a:pt x="20" y="147"/>
                    <a:pt x="22" y="147"/>
                  </a:cubicBezTo>
                  <a:cubicBezTo>
                    <a:pt x="22" y="147"/>
                    <a:pt x="23" y="146"/>
                    <a:pt x="24" y="146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25" y="144"/>
                    <a:pt x="25" y="145"/>
                    <a:pt x="25" y="147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3"/>
                    <a:pt x="22" y="154"/>
                    <a:pt x="19" y="154"/>
                  </a:cubicBezTo>
                  <a:cubicBezTo>
                    <a:pt x="19" y="155"/>
                    <a:pt x="19" y="155"/>
                    <a:pt x="20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7" y="155"/>
                    <a:pt x="28" y="153"/>
                    <a:pt x="28" y="150"/>
                  </a:cubicBezTo>
                  <a:cubicBezTo>
                    <a:pt x="28" y="149"/>
                    <a:pt x="28" y="149"/>
                    <a:pt x="28" y="149"/>
                  </a:cubicBezTo>
                  <a:cubicBezTo>
                    <a:pt x="28" y="146"/>
                    <a:pt x="26" y="142"/>
                    <a:pt x="23" y="142"/>
                  </a:cubicBezTo>
                  <a:cubicBezTo>
                    <a:pt x="22" y="142"/>
                    <a:pt x="22" y="142"/>
                    <a:pt x="22" y="144"/>
                  </a:cubicBezTo>
                  <a:cubicBezTo>
                    <a:pt x="22" y="145"/>
                    <a:pt x="22" y="145"/>
                    <a:pt x="22" y="145"/>
                  </a:cubicBezTo>
                  <a:cubicBezTo>
                    <a:pt x="20" y="144"/>
                    <a:pt x="21" y="143"/>
                    <a:pt x="21" y="140"/>
                  </a:cubicBezTo>
                  <a:cubicBezTo>
                    <a:pt x="19" y="139"/>
                    <a:pt x="19" y="139"/>
                    <a:pt x="19" y="139"/>
                  </a:cubicBezTo>
                  <a:cubicBezTo>
                    <a:pt x="20" y="138"/>
                    <a:pt x="21" y="137"/>
                    <a:pt x="21" y="135"/>
                  </a:cubicBezTo>
                  <a:cubicBezTo>
                    <a:pt x="21" y="132"/>
                    <a:pt x="21" y="132"/>
                    <a:pt x="21" y="132"/>
                  </a:cubicBezTo>
                  <a:cubicBezTo>
                    <a:pt x="21" y="131"/>
                    <a:pt x="20" y="131"/>
                    <a:pt x="20" y="130"/>
                  </a:cubicBezTo>
                  <a:cubicBezTo>
                    <a:pt x="21" y="129"/>
                    <a:pt x="22" y="127"/>
                    <a:pt x="22" y="124"/>
                  </a:cubicBezTo>
                  <a:cubicBezTo>
                    <a:pt x="22" y="123"/>
                    <a:pt x="21" y="123"/>
                    <a:pt x="21" y="122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22" y="114"/>
                    <a:pt x="22" y="114"/>
                    <a:pt x="22" y="114"/>
                  </a:cubicBezTo>
                  <a:cubicBezTo>
                    <a:pt x="24" y="113"/>
                    <a:pt x="24" y="113"/>
                    <a:pt x="24" y="113"/>
                  </a:cubicBezTo>
                  <a:cubicBezTo>
                    <a:pt x="24" y="110"/>
                    <a:pt x="25" y="110"/>
                    <a:pt x="25" y="109"/>
                  </a:cubicBezTo>
                  <a:cubicBezTo>
                    <a:pt x="25" y="107"/>
                    <a:pt x="24" y="108"/>
                    <a:pt x="24" y="106"/>
                  </a:cubicBezTo>
                  <a:cubicBezTo>
                    <a:pt x="25" y="106"/>
                    <a:pt x="26" y="107"/>
                    <a:pt x="26" y="105"/>
                  </a:cubicBezTo>
                  <a:cubicBezTo>
                    <a:pt x="26" y="104"/>
                    <a:pt x="26" y="105"/>
                    <a:pt x="25" y="103"/>
                  </a:cubicBezTo>
                  <a:cubicBezTo>
                    <a:pt x="27" y="103"/>
                    <a:pt x="28" y="102"/>
                    <a:pt x="28" y="101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99"/>
                    <a:pt x="25" y="97"/>
                    <a:pt x="24" y="97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8"/>
                    <a:pt x="22" y="99"/>
                    <a:pt x="23" y="99"/>
                  </a:cubicBezTo>
                  <a:close/>
                  <a:moveTo>
                    <a:pt x="36" y="89"/>
                  </a:move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9" y="89"/>
                    <a:pt x="37" y="90"/>
                    <a:pt x="40" y="90"/>
                  </a:cubicBezTo>
                  <a:cubicBezTo>
                    <a:pt x="40" y="89"/>
                    <a:pt x="40" y="88"/>
                    <a:pt x="39" y="88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37" y="88"/>
                    <a:pt x="37" y="88"/>
                    <a:pt x="37" y="88"/>
                  </a:cubicBezTo>
                  <a:cubicBezTo>
                    <a:pt x="37" y="88"/>
                    <a:pt x="37" y="87"/>
                    <a:pt x="36" y="87"/>
                  </a:cubicBezTo>
                  <a:cubicBezTo>
                    <a:pt x="35" y="87"/>
                    <a:pt x="35" y="87"/>
                    <a:pt x="35" y="88"/>
                  </a:cubicBezTo>
                  <a:cubicBezTo>
                    <a:pt x="35" y="88"/>
                    <a:pt x="35" y="89"/>
                    <a:pt x="36" y="89"/>
                  </a:cubicBezTo>
                  <a:close/>
                  <a:moveTo>
                    <a:pt x="27" y="85"/>
                  </a:moveTo>
                  <a:cubicBezTo>
                    <a:pt x="33" y="85"/>
                    <a:pt x="29" y="88"/>
                    <a:pt x="27" y="92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6" y="95"/>
                    <a:pt x="26" y="95"/>
                    <a:pt x="26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3" y="97"/>
                    <a:pt x="32" y="98"/>
                    <a:pt x="32" y="103"/>
                  </a:cubicBezTo>
                  <a:cubicBezTo>
                    <a:pt x="33" y="102"/>
                    <a:pt x="35" y="101"/>
                    <a:pt x="35" y="100"/>
                  </a:cubicBezTo>
                  <a:cubicBezTo>
                    <a:pt x="35" y="97"/>
                    <a:pt x="33" y="94"/>
                    <a:pt x="31" y="93"/>
                  </a:cubicBezTo>
                  <a:cubicBezTo>
                    <a:pt x="31" y="91"/>
                    <a:pt x="33" y="87"/>
                    <a:pt x="33" y="86"/>
                  </a:cubicBezTo>
                  <a:cubicBezTo>
                    <a:pt x="33" y="85"/>
                    <a:pt x="30" y="82"/>
                    <a:pt x="28" y="82"/>
                  </a:cubicBezTo>
                  <a:cubicBezTo>
                    <a:pt x="26" y="82"/>
                    <a:pt x="26" y="82"/>
                    <a:pt x="26" y="82"/>
                  </a:cubicBezTo>
                  <a:cubicBezTo>
                    <a:pt x="27" y="85"/>
                    <a:pt x="27" y="85"/>
                    <a:pt x="27" y="85"/>
                  </a:cubicBezTo>
                  <a:close/>
                  <a:moveTo>
                    <a:pt x="252" y="76"/>
                  </a:moveTo>
                  <a:cubicBezTo>
                    <a:pt x="250" y="76"/>
                    <a:pt x="251" y="78"/>
                    <a:pt x="247" y="79"/>
                  </a:cubicBezTo>
                  <a:cubicBezTo>
                    <a:pt x="245" y="79"/>
                    <a:pt x="241" y="79"/>
                    <a:pt x="240" y="79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6" y="76"/>
                    <a:pt x="235" y="76"/>
                    <a:pt x="235" y="77"/>
                  </a:cubicBezTo>
                  <a:cubicBezTo>
                    <a:pt x="235" y="78"/>
                    <a:pt x="235" y="78"/>
                    <a:pt x="235" y="79"/>
                  </a:cubicBezTo>
                  <a:cubicBezTo>
                    <a:pt x="231" y="76"/>
                    <a:pt x="231" y="76"/>
                    <a:pt x="231" y="76"/>
                  </a:cubicBezTo>
                  <a:cubicBezTo>
                    <a:pt x="231" y="80"/>
                    <a:pt x="233" y="81"/>
                    <a:pt x="237" y="82"/>
                  </a:cubicBezTo>
                  <a:cubicBezTo>
                    <a:pt x="237" y="84"/>
                    <a:pt x="232" y="85"/>
                    <a:pt x="232" y="87"/>
                  </a:cubicBezTo>
                  <a:cubicBezTo>
                    <a:pt x="232" y="89"/>
                    <a:pt x="233" y="90"/>
                    <a:pt x="233" y="92"/>
                  </a:cubicBezTo>
                  <a:cubicBezTo>
                    <a:pt x="234" y="92"/>
                    <a:pt x="234" y="92"/>
                    <a:pt x="234" y="92"/>
                  </a:cubicBezTo>
                  <a:cubicBezTo>
                    <a:pt x="235" y="87"/>
                    <a:pt x="236" y="86"/>
                    <a:pt x="239" y="82"/>
                  </a:cubicBezTo>
                  <a:cubicBezTo>
                    <a:pt x="240" y="83"/>
                    <a:pt x="242" y="86"/>
                    <a:pt x="243" y="86"/>
                  </a:cubicBezTo>
                  <a:cubicBezTo>
                    <a:pt x="244" y="86"/>
                    <a:pt x="244" y="86"/>
                    <a:pt x="244" y="86"/>
                  </a:cubicBezTo>
                  <a:cubicBezTo>
                    <a:pt x="245" y="86"/>
                    <a:pt x="245" y="85"/>
                    <a:pt x="245" y="83"/>
                  </a:cubicBezTo>
                  <a:cubicBezTo>
                    <a:pt x="245" y="84"/>
                    <a:pt x="245" y="84"/>
                    <a:pt x="245" y="84"/>
                  </a:cubicBezTo>
                  <a:cubicBezTo>
                    <a:pt x="242" y="82"/>
                    <a:pt x="242" y="82"/>
                    <a:pt x="242" y="82"/>
                  </a:cubicBezTo>
                  <a:cubicBezTo>
                    <a:pt x="242" y="81"/>
                    <a:pt x="242" y="81"/>
                    <a:pt x="242" y="81"/>
                  </a:cubicBezTo>
                  <a:cubicBezTo>
                    <a:pt x="245" y="80"/>
                    <a:pt x="246" y="80"/>
                    <a:pt x="249" y="80"/>
                  </a:cubicBezTo>
                  <a:cubicBezTo>
                    <a:pt x="253" y="80"/>
                    <a:pt x="254" y="76"/>
                    <a:pt x="252" y="76"/>
                  </a:cubicBezTo>
                  <a:close/>
                  <a:moveTo>
                    <a:pt x="236" y="79"/>
                  </a:moveTo>
                  <a:cubicBezTo>
                    <a:pt x="236" y="78"/>
                    <a:pt x="235" y="80"/>
                    <a:pt x="236" y="79"/>
                  </a:cubicBezTo>
                  <a:close/>
                  <a:moveTo>
                    <a:pt x="25" y="76"/>
                  </a:moveTo>
                  <a:cubicBezTo>
                    <a:pt x="27" y="76"/>
                    <a:pt x="28" y="76"/>
                    <a:pt x="28" y="78"/>
                  </a:cubicBezTo>
                  <a:cubicBezTo>
                    <a:pt x="26" y="78"/>
                    <a:pt x="25" y="78"/>
                    <a:pt x="25" y="76"/>
                  </a:cubicBezTo>
                  <a:close/>
                  <a:moveTo>
                    <a:pt x="23" y="73"/>
                  </a:moveTo>
                  <a:cubicBezTo>
                    <a:pt x="25" y="73"/>
                    <a:pt x="25" y="73"/>
                    <a:pt x="25" y="75"/>
                  </a:cubicBezTo>
                  <a:cubicBezTo>
                    <a:pt x="23" y="75"/>
                    <a:pt x="23" y="75"/>
                    <a:pt x="23" y="73"/>
                  </a:cubicBezTo>
                  <a:close/>
                  <a:moveTo>
                    <a:pt x="28" y="75"/>
                  </a:moveTo>
                  <a:cubicBezTo>
                    <a:pt x="27" y="75"/>
                    <a:pt x="26" y="74"/>
                    <a:pt x="26" y="73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29" y="73"/>
                    <a:pt x="29" y="74"/>
                    <a:pt x="29" y="75"/>
                  </a:cubicBezTo>
                  <a:cubicBezTo>
                    <a:pt x="28" y="75"/>
                    <a:pt x="28" y="75"/>
                    <a:pt x="28" y="75"/>
                  </a:cubicBezTo>
                  <a:close/>
                  <a:moveTo>
                    <a:pt x="39" y="70"/>
                  </a:moveTo>
                  <a:cubicBezTo>
                    <a:pt x="36" y="70"/>
                    <a:pt x="36" y="70"/>
                    <a:pt x="36" y="70"/>
                  </a:cubicBezTo>
                  <a:cubicBezTo>
                    <a:pt x="36" y="70"/>
                    <a:pt x="37" y="71"/>
                    <a:pt x="37" y="72"/>
                  </a:cubicBezTo>
                  <a:cubicBezTo>
                    <a:pt x="37" y="74"/>
                    <a:pt x="36" y="75"/>
                    <a:pt x="35" y="76"/>
                  </a:cubicBezTo>
                  <a:cubicBezTo>
                    <a:pt x="33" y="76"/>
                    <a:pt x="30" y="75"/>
                    <a:pt x="30" y="77"/>
                  </a:cubicBezTo>
                  <a:cubicBezTo>
                    <a:pt x="30" y="79"/>
                    <a:pt x="33" y="82"/>
                    <a:pt x="34" y="82"/>
                  </a:cubicBezTo>
                  <a:cubicBezTo>
                    <a:pt x="34" y="82"/>
                    <a:pt x="34" y="82"/>
                    <a:pt x="34" y="82"/>
                  </a:cubicBezTo>
                  <a:cubicBezTo>
                    <a:pt x="36" y="82"/>
                    <a:pt x="37" y="80"/>
                    <a:pt x="37" y="78"/>
                  </a:cubicBezTo>
                  <a:cubicBezTo>
                    <a:pt x="39" y="79"/>
                    <a:pt x="39" y="80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4"/>
                    <a:pt x="39" y="85"/>
                    <a:pt x="38" y="87"/>
                  </a:cubicBezTo>
                  <a:cubicBezTo>
                    <a:pt x="39" y="87"/>
                    <a:pt x="42" y="85"/>
                    <a:pt x="42" y="84"/>
                  </a:cubicBezTo>
                  <a:cubicBezTo>
                    <a:pt x="42" y="80"/>
                    <a:pt x="40" y="79"/>
                    <a:pt x="39" y="77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42" y="72"/>
                    <a:pt x="45" y="67"/>
                    <a:pt x="46" y="65"/>
                  </a:cubicBezTo>
                  <a:cubicBezTo>
                    <a:pt x="44" y="62"/>
                    <a:pt x="44" y="61"/>
                    <a:pt x="40" y="60"/>
                  </a:cubicBezTo>
                  <a:cubicBezTo>
                    <a:pt x="40" y="66"/>
                    <a:pt x="43" y="62"/>
                    <a:pt x="43" y="64"/>
                  </a:cubicBezTo>
                  <a:cubicBezTo>
                    <a:pt x="43" y="65"/>
                    <a:pt x="40" y="69"/>
                    <a:pt x="39" y="70"/>
                  </a:cubicBezTo>
                  <a:close/>
                  <a:moveTo>
                    <a:pt x="37" y="60"/>
                  </a:moveTo>
                  <a:cubicBezTo>
                    <a:pt x="37" y="59"/>
                    <a:pt x="36" y="58"/>
                    <a:pt x="36" y="58"/>
                  </a:cubicBezTo>
                  <a:cubicBezTo>
                    <a:pt x="35" y="58"/>
                    <a:pt x="34" y="58"/>
                    <a:pt x="34" y="58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7" y="60"/>
                    <a:pt x="37" y="60"/>
                    <a:pt x="37" y="60"/>
                  </a:cubicBezTo>
                  <a:close/>
                  <a:moveTo>
                    <a:pt x="42" y="55"/>
                  </a:moveTo>
                  <a:cubicBezTo>
                    <a:pt x="43" y="55"/>
                    <a:pt x="43" y="55"/>
                    <a:pt x="43" y="55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2"/>
                    <a:pt x="42" y="51"/>
                    <a:pt x="41" y="51"/>
                  </a:cubicBezTo>
                  <a:cubicBezTo>
                    <a:pt x="38" y="51"/>
                    <a:pt x="40" y="53"/>
                    <a:pt x="40" y="54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2" y="55"/>
                    <a:pt x="42" y="55"/>
                    <a:pt x="42" y="55"/>
                  </a:cubicBezTo>
                  <a:close/>
                  <a:moveTo>
                    <a:pt x="50" y="56"/>
                  </a:moveTo>
                  <a:cubicBezTo>
                    <a:pt x="49" y="56"/>
                    <a:pt x="49" y="55"/>
                    <a:pt x="47" y="55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5" y="55"/>
                    <a:pt x="45" y="56"/>
                    <a:pt x="45" y="57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58"/>
                    <a:pt x="47" y="62"/>
                    <a:pt x="48" y="62"/>
                  </a:cubicBezTo>
                  <a:cubicBezTo>
                    <a:pt x="49" y="62"/>
                    <a:pt x="49" y="62"/>
                    <a:pt x="49" y="62"/>
                  </a:cubicBezTo>
                  <a:cubicBezTo>
                    <a:pt x="50" y="62"/>
                    <a:pt x="50" y="60"/>
                    <a:pt x="52" y="59"/>
                  </a:cubicBezTo>
                  <a:cubicBezTo>
                    <a:pt x="53" y="60"/>
                    <a:pt x="53" y="60"/>
                    <a:pt x="53" y="61"/>
                  </a:cubicBezTo>
                  <a:cubicBezTo>
                    <a:pt x="53" y="63"/>
                    <a:pt x="53" y="63"/>
                    <a:pt x="53" y="63"/>
                  </a:cubicBezTo>
                  <a:cubicBezTo>
                    <a:pt x="53" y="65"/>
                    <a:pt x="51" y="66"/>
                    <a:pt x="51" y="68"/>
                  </a:cubicBezTo>
                  <a:cubicBezTo>
                    <a:pt x="53" y="68"/>
                    <a:pt x="55" y="67"/>
                    <a:pt x="55" y="65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61"/>
                    <a:pt x="54" y="60"/>
                    <a:pt x="53" y="58"/>
                  </a:cubicBezTo>
                  <a:cubicBezTo>
                    <a:pt x="54" y="57"/>
                    <a:pt x="57" y="55"/>
                    <a:pt x="57" y="54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7" y="50"/>
                    <a:pt x="54" y="49"/>
                    <a:pt x="52" y="48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4" y="53"/>
                    <a:pt x="51" y="56"/>
                    <a:pt x="50" y="56"/>
                  </a:cubicBezTo>
                  <a:close/>
                  <a:moveTo>
                    <a:pt x="46" y="45"/>
                  </a:move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8" y="48"/>
                    <a:pt x="49" y="51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49"/>
                    <a:pt x="51" y="47"/>
                    <a:pt x="51" y="45"/>
                  </a:cubicBezTo>
                  <a:cubicBezTo>
                    <a:pt x="51" y="44"/>
                    <a:pt x="50" y="44"/>
                    <a:pt x="50" y="44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6" y="43"/>
                    <a:pt x="46" y="44"/>
                    <a:pt x="46" y="45"/>
                  </a:cubicBezTo>
                  <a:close/>
                  <a:moveTo>
                    <a:pt x="214" y="43"/>
                  </a:moveTo>
                  <a:cubicBezTo>
                    <a:pt x="212" y="45"/>
                    <a:pt x="212" y="45"/>
                    <a:pt x="212" y="45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0" y="46"/>
                    <a:pt x="212" y="47"/>
                    <a:pt x="209" y="47"/>
                  </a:cubicBezTo>
                  <a:cubicBezTo>
                    <a:pt x="206" y="48"/>
                    <a:pt x="207" y="48"/>
                    <a:pt x="207" y="51"/>
                  </a:cubicBezTo>
                  <a:cubicBezTo>
                    <a:pt x="211" y="48"/>
                    <a:pt x="211" y="48"/>
                    <a:pt x="211" y="48"/>
                  </a:cubicBezTo>
                  <a:cubicBezTo>
                    <a:pt x="211" y="49"/>
                    <a:pt x="211" y="49"/>
                    <a:pt x="211" y="49"/>
                  </a:cubicBezTo>
                  <a:cubicBezTo>
                    <a:pt x="209" y="51"/>
                    <a:pt x="209" y="51"/>
                    <a:pt x="209" y="51"/>
                  </a:cubicBezTo>
                  <a:cubicBezTo>
                    <a:pt x="207" y="51"/>
                    <a:pt x="203" y="50"/>
                    <a:pt x="203" y="52"/>
                  </a:cubicBezTo>
                  <a:cubicBezTo>
                    <a:pt x="203" y="53"/>
                    <a:pt x="204" y="53"/>
                    <a:pt x="204" y="53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3" y="54"/>
                    <a:pt x="213" y="54"/>
                    <a:pt x="213" y="54"/>
                  </a:cubicBezTo>
                  <a:cubicBezTo>
                    <a:pt x="211" y="53"/>
                    <a:pt x="211" y="53"/>
                    <a:pt x="211" y="53"/>
                  </a:cubicBezTo>
                  <a:cubicBezTo>
                    <a:pt x="211" y="52"/>
                    <a:pt x="213" y="50"/>
                    <a:pt x="214" y="50"/>
                  </a:cubicBezTo>
                  <a:cubicBezTo>
                    <a:pt x="216" y="50"/>
                    <a:pt x="216" y="50"/>
                    <a:pt x="216" y="50"/>
                  </a:cubicBezTo>
                  <a:cubicBezTo>
                    <a:pt x="215" y="48"/>
                    <a:pt x="215" y="48"/>
                    <a:pt x="215" y="48"/>
                  </a:cubicBezTo>
                  <a:cubicBezTo>
                    <a:pt x="217" y="48"/>
                    <a:pt x="217" y="48"/>
                    <a:pt x="217" y="48"/>
                  </a:cubicBezTo>
                  <a:cubicBezTo>
                    <a:pt x="217" y="47"/>
                    <a:pt x="217" y="47"/>
                    <a:pt x="217" y="47"/>
                  </a:cubicBezTo>
                  <a:cubicBezTo>
                    <a:pt x="218" y="47"/>
                    <a:pt x="218" y="47"/>
                    <a:pt x="218" y="47"/>
                  </a:cubicBezTo>
                  <a:cubicBezTo>
                    <a:pt x="220" y="47"/>
                    <a:pt x="220" y="46"/>
                    <a:pt x="221" y="44"/>
                  </a:cubicBezTo>
                  <a:cubicBezTo>
                    <a:pt x="219" y="44"/>
                    <a:pt x="219" y="44"/>
                    <a:pt x="219" y="44"/>
                  </a:cubicBezTo>
                  <a:cubicBezTo>
                    <a:pt x="219" y="43"/>
                    <a:pt x="219" y="43"/>
                    <a:pt x="219" y="43"/>
                  </a:cubicBezTo>
                  <a:cubicBezTo>
                    <a:pt x="223" y="45"/>
                    <a:pt x="223" y="45"/>
                    <a:pt x="223" y="45"/>
                  </a:cubicBezTo>
                  <a:cubicBezTo>
                    <a:pt x="224" y="46"/>
                    <a:pt x="224" y="46"/>
                    <a:pt x="224" y="46"/>
                  </a:cubicBezTo>
                  <a:cubicBezTo>
                    <a:pt x="226" y="43"/>
                    <a:pt x="226" y="43"/>
                    <a:pt x="226" y="43"/>
                  </a:cubicBezTo>
                  <a:cubicBezTo>
                    <a:pt x="225" y="43"/>
                    <a:pt x="225" y="43"/>
                    <a:pt x="225" y="43"/>
                  </a:cubicBezTo>
                  <a:cubicBezTo>
                    <a:pt x="223" y="42"/>
                    <a:pt x="216" y="40"/>
                    <a:pt x="216" y="40"/>
                  </a:cubicBezTo>
                  <a:cubicBezTo>
                    <a:pt x="215" y="40"/>
                    <a:pt x="215" y="40"/>
                    <a:pt x="215" y="40"/>
                  </a:cubicBezTo>
                  <a:cubicBezTo>
                    <a:pt x="214" y="41"/>
                    <a:pt x="214" y="41"/>
                    <a:pt x="214" y="41"/>
                  </a:cubicBezTo>
                  <a:cubicBezTo>
                    <a:pt x="217" y="43"/>
                    <a:pt x="217" y="43"/>
                    <a:pt x="217" y="43"/>
                  </a:cubicBezTo>
                  <a:cubicBezTo>
                    <a:pt x="214" y="43"/>
                    <a:pt x="214" y="43"/>
                    <a:pt x="214" y="43"/>
                  </a:cubicBezTo>
                  <a:close/>
                  <a:moveTo>
                    <a:pt x="214" y="46"/>
                  </a:moveTo>
                  <a:cubicBezTo>
                    <a:pt x="216" y="44"/>
                    <a:pt x="216" y="44"/>
                    <a:pt x="216" y="44"/>
                  </a:cubicBezTo>
                  <a:cubicBezTo>
                    <a:pt x="215" y="44"/>
                    <a:pt x="215" y="44"/>
                    <a:pt x="215" y="44"/>
                  </a:cubicBezTo>
                  <a:cubicBezTo>
                    <a:pt x="213" y="45"/>
                    <a:pt x="213" y="45"/>
                    <a:pt x="213" y="45"/>
                  </a:cubicBezTo>
                  <a:cubicBezTo>
                    <a:pt x="214" y="46"/>
                    <a:pt x="214" y="46"/>
                    <a:pt x="214" y="46"/>
                  </a:cubicBezTo>
                  <a:close/>
                  <a:moveTo>
                    <a:pt x="90" y="37"/>
                  </a:moveTo>
                  <a:cubicBezTo>
                    <a:pt x="90" y="36"/>
                    <a:pt x="90" y="36"/>
                    <a:pt x="88" y="36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90" y="39"/>
                    <a:pt x="90" y="39"/>
                    <a:pt x="90" y="39"/>
                  </a:cubicBezTo>
                  <a:cubicBezTo>
                    <a:pt x="90" y="38"/>
                    <a:pt x="90" y="38"/>
                    <a:pt x="90" y="37"/>
                  </a:cubicBezTo>
                  <a:close/>
                  <a:moveTo>
                    <a:pt x="208" y="44"/>
                  </a:moveTo>
                  <a:cubicBezTo>
                    <a:pt x="207" y="44"/>
                    <a:pt x="207" y="44"/>
                    <a:pt x="207" y="44"/>
                  </a:cubicBezTo>
                  <a:cubicBezTo>
                    <a:pt x="206" y="43"/>
                    <a:pt x="206" y="43"/>
                    <a:pt x="206" y="43"/>
                  </a:cubicBezTo>
                  <a:cubicBezTo>
                    <a:pt x="204" y="44"/>
                    <a:pt x="204" y="44"/>
                    <a:pt x="204" y="44"/>
                  </a:cubicBezTo>
                  <a:cubicBezTo>
                    <a:pt x="202" y="44"/>
                    <a:pt x="202" y="44"/>
                    <a:pt x="202" y="44"/>
                  </a:cubicBezTo>
                  <a:cubicBezTo>
                    <a:pt x="202" y="45"/>
                    <a:pt x="202" y="45"/>
                    <a:pt x="202" y="45"/>
                  </a:cubicBezTo>
                  <a:cubicBezTo>
                    <a:pt x="202" y="46"/>
                    <a:pt x="201" y="47"/>
                    <a:pt x="200" y="48"/>
                  </a:cubicBezTo>
                  <a:cubicBezTo>
                    <a:pt x="203" y="51"/>
                    <a:pt x="203" y="51"/>
                    <a:pt x="203" y="51"/>
                  </a:cubicBezTo>
                  <a:cubicBezTo>
                    <a:pt x="204" y="50"/>
                    <a:pt x="210" y="45"/>
                    <a:pt x="210" y="44"/>
                  </a:cubicBezTo>
                  <a:cubicBezTo>
                    <a:pt x="210" y="43"/>
                    <a:pt x="210" y="43"/>
                    <a:pt x="210" y="43"/>
                  </a:cubicBezTo>
                  <a:cubicBezTo>
                    <a:pt x="212" y="40"/>
                    <a:pt x="212" y="40"/>
                    <a:pt x="212" y="40"/>
                  </a:cubicBezTo>
                  <a:cubicBezTo>
                    <a:pt x="218" y="40"/>
                    <a:pt x="218" y="40"/>
                    <a:pt x="218" y="40"/>
                  </a:cubicBezTo>
                  <a:cubicBezTo>
                    <a:pt x="219" y="37"/>
                    <a:pt x="219" y="37"/>
                    <a:pt x="219" y="37"/>
                  </a:cubicBezTo>
                  <a:cubicBezTo>
                    <a:pt x="214" y="34"/>
                    <a:pt x="214" y="34"/>
                    <a:pt x="214" y="34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4" y="38"/>
                    <a:pt x="214" y="38"/>
                    <a:pt x="214" y="38"/>
                  </a:cubicBezTo>
                  <a:cubicBezTo>
                    <a:pt x="208" y="40"/>
                    <a:pt x="211" y="40"/>
                    <a:pt x="207" y="42"/>
                  </a:cubicBezTo>
                  <a:cubicBezTo>
                    <a:pt x="208" y="44"/>
                    <a:pt x="208" y="44"/>
                    <a:pt x="208" y="44"/>
                  </a:cubicBezTo>
                  <a:close/>
                  <a:moveTo>
                    <a:pt x="59" y="35"/>
                  </a:moveTo>
                  <a:cubicBezTo>
                    <a:pt x="59" y="37"/>
                    <a:pt x="59" y="37"/>
                    <a:pt x="60" y="37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61" y="39"/>
                  </a:moveTo>
                  <a:cubicBezTo>
                    <a:pt x="61" y="40"/>
                    <a:pt x="61" y="40"/>
                    <a:pt x="61" y="40"/>
                  </a:cubicBezTo>
                  <a:cubicBezTo>
                    <a:pt x="61" y="42"/>
                    <a:pt x="64" y="40"/>
                    <a:pt x="66" y="40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4" y="41"/>
                    <a:pt x="63" y="42"/>
                    <a:pt x="63" y="44"/>
                  </a:cubicBezTo>
                  <a:cubicBezTo>
                    <a:pt x="64" y="44"/>
                    <a:pt x="67" y="41"/>
                    <a:pt x="67" y="39"/>
                  </a:cubicBezTo>
                  <a:cubicBezTo>
                    <a:pt x="67" y="38"/>
                    <a:pt x="67" y="38"/>
                    <a:pt x="66" y="38"/>
                  </a:cubicBezTo>
                  <a:cubicBezTo>
                    <a:pt x="64" y="38"/>
                    <a:pt x="65" y="39"/>
                    <a:pt x="62" y="39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4" y="35"/>
                    <a:pt x="64" y="35"/>
                    <a:pt x="64" y="35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2" y="37"/>
                    <a:pt x="61" y="37"/>
                    <a:pt x="61" y="39"/>
                  </a:cubicBezTo>
                  <a:close/>
                  <a:moveTo>
                    <a:pt x="58" y="32"/>
                  </a:moveTo>
                  <a:cubicBezTo>
                    <a:pt x="58" y="34"/>
                    <a:pt x="58" y="34"/>
                    <a:pt x="60" y="34"/>
                  </a:cubicBezTo>
                  <a:cubicBezTo>
                    <a:pt x="60" y="32"/>
                    <a:pt x="60" y="32"/>
                    <a:pt x="58" y="32"/>
                  </a:cubicBezTo>
                  <a:close/>
                  <a:moveTo>
                    <a:pt x="62" y="45"/>
                  </a:moveTo>
                  <a:cubicBezTo>
                    <a:pt x="62" y="45"/>
                    <a:pt x="62" y="45"/>
                    <a:pt x="62" y="45"/>
                  </a:cubicBezTo>
                  <a:cubicBezTo>
                    <a:pt x="61" y="45"/>
                    <a:pt x="60" y="44"/>
                    <a:pt x="59" y="44"/>
                  </a:cubicBezTo>
                  <a:cubicBezTo>
                    <a:pt x="59" y="46"/>
                    <a:pt x="61" y="48"/>
                    <a:pt x="63" y="48"/>
                  </a:cubicBezTo>
                  <a:cubicBezTo>
                    <a:pt x="65" y="48"/>
                    <a:pt x="71" y="44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38"/>
                    <a:pt x="69" y="35"/>
                    <a:pt x="68" y="33"/>
                  </a:cubicBezTo>
                  <a:cubicBezTo>
                    <a:pt x="66" y="31"/>
                    <a:pt x="66" y="28"/>
                    <a:pt x="64" y="28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32"/>
                    <a:pt x="70" y="38"/>
                    <a:pt x="70" y="40"/>
                  </a:cubicBezTo>
                  <a:cubicBezTo>
                    <a:pt x="70" y="41"/>
                    <a:pt x="64" y="45"/>
                    <a:pt x="62" y="45"/>
                  </a:cubicBezTo>
                  <a:close/>
                  <a:moveTo>
                    <a:pt x="171" y="23"/>
                  </a:moveTo>
                  <a:cubicBezTo>
                    <a:pt x="172" y="23"/>
                    <a:pt x="178" y="21"/>
                    <a:pt x="179" y="21"/>
                  </a:cubicBezTo>
                  <a:cubicBezTo>
                    <a:pt x="180" y="21"/>
                    <a:pt x="180" y="21"/>
                    <a:pt x="180" y="21"/>
                  </a:cubicBezTo>
                  <a:cubicBezTo>
                    <a:pt x="179" y="24"/>
                    <a:pt x="179" y="24"/>
                    <a:pt x="179" y="24"/>
                  </a:cubicBezTo>
                  <a:cubicBezTo>
                    <a:pt x="176" y="24"/>
                    <a:pt x="176" y="25"/>
                    <a:pt x="174" y="25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172" y="25"/>
                    <a:pt x="172" y="24"/>
                    <a:pt x="171" y="23"/>
                  </a:cubicBezTo>
                  <a:close/>
                  <a:moveTo>
                    <a:pt x="115" y="21"/>
                  </a:moveTo>
                  <a:cubicBezTo>
                    <a:pt x="113" y="21"/>
                    <a:pt x="113" y="19"/>
                    <a:pt x="112" y="19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22"/>
                    <a:pt x="112" y="21"/>
                    <a:pt x="111" y="22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24"/>
                    <a:pt x="105" y="22"/>
                    <a:pt x="103" y="24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5"/>
                    <a:pt x="97" y="26"/>
                    <a:pt x="97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3" y="26"/>
                    <a:pt x="94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2" y="28"/>
                    <a:pt x="90" y="28"/>
                    <a:pt x="89" y="29"/>
                  </a:cubicBezTo>
                  <a:cubicBezTo>
                    <a:pt x="86" y="30"/>
                    <a:pt x="88" y="27"/>
                    <a:pt x="88" y="25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79" y="27"/>
                    <a:pt x="78" y="28"/>
                    <a:pt x="78" y="30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80" y="30"/>
                    <a:pt x="80" y="29"/>
                    <a:pt x="82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3" y="32"/>
                    <a:pt x="77" y="36"/>
                    <a:pt x="75" y="36"/>
                  </a:cubicBezTo>
                  <a:cubicBezTo>
                    <a:pt x="74" y="36"/>
                    <a:pt x="69" y="26"/>
                    <a:pt x="67" y="25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9"/>
                    <a:pt x="74" y="39"/>
                    <a:pt x="76" y="39"/>
                  </a:cubicBezTo>
                  <a:cubicBezTo>
                    <a:pt x="77" y="39"/>
                    <a:pt x="81" y="36"/>
                    <a:pt x="82" y="36"/>
                  </a:cubicBezTo>
                  <a:cubicBezTo>
                    <a:pt x="85" y="34"/>
                    <a:pt x="85" y="33"/>
                    <a:pt x="86" y="30"/>
                  </a:cubicBezTo>
                  <a:cubicBezTo>
                    <a:pt x="87" y="31"/>
                    <a:pt x="87" y="32"/>
                    <a:pt x="89" y="32"/>
                  </a:cubicBezTo>
                  <a:cubicBezTo>
                    <a:pt x="92" y="32"/>
                    <a:pt x="93" y="31"/>
                    <a:pt x="94" y="29"/>
                  </a:cubicBezTo>
                  <a:cubicBezTo>
                    <a:pt x="96" y="30"/>
                    <a:pt x="101" y="28"/>
                    <a:pt x="101" y="26"/>
                  </a:cubicBezTo>
                  <a:cubicBezTo>
                    <a:pt x="102" y="26"/>
                    <a:pt x="103" y="27"/>
                    <a:pt x="103" y="27"/>
                  </a:cubicBezTo>
                  <a:cubicBezTo>
                    <a:pt x="105" y="27"/>
                    <a:pt x="108" y="25"/>
                    <a:pt x="109" y="24"/>
                  </a:cubicBezTo>
                  <a:cubicBezTo>
                    <a:pt x="109" y="24"/>
                    <a:pt x="110" y="25"/>
                    <a:pt x="111" y="25"/>
                  </a:cubicBezTo>
                  <a:cubicBezTo>
                    <a:pt x="112" y="25"/>
                    <a:pt x="112" y="24"/>
                    <a:pt x="113" y="23"/>
                  </a:cubicBezTo>
                  <a:cubicBezTo>
                    <a:pt x="114" y="24"/>
                    <a:pt x="114" y="24"/>
                    <a:pt x="115" y="24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8" y="23"/>
                    <a:pt x="118" y="22"/>
                  </a:cubicBezTo>
                  <a:cubicBezTo>
                    <a:pt x="118" y="21"/>
                    <a:pt x="118" y="21"/>
                    <a:pt x="118" y="21"/>
                  </a:cubicBezTo>
                  <a:cubicBezTo>
                    <a:pt x="118" y="19"/>
                    <a:pt x="117" y="17"/>
                    <a:pt x="115" y="16"/>
                  </a:cubicBezTo>
                  <a:cubicBezTo>
                    <a:pt x="115" y="17"/>
                    <a:pt x="115" y="17"/>
                    <a:pt x="115" y="18"/>
                  </a:cubicBezTo>
                  <a:cubicBezTo>
                    <a:pt x="115" y="19"/>
                    <a:pt x="116" y="20"/>
                    <a:pt x="116" y="21"/>
                  </a:cubicBezTo>
                  <a:cubicBezTo>
                    <a:pt x="116" y="21"/>
                    <a:pt x="116" y="21"/>
                    <a:pt x="115" y="21"/>
                  </a:cubicBezTo>
                  <a:close/>
                  <a:moveTo>
                    <a:pt x="90" y="20"/>
                  </a:moveTo>
                  <a:cubicBezTo>
                    <a:pt x="89" y="19"/>
                    <a:pt x="89" y="20"/>
                    <a:pt x="89" y="18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90" y="17"/>
                    <a:pt x="90" y="17"/>
                    <a:pt x="90" y="20"/>
                  </a:cubicBezTo>
                  <a:close/>
                  <a:moveTo>
                    <a:pt x="169" y="18"/>
                  </a:moveTo>
                  <a:cubicBezTo>
                    <a:pt x="167" y="18"/>
                    <a:pt x="167" y="18"/>
                    <a:pt x="167" y="18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2" y="19"/>
                    <a:pt x="162" y="19"/>
                    <a:pt x="162" y="19"/>
                  </a:cubicBezTo>
                  <a:cubicBezTo>
                    <a:pt x="163" y="21"/>
                    <a:pt x="163" y="21"/>
                    <a:pt x="163" y="21"/>
                  </a:cubicBezTo>
                  <a:cubicBezTo>
                    <a:pt x="166" y="20"/>
                    <a:pt x="166" y="20"/>
                    <a:pt x="166" y="20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5" y="25"/>
                    <a:pt x="165" y="25"/>
                    <a:pt x="165" y="25"/>
                  </a:cubicBezTo>
                  <a:cubicBezTo>
                    <a:pt x="164" y="27"/>
                    <a:pt x="157" y="30"/>
                    <a:pt x="154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3"/>
                    <a:pt x="155" y="34"/>
                    <a:pt x="157" y="34"/>
                  </a:cubicBezTo>
                  <a:cubicBezTo>
                    <a:pt x="158" y="34"/>
                    <a:pt x="158" y="34"/>
                    <a:pt x="158" y="34"/>
                  </a:cubicBezTo>
                  <a:cubicBezTo>
                    <a:pt x="160" y="34"/>
                    <a:pt x="159" y="31"/>
                    <a:pt x="163" y="31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2" y="33"/>
                    <a:pt x="162" y="35"/>
                    <a:pt x="163" y="35"/>
                  </a:cubicBezTo>
                  <a:cubicBezTo>
                    <a:pt x="165" y="35"/>
                    <a:pt x="165" y="33"/>
                    <a:pt x="165" y="32"/>
                  </a:cubicBezTo>
                  <a:cubicBezTo>
                    <a:pt x="166" y="32"/>
                    <a:pt x="167" y="33"/>
                    <a:pt x="168" y="33"/>
                  </a:cubicBezTo>
                  <a:cubicBezTo>
                    <a:pt x="170" y="33"/>
                    <a:pt x="170" y="30"/>
                    <a:pt x="173" y="30"/>
                  </a:cubicBezTo>
                  <a:cubicBezTo>
                    <a:pt x="173" y="31"/>
                    <a:pt x="171" y="31"/>
                    <a:pt x="171" y="34"/>
                  </a:cubicBezTo>
                  <a:cubicBezTo>
                    <a:pt x="171" y="35"/>
                    <a:pt x="172" y="35"/>
                    <a:pt x="173" y="35"/>
                  </a:cubicBezTo>
                  <a:cubicBezTo>
                    <a:pt x="173" y="35"/>
                    <a:pt x="174" y="34"/>
                    <a:pt x="174" y="33"/>
                  </a:cubicBezTo>
                  <a:cubicBezTo>
                    <a:pt x="175" y="30"/>
                    <a:pt x="175" y="30"/>
                    <a:pt x="175" y="30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78" y="26"/>
                    <a:pt x="178" y="26"/>
                    <a:pt x="178" y="26"/>
                  </a:cubicBezTo>
                  <a:cubicBezTo>
                    <a:pt x="171" y="28"/>
                    <a:pt x="171" y="28"/>
                    <a:pt x="171" y="28"/>
                  </a:cubicBezTo>
                  <a:cubicBezTo>
                    <a:pt x="172" y="25"/>
                    <a:pt x="171" y="27"/>
                    <a:pt x="168" y="25"/>
                  </a:cubicBezTo>
                  <a:cubicBezTo>
                    <a:pt x="171" y="22"/>
                    <a:pt x="171" y="22"/>
                    <a:pt x="171" y="22"/>
                  </a:cubicBezTo>
                  <a:cubicBezTo>
                    <a:pt x="172" y="22"/>
                    <a:pt x="174" y="22"/>
                    <a:pt x="174" y="21"/>
                  </a:cubicBezTo>
                  <a:cubicBezTo>
                    <a:pt x="174" y="20"/>
                    <a:pt x="173" y="19"/>
                    <a:pt x="173" y="19"/>
                  </a:cubicBezTo>
                  <a:cubicBezTo>
                    <a:pt x="171" y="19"/>
                    <a:pt x="170" y="20"/>
                    <a:pt x="169" y="21"/>
                  </a:cubicBezTo>
                  <a:cubicBezTo>
                    <a:pt x="170" y="21"/>
                    <a:pt x="170" y="21"/>
                    <a:pt x="170" y="21"/>
                  </a:cubicBezTo>
                  <a:cubicBezTo>
                    <a:pt x="170" y="22"/>
                    <a:pt x="170" y="22"/>
                    <a:pt x="170" y="22"/>
                  </a:cubicBezTo>
                  <a:cubicBezTo>
                    <a:pt x="168" y="22"/>
                    <a:pt x="168" y="22"/>
                    <a:pt x="168" y="21"/>
                  </a:cubicBezTo>
                  <a:cubicBezTo>
                    <a:pt x="168" y="20"/>
                    <a:pt x="168" y="20"/>
                    <a:pt x="168" y="20"/>
                  </a:cubicBezTo>
                  <a:cubicBezTo>
                    <a:pt x="173" y="19"/>
                    <a:pt x="173" y="19"/>
                    <a:pt x="173" y="19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2" y="16"/>
                    <a:pt x="172" y="16"/>
                    <a:pt x="172" y="16"/>
                  </a:cubicBezTo>
                  <a:cubicBezTo>
                    <a:pt x="170" y="16"/>
                    <a:pt x="171" y="18"/>
                    <a:pt x="169" y="18"/>
                  </a:cubicBezTo>
                  <a:close/>
                  <a:moveTo>
                    <a:pt x="164" y="28"/>
                  </a:moveTo>
                  <a:cubicBezTo>
                    <a:pt x="157" y="32"/>
                    <a:pt x="157" y="32"/>
                    <a:pt x="157" y="32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4" y="28"/>
                    <a:pt x="164" y="28"/>
                    <a:pt x="164" y="28"/>
                  </a:cubicBezTo>
                  <a:close/>
                  <a:moveTo>
                    <a:pt x="110" y="16"/>
                  </a:moveTo>
                  <a:cubicBezTo>
                    <a:pt x="109" y="16"/>
                    <a:pt x="108" y="16"/>
                    <a:pt x="108" y="15"/>
                  </a:cubicBezTo>
                  <a:cubicBezTo>
                    <a:pt x="108" y="14"/>
                    <a:pt x="109" y="14"/>
                    <a:pt x="109" y="14"/>
                  </a:cubicBezTo>
                  <a:cubicBezTo>
                    <a:pt x="110" y="14"/>
                    <a:pt x="110" y="14"/>
                    <a:pt x="110" y="15"/>
                  </a:cubicBezTo>
                  <a:cubicBezTo>
                    <a:pt x="110" y="16"/>
                    <a:pt x="110" y="16"/>
                    <a:pt x="110" y="16"/>
                  </a:cubicBezTo>
                  <a:close/>
                  <a:moveTo>
                    <a:pt x="113" y="14"/>
                  </a:moveTo>
                  <a:cubicBezTo>
                    <a:pt x="113" y="15"/>
                    <a:pt x="113" y="15"/>
                    <a:pt x="113" y="16"/>
                  </a:cubicBezTo>
                  <a:cubicBezTo>
                    <a:pt x="112" y="15"/>
                    <a:pt x="112" y="15"/>
                    <a:pt x="112" y="14"/>
                  </a:cubicBezTo>
                  <a:cubicBezTo>
                    <a:pt x="112" y="13"/>
                    <a:pt x="112" y="13"/>
                    <a:pt x="112" y="12"/>
                  </a:cubicBezTo>
                  <a:cubicBezTo>
                    <a:pt x="113" y="13"/>
                    <a:pt x="113" y="13"/>
                    <a:pt x="113" y="14"/>
                  </a:cubicBezTo>
                  <a:close/>
                  <a:moveTo>
                    <a:pt x="173" y="8"/>
                  </a:moveTo>
                  <a:cubicBezTo>
                    <a:pt x="173" y="8"/>
                    <a:pt x="173" y="8"/>
                    <a:pt x="173" y="8"/>
                  </a:cubicBezTo>
                  <a:cubicBezTo>
                    <a:pt x="178" y="12"/>
                    <a:pt x="178" y="12"/>
                    <a:pt x="178" y="12"/>
                  </a:cubicBezTo>
                  <a:cubicBezTo>
                    <a:pt x="177" y="13"/>
                    <a:pt x="176" y="16"/>
                    <a:pt x="174" y="16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2" y="16"/>
                    <a:pt x="172" y="15"/>
                    <a:pt x="171" y="15"/>
                  </a:cubicBezTo>
                  <a:cubicBezTo>
                    <a:pt x="173" y="12"/>
                    <a:pt x="173" y="12"/>
                    <a:pt x="173" y="12"/>
                  </a:cubicBezTo>
                  <a:cubicBezTo>
                    <a:pt x="173" y="8"/>
                    <a:pt x="173" y="8"/>
                    <a:pt x="173" y="8"/>
                  </a:cubicBezTo>
                  <a:close/>
                  <a:moveTo>
                    <a:pt x="110" y="13"/>
                  </a:moveTo>
                  <a:cubicBezTo>
                    <a:pt x="110" y="13"/>
                    <a:pt x="109" y="12"/>
                    <a:pt x="109" y="1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0" y="10"/>
                    <a:pt x="111" y="11"/>
                    <a:pt x="111" y="12"/>
                  </a:cubicBezTo>
                  <a:cubicBezTo>
                    <a:pt x="111" y="12"/>
                    <a:pt x="111" y="13"/>
                    <a:pt x="110" y="13"/>
                  </a:cubicBezTo>
                  <a:close/>
                  <a:moveTo>
                    <a:pt x="136" y="273"/>
                  </a:moveTo>
                  <a:cubicBezTo>
                    <a:pt x="211" y="273"/>
                    <a:pt x="272" y="212"/>
                    <a:pt x="272" y="138"/>
                  </a:cubicBezTo>
                  <a:cubicBezTo>
                    <a:pt x="272" y="95"/>
                    <a:pt x="254" y="63"/>
                    <a:pt x="233" y="41"/>
                  </a:cubicBezTo>
                  <a:cubicBezTo>
                    <a:pt x="221" y="29"/>
                    <a:pt x="210" y="22"/>
                    <a:pt x="194" y="14"/>
                  </a:cubicBezTo>
                  <a:cubicBezTo>
                    <a:pt x="186" y="10"/>
                    <a:pt x="178" y="7"/>
                    <a:pt x="169" y="5"/>
                  </a:cubicBezTo>
                  <a:cubicBezTo>
                    <a:pt x="166" y="4"/>
                    <a:pt x="158" y="2"/>
                    <a:pt x="155" y="2"/>
                  </a:cubicBezTo>
                  <a:cubicBezTo>
                    <a:pt x="151" y="2"/>
                    <a:pt x="142" y="1"/>
                    <a:pt x="139" y="1"/>
                  </a:cubicBezTo>
                  <a:cubicBezTo>
                    <a:pt x="134" y="0"/>
                    <a:pt x="112" y="2"/>
                    <a:pt x="108" y="4"/>
                  </a:cubicBezTo>
                  <a:cubicBezTo>
                    <a:pt x="99" y="7"/>
                    <a:pt x="91" y="8"/>
                    <a:pt x="83" y="12"/>
                  </a:cubicBezTo>
                  <a:cubicBezTo>
                    <a:pt x="68" y="18"/>
                    <a:pt x="53" y="28"/>
                    <a:pt x="42" y="39"/>
                  </a:cubicBezTo>
                  <a:cubicBezTo>
                    <a:pt x="30" y="50"/>
                    <a:pt x="21" y="62"/>
                    <a:pt x="14" y="78"/>
                  </a:cubicBezTo>
                  <a:cubicBezTo>
                    <a:pt x="7" y="91"/>
                    <a:pt x="0" y="112"/>
                    <a:pt x="0" y="13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61"/>
                    <a:pt x="8" y="185"/>
                    <a:pt x="14" y="196"/>
                  </a:cubicBezTo>
                  <a:cubicBezTo>
                    <a:pt x="22" y="212"/>
                    <a:pt x="30" y="223"/>
                    <a:pt x="42" y="235"/>
                  </a:cubicBezTo>
                  <a:cubicBezTo>
                    <a:pt x="62" y="254"/>
                    <a:pt x="96" y="273"/>
                    <a:pt x="136" y="273"/>
                  </a:cubicBezTo>
                  <a:close/>
                </a:path>
              </a:pathLst>
            </a:custGeom>
            <a:solidFill>
              <a:srgbClr val="FFFFFE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4" name="iśḻîḋé"/>
            <p:cNvSpPr/>
            <p:nvPr/>
          </p:nvSpPr>
          <p:spPr bwMode="auto">
            <a:xfrm>
              <a:off x="10058749" y="557631"/>
              <a:ext cx="272647" cy="307086"/>
            </a:xfrm>
            <a:custGeom>
              <a:avLst/>
              <a:gdLst>
                <a:gd name="T0" fmla="*/ 100 w 162"/>
                <a:gd name="T1" fmla="*/ 131 h 181"/>
                <a:gd name="T2" fmla="*/ 102 w 162"/>
                <a:gd name="T3" fmla="*/ 142 h 181"/>
                <a:gd name="T4" fmla="*/ 98 w 162"/>
                <a:gd name="T5" fmla="*/ 145 h 181"/>
                <a:gd name="T6" fmla="*/ 93 w 162"/>
                <a:gd name="T7" fmla="*/ 140 h 181"/>
                <a:gd name="T8" fmla="*/ 75 w 162"/>
                <a:gd name="T9" fmla="*/ 145 h 181"/>
                <a:gd name="T10" fmla="*/ 76 w 162"/>
                <a:gd name="T11" fmla="*/ 143 h 181"/>
                <a:gd name="T12" fmla="*/ 74 w 162"/>
                <a:gd name="T13" fmla="*/ 139 h 181"/>
                <a:gd name="T14" fmla="*/ 76 w 162"/>
                <a:gd name="T15" fmla="*/ 131 h 181"/>
                <a:gd name="T16" fmla="*/ 62 w 162"/>
                <a:gd name="T17" fmla="*/ 133 h 181"/>
                <a:gd name="T18" fmla="*/ 68 w 162"/>
                <a:gd name="T19" fmla="*/ 132 h 181"/>
                <a:gd name="T20" fmla="*/ 65 w 162"/>
                <a:gd name="T21" fmla="*/ 134 h 181"/>
                <a:gd name="T22" fmla="*/ 82 w 162"/>
                <a:gd name="T23" fmla="*/ 135 h 181"/>
                <a:gd name="T24" fmla="*/ 91 w 162"/>
                <a:gd name="T25" fmla="*/ 134 h 181"/>
                <a:gd name="T26" fmla="*/ 91 w 162"/>
                <a:gd name="T27" fmla="*/ 145 h 181"/>
                <a:gd name="T28" fmla="*/ 88 w 162"/>
                <a:gd name="T29" fmla="*/ 135 h 181"/>
                <a:gd name="T30" fmla="*/ 85 w 162"/>
                <a:gd name="T31" fmla="*/ 135 h 181"/>
                <a:gd name="T32" fmla="*/ 65 w 162"/>
                <a:gd name="T33" fmla="*/ 113 h 181"/>
                <a:gd name="T34" fmla="*/ 63 w 162"/>
                <a:gd name="T35" fmla="*/ 113 h 181"/>
                <a:gd name="T36" fmla="*/ 99 w 162"/>
                <a:gd name="T37" fmla="*/ 123 h 181"/>
                <a:gd name="T38" fmla="*/ 40 w 162"/>
                <a:gd name="T39" fmla="*/ 123 h 181"/>
                <a:gd name="T40" fmla="*/ 59 w 162"/>
                <a:gd name="T41" fmla="*/ 113 h 181"/>
                <a:gd name="T42" fmla="*/ 69 w 162"/>
                <a:gd name="T43" fmla="*/ 113 h 181"/>
                <a:gd name="T44" fmla="*/ 76 w 162"/>
                <a:gd name="T45" fmla="*/ 123 h 181"/>
                <a:gd name="T46" fmla="*/ 85 w 162"/>
                <a:gd name="T47" fmla="*/ 123 h 181"/>
                <a:gd name="T48" fmla="*/ 92 w 162"/>
                <a:gd name="T49" fmla="*/ 113 h 181"/>
                <a:gd name="T50" fmla="*/ 103 w 162"/>
                <a:gd name="T51" fmla="*/ 113 h 181"/>
                <a:gd name="T52" fmla="*/ 122 w 162"/>
                <a:gd name="T53" fmla="*/ 123 h 181"/>
                <a:gd name="T54" fmla="*/ 40 w 162"/>
                <a:gd name="T55" fmla="*/ 123 h 181"/>
                <a:gd name="T56" fmla="*/ 157 w 162"/>
                <a:gd name="T57" fmla="*/ 107 h 181"/>
                <a:gd name="T58" fmla="*/ 156 w 162"/>
                <a:gd name="T59" fmla="*/ 108 h 181"/>
                <a:gd name="T60" fmla="*/ 124 w 162"/>
                <a:gd name="T61" fmla="*/ 122 h 181"/>
                <a:gd name="T62" fmla="*/ 1 w 162"/>
                <a:gd name="T63" fmla="*/ 120 h 181"/>
                <a:gd name="T64" fmla="*/ 14 w 162"/>
                <a:gd name="T65" fmla="*/ 107 h 181"/>
                <a:gd name="T66" fmla="*/ 37 w 162"/>
                <a:gd name="T67" fmla="*/ 104 h 181"/>
                <a:gd name="T68" fmla="*/ 3 w 162"/>
                <a:gd name="T69" fmla="*/ 122 h 181"/>
                <a:gd name="T70" fmla="*/ 82 w 162"/>
                <a:gd name="T71" fmla="*/ 73 h 181"/>
                <a:gd name="T72" fmla="*/ 112 w 162"/>
                <a:gd name="T73" fmla="*/ 82 h 181"/>
                <a:gd name="T74" fmla="*/ 105 w 162"/>
                <a:gd name="T75" fmla="*/ 91 h 181"/>
                <a:gd name="T76" fmla="*/ 41 w 162"/>
                <a:gd name="T77" fmla="*/ 105 h 181"/>
                <a:gd name="T78" fmla="*/ 50 w 162"/>
                <a:gd name="T79" fmla="*/ 82 h 181"/>
                <a:gd name="T80" fmla="*/ 80 w 162"/>
                <a:gd name="T81" fmla="*/ 73 h 181"/>
                <a:gd name="T82" fmla="*/ 66 w 162"/>
                <a:gd name="T83" fmla="*/ 44 h 181"/>
                <a:gd name="T84" fmla="*/ 66 w 162"/>
                <a:gd name="T85" fmla="*/ 49 h 181"/>
                <a:gd name="T86" fmla="*/ 86 w 162"/>
                <a:gd name="T87" fmla="*/ 37 h 181"/>
                <a:gd name="T88" fmla="*/ 112 w 162"/>
                <a:gd name="T89" fmla="*/ 60 h 181"/>
                <a:gd name="T90" fmla="*/ 97 w 162"/>
                <a:gd name="T91" fmla="*/ 35 h 181"/>
                <a:gd name="T92" fmla="*/ 72 w 162"/>
                <a:gd name="T93" fmla="*/ 47 h 181"/>
                <a:gd name="T94" fmla="*/ 12 w 162"/>
                <a:gd name="T95" fmla="*/ 91 h 181"/>
                <a:gd name="T96" fmla="*/ 15 w 162"/>
                <a:gd name="T97" fmla="*/ 147 h 181"/>
                <a:gd name="T98" fmla="*/ 82 w 162"/>
                <a:gd name="T99" fmla="*/ 181 h 181"/>
                <a:gd name="T100" fmla="*/ 150 w 162"/>
                <a:gd name="T101" fmla="*/ 145 h 181"/>
                <a:gd name="T102" fmla="*/ 151 w 162"/>
                <a:gd name="T103" fmla="*/ 92 h 181"/>
                <a:gd name="T104" fmla="*/ 148 w 162"/>
                <a:gd name="T105" fmla="*/ 36 h 181"/>
                <a:gd name="T106" fmla="*/ 85 w 162"/>
                <a:gd name="T107" fmla="*/ 0 h 181"/>
                <a:gd name="T108" fmla="*/ 38 w 162"/>
                <a:gd name="T109" fmla="*/ 27 h 181"/>
                <a:gd name="T110" fmla="*/ 0 w 162"/>
                <a:gd name="T111" fmla="*/ 63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62" h="181">
                  <a:moveTo>
                    <a:pt x="93" y="140"/>
                  </a:moveTo>
                  <a:cubicBezTo>
                    <a:pt x="93" y="138"/>
                    <a:pt x="97" y="131"/>
                    <a:pt x="99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9"/>
                    <a:pt x="100" y="139"/>
                    <a:pt x="100" y="139"/>
                  </a:cubicBezTo>
                  <a:cubicBezTo>
                    <a:pt x="102" y="139"/>
                    <a:pt x="102" y="139"/>
                    <a:pt x="102" y="139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0" y="145"/>
                    <a:pt x="100" y="145"/>
                    <a:pt x="100" y="145"/>
                  </a:cubicBezTo>
                  <a:cubicBezTo>
                    <a:pt x="98" y="145"/>
                    <a:pt x="98" y="145"/>
                    <a:pt x="98" y="145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3" y="142"/>
                    <a:pt x="93" y="142"/>
                    <a:pt x="93" y="142"/>
                  </a:cubicBezTo>
                  <a:cubicBezTo>
                    <a:pt x="93" y="140"/>
                    <a:pt x="93" y="140"/>
                    <a:pt x="93" y="140"/>
                  </a:cubicBezTo>
                  <a:close/>
                  <a:moveTo>
                    <a:pt x="80" y="140"/>
                  </a:moveTo>
                  <a:cubicBezTo>
                    <a:pt x="80" y="142"/>
                    <a:pt x="78" y="145"/>
                    <a:pt x="76" y="145"/>
                  </a:cubicBezTo>
                  <a:cubicBezTo>
                    <a:pt x="75" y="145"/>
                    <a:pt x="75" y="145"/>
                    <a:pt x="75" y="145"/>
                  </a:cubicBezTo>
                  <a:cubicBezTo>
                    <a:pt x="73" y="145"/>
                    <a:pt x="72" y="143"/>
                    <a:pt x="71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4" y="142"/>
                    <a:pt x="75" y="143"/>
                    <a:pt x="76" y="143"/>
                  </a:cubicBezTo>
                  <a:cubicBezTo>
                    <a:pt x="76" y="143"/>
                    <a:pt x="77" y="142"/>
                    <a:pt x="77" y="142"/>
                  </a:cubicBezTo>
                  <a:cubicBezTo>
                    <a:pt x="77" y="139"/>
                    <a:pt x="77" y="139"/>
                    <a:pt x="77" y="139"/>
                  </a:cubicBezTo>
                  <a:cubicBezTo>
                    <a:pt x="74" y="139"/>
                    <a:pt x="74" y="139"/>
                    <a:pt x="74" y="139"/>
                  </a:cubicBezTo>
                  <a:cubicBezTo>
                    <a:pt x="73" y="138"/>
                    <a:pt x="71" y="138"/>
                    <a:pt x="71" y="136"/>
                  </a:cubicBezTo>
                  <a:cubicBezTo>
                    <a:pt x="71" y="134"/>
                    <a:pt x="71" y="134"/>
                    <a:pt x="71" y="134"/>
                  </a:cubicBezTo>
                  <a:cubicBezTo>
                    <a:pt x="71" y="132"/>
                    <a:pt x="74" y="131"/>
                    <a:pt x="76" y="131"/>
                  </a:cubicBezTo>
                  <a:cubicBezTo>
                    <a:pt x="78" y="131"/>
                    <a:pt x="80" y="133"/>
                    <a:pt x="80" y="135"/>
                  </a:cubicBezTo>
                  <a:cubicBezTo>
                    <a:pt x="80" y="140"/>
                    <a:pt x="80" y="140"/>
                    <a:pt x="80" y="140"/>
                  </a:cubicBezTo>
                  <a:close/>
                  <a:moveTo>
                    <a:pt x="62" y="133"/>
                  </a:moveTo>
                  <a:cubicBezTo>
                    <a:pt x="63" y="132"/>
                    <a:pt x="65" y="131"/>
                    <a:pt x="66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8" y="131"/>
                    <a:pt x="68" y="131"/>
                    <a:pt x="68" y="132"/>
                  </a:cubicBezTo>
                  <a:cubicBezTo>
                    <a:pt x="68" y="145"/>
                    <a:pt x="68" y="145"/>
                    <a:pt x="68" y="145"/>
                  </a:cubicBezTo>
                  <a:cubicBezTo>
                    <a:pt x="65" y="145"/>
                    <a:pt x="65" y="145"/>
                    <a:pt x="65" y="145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2" y="133"/>
                    <a:pt x="62" y="133"/>
                    <a:pt x="62" y="133"/>
                  </a:cubicBezTo>
                  <a:close/>
                  <a:moveTo>
                    <a:pt x="82" y="135"/>
                  </a:moveTo>
                  <a:cubicBezTo>
                    <a:pt x="82" y="132"/>
                    <a:pt x="83" y="131"/>
                    <a:pt x="86" y="131"/>
                  </a:cubicBezTo>
                  <a:cubicBezTo>
                    <a:pt x="88" y="131"/>
                    <a:pt x="88" y="131"/>
                    <a:pt x="88" y="131"/>
                  </a:cubicBezTo>
                  <a:cubicBezTo>
                    <a:pt x="89" y="131"/>
                    <a:pt x="91" y="133"/>
                    <a:pt x="91" y="134"/>
                  </a:cubicBezTo>
                  <a:cubicBezTo>
                    <a:pt x="91" y="138"/>
                    <a:pt x="87" y="140"/>
                    <a:pt x="85" y="142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145"/>
                    <a:pt x="91" y="145"/>
                    <a:pt x="91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1"/>
                    <a:pt x="88" y="137"/>
                    <a:pt x="88" y="135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3"/>
                    <a:pt x="87" y="133"/>
                    <a:pt x="86" y="133"/>
                  </a:cubicBezTo>
                  <a:cubicBezTo>
                    <a:pt x="85" y="133"/>
                    <a:pt x="86" y="134"/>
                    <a:pt x="85" y="135"/>
                  </a:cubicBezTo>
                  <a:cubicBezTo>
                    <a:pt x="82" y="135"/>
                    <a:pt x="82" y="135"/>
                    <a:pt x="82" y="135"/>
                  </a:cubicBezTo>
                  <a:close/>
                  <a:moveTo>
                    <a:pt x="63" y="113"/>
                  </a:moveTo>
                  <a:cubicBezTo>
                    <a:pt x="65" y="113"/>
                    <a:pt x="65" y="113"/>
                    <a:pt x="65" y="113"/>
                  </a:cubicBezTo>
                  <a:cubicBezTo>
                    <a:pt x="65" y="123"/>
                    <a:pt x="65" y="123"/>
                    <a:pt x="65" y="123"/>
                  </a:cubicBezTo>
                  <a:cubicBezTo>
                    <a:pt x="63" y="123"/>
                    <a:pt x="63" y="123"/>
                    <a:pt x="63" y="123"/>
                  </a:cubicBezTo>
                  <a:cubicBezTo>
                    <a:pt x="63" y="113"/>
                    <a:pt x="63" y="113"/>
                    <a:pt x="63" y="113"/>
                  </a:cubicBezTo>
                  <a:close/>
                  <a:moveTo>
                    <a:pt x="97" y="113"/>
                  </a:moveTo>
                  <a:cubicBezTo>
                    <a:pt x="99" y="113"/>
                    <a:pt x="99" y="113"/>
                    <a:pt x="99" y="113"/>
                  </a:cubicBezTo>
                  <a:cubicBezTo>
                    <a:pt x="99" y="123"/>
                    <a:pt x="99" y="123"/>
                    <a:pt x="99" y="123"/>
                  </a:cubicBezTo>
                  <a:cubicBezTo>
                    <a:pt x="97" y="123"/>
                    <a:pt x="97" y="123"/>
                    <a:pt x="97" y="123"/>
                  </a:cubicBezTo>
                  <a:cubicBezTo>
                    <a:pt x="97" y="113"/>
                    <a:pt x="97" y="113"/>
                    <a:pt x="97" y="113"/>
                  </a:cubicBezTo>
                  <a:close/>
                  <a:moveTo>
                    <a:pt x="40" y="123"/>
                  </a:moveTo>
                  <a:cubicBezTo>
                    <a:pt x="61" y="123"/>
                    <a:pt x="61" y="123"/>
                    <a:pt x="61" y="123"/>
                  </a:cubicBezTo>
                  <a:cubicBezTo>
                    <a:pt x="61" y="113"/>
                    <a:pt x="61" y="113"/>
                    <a:pt x="61" y="113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59" y="111"/>
                    <a:pt x="59" y="111"/>
                    <a:pt x="59" y="111"/>
                  </a:cubicBezTo>
                  <a:cubicBezTo>
                    <a:pt x="69" y="111"/>
                    <a:pt x="69" y="111"/>
                    <a:pt x="69" y="111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6" y="123"/>
                    <a:pt x="66" y="123"/>
                    <a:pt x="66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23"/>
                    <a:pt x="85" y="123"/>
                    <a:pt x="85" y="123"/>
                  </a:cubicBezTo>
                  <a:cubicBezTo>
                    <a:pt x="95" y="123"/>
                    <a:pt x="95" y="123"/>
                    <a:pt x="95" y="123"/>
                  </a:cubicBezTo>
                  <a:cubicBezTo>
                    <a:pt x="95" y="113"/>
                    <a:pt x="95" y="113"/>
                    <a:pt x="95" y="113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3" y="113"/>
                    <a:pt x="103" y="113"/>
                    <a:pt x="103" y="113"/>
                  </a:cubicBezTo>
                  <a:cubicBezTo>
                    <a:pt x="100" y="113"/>
                    <a:pt x="100" y="113"/>
                    <a:pt x="100" y="11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122" y="123"/>
                    <a:pt x="122" y="123"/>
                    <a:pt x="122" y="123"/>
                  </a:cubicBezTo>
                  <a:cubicBezTo>
                    <a:pt x="122" y="106"/>
                    <a:pt x="122" y="106"/>
                    <a:pt x="122" y="106"/>
                  </a:cubicBezTo>
                  <a:cubicBezTo>
                    <a:pt x="40" y="106"/>
                    <a:pt x="40" y="106"/>
                    <a:pt x="40" y="106"/>
                  </a:cubicBezTo>
                  <a:cubicBezTo>
                    <a:pt x="40" y="123"/>
                    <a:pt x="40" y="123"/>
                    <a:pt x="40" y="123"/>
                  </a:cubicBezTo>
                  <a:close/>
                  <a:moveTo>
                    <a:pt x="124" y="104"/>
                  </a:moveTo>
                  <a:cubicBezTo>
                    <a:pt x="156" y="104"/>
                    <a:pt x="156" y="104"/>
                    <a:pt x="156" y="104"/>
                  </a:cubicBezTo>
                  <a:cubicBezTo>
                    <a:pt x="157" y="104"/>
                    <a:pt x="157" y="105"/>
                    <a:pt x="157" y="107"/>
                  </a:cubicBezTo>
                  <a:cubicBezTo>
                    <a:pt x="147" y="107"/>
                    <a:pt x="147" y="107"/>
                    <a:pt x="147" y="107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58" y="108"/>
                    <a:pt x="160" y="116"/>
                    <a:pt x="160" y="118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4" y="104"/>
                    <a:pt x="124" y="104"/>
                    <a:pt x="124" y="104"/>
                  </a:cubicBezTo>
                  <a:close/>
                  <a:moveTo>
                    <a:pt x="3" y="122"/>
                  </a:moveTo>
                  <a:cubicBezTo>
                    <a:pt x="2" y="122"/>
                    <a:pt x="1" y="121"/>
                    <a:pt x="1" y="120"/>
                  </a:cubicBezTo>
                  <a:cubicBezTo>
                    <a:pt x="1" y="117"/>
                    <a:pt x="3" y="108"/>
                    <a:pt x="5" y="10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7"/>
                    <a:pt x="14" y="107"/>
                    <a:pt x="14" y="107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4" y="105"/>
                    <a:pt x="4" y="104"/>
                    <a:pt x="6" y="104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8" y="104"/>
                    <a:pt x="38" y="104"/>
                    <a:pt x="38" y="105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3" y="122"/>
                    <a:pt x="3" y="122"/>
                    <a:pt x="3" y="122"/>
                  </a:cubicBezTo>
                  <a:close/>
                  <a:moveTo>
                    <a:pt x="80" y="60"/>
                  </a:moveTo>
                  <a:cubicBezTo>
                    <a:pt x="82" y="60"/>
                    <a:pt x="82" y="60"/>
                    <a:pt x="82" y="60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12" y="90"/>
                    <a:pt x="112" y="90"/>
                    <a:pt x="112" y="90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05" y="91"/>
                    <a:pt x="105" y="91"/>
                    <a:pt x="105" y="91"/>
                  </a:cubicBezTo>
                  <a:cubicBezTo>
                    <a:pt x="121" y="91"/>
                    <a:pt x="121" y="91"/>
                    <a:pt x="121" y="91"/>
                  </a:cubicBezTo>
                  <a:cubicBezTo>
                    <a:pt x="121" y="105"/>
                    <a:pt x="121" y="105"/>
                    <a:pt x="121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1" y="90"/>
                    <a:pt x="41" y="90"/>
                    <a:pt x="41" y="90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80" y="73"/>
                    <a:pt x="80" y="73"/>
                    <a:pt x="80" y="73"/>
                  </a:cubicBezTo>
                  <a:cubicBezTo>
                    <a:pt x="80" y="60"/>
                    <a:pt x="80" y="60"/>
                    <a:pt x="80" y="60"/>
                  </a:cubicBezTo>
                  <a:close/>
                  <a:moveTo>
                    <a:pt x="72" y="47"/>
                  </a:moveTo>
                  <a:cubicBezTo>
                    <a:pt x="66" y="44"/>
                    <a:pt x="66" y="44"/>
                    <a:pt x="66" y="44"/>
                  </a:cubicBezTo>
                  <a:cubicBezTo>
                    <a:pt x="65" y="49"/>
                    <a:pt x="50" y="57"/>
                    <a:pt x="46" y="61"/>
                  </a:cubicBezTo>
                  <a:cubicBezTo>
                    <a:pt x="51" y="59"/>
                    <a:pt x="53" y="58"/>
                    <a:pt x="57" y="56"/>
                  </a:cubicBezTo>
                  <a:cubicBezTo>
                    <a:pt x="62" y="54"/>
                    <a:pt x="63" y="51"/>
                    <a:pt x="66" y="49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6" y="52"/>
                    <a:pt x="84" y="42"/>
                    <a:pt x="85" y="37"/>
                  </a:cubicBezTo>
                  <a:cubicBezTo>
                    <a:pt x="86" y="37"/>
                    <a:pt x="86" y="37"/>
                    <a:pt x="86" y="37"/>
                  </a:cubicBezTo>
                  <a:cubicBezTo>
                    <a:pt x="87" y="39"/>
                    <a:pt x="91" y="45"/>
                    <a:pt x="93" y="45"/>
                  </a:cubicBezTo>
                  <a:cubicBezTo>
                    <a:pt x="94" y="45"/>
                    <a:pt x="95" y="45"/>
                    <a:pt x="96" y="44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112" y="58"/>
                    <a:pt x="106" y="50"/>
                    <a:pt x="104" y="48"/>
                  </a:cubicBezTo>
                  <a:cubicBezTo>
                    <a:pt x="103" y="46"/>
                    <a:pt x="98" y="37"/>
                    <a:pt x="97" y="35"/>
                  </a:cubicBezTo>
                  <a:cubicBezTo>
                    <a:pt x="97" y="35"/>
                    <a:pt x="97" y="35"/>
                    <a:pt x="97" y="35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2" y="35"/>
                    <a:pt x="79" y="43"/>
                    <a:pt x="72" y="47"/>
                  </a:cubicBezTo>
                  <a:close/>
                  <a:moveTo>
                    <a:pt x="0" y="63"/>
                  </a:moveTo>
                  <a:cubicBezTo>
                    <a:pt x="0" y="70"/>
                    <a:pt x="2" y="75"/>
                    <a:pt x="4" y="79"/>
                  </a:cubicBezTo>
                  <a:cubicBezTo>
                    <a:pt x="6" y="84"/>
                    <a:pt x="10" y="87"/>
                    <a:pt x="12" y="91"/>
                  </a:cubicBezTo>
                  <a:cubicBezTo>
                    <a:pt x="8" y="96"/>
                    <a:pt x="0" y="10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33"/>
                    <a:pt x="8" y="144"/>
                    <a:pt x="15" y="147"/>
                  </a:cubicBezTo>
                  <a:cubicBezTo>
                    <a:pt x="26" y="152"/>
                    <a:pt x="29" y="153"/>
                    <a:pt x="46" y="153"/>
                  </a:cubicBezTo>
                  <a:cubicBezTo>
                    <a:pt x="50" y="161"/>
                    <a:pt x="52" y="167"/>
                    <a:pt x="58" y="173"/>
                  </a:cubicBezTo>
                  <a:cubicBezTo>
                    <a:pt x="64" y="177"/>
                    <a:pt x="73" y="181"/>
                    <a:pt x="82" y="181"/>
                  </a:cubicBezTo>
                  <a:cubicBezTo>
                    <a:pt x="98" y="181"/>
                    <a:pt x="111" y="167"/>
                    <a:pt x="114" y="154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34" y="154"/>
                    <a:pt x="145" y="149"/>
                    <a:pt x="150" y="145"/>
                  </a:cubicBezTo>
                  <a:cubicBezTo>
                    <a:pt x="156" y="140"/>
                    <a:pt x="161" y="131"/>
                    <a:pt x="161" y="121"/>
                  </a:cubicBezTo>
                  <a:cubicBezTo>
                    <a:pt x="161" y="118"/>
                    <a:pt x="161" y="118"/>
                    <a:pt x="161" y="118"/>
                  </a:cubicBezTo>
                  <a:cubicBezTo>
                    <a:pt x="161" y="108"/>
                    <a:pt x="155" y="98"/>
                    <a:pt x="151" y="92"/>
                  </a:cubicBezTo>
                  <a:cubicBezTo>
                    <a:pt x="156" y="85"/>
                    <a:pt x="162" y="77"/>
                    <a:pt x="162" y="66"/>
                  </a:cubicBezTo>
                  <a:cubicBezTo>
                    <a:pt x="162" y="61"/>
                    <a:pt x="162" y="61"/>
                    <a:pt x="162" y="61"/>
                  </a:cubicBezTo>
                  <a:cubicBezTo>
                    <a:pt x="162" y="51"/>
                    <a:pt x="154" y="41"/>
                    <a:pt x="148" y="36"/>
                  </a:cubicBezTo>
                  <a:cubicBezTo>
                    <a:pt x="142" y="31"/>
                    <a:pt x="130" y="29"/>
                    <a:pt x="118" y="29"/>
                  </a:cubicBezTo>
                  <a:cubicBezTo>
                    <a:pt x="114" y="21"/>
                    <a:pt x="113" y="17"/>
                    <a:pt x="106" y="10"/>
                  </a:cubicBezTo>
                  <a:cubicBezTo>
                    <a:pt x="102" y="6"/>
                    <a:pt x="9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64" y="0"/>
                    <a:pt x="56" y="15"/>
                    <a:pt x="48" y="29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17" y="28"/>
                    <a:pt x="0" y="42"/>
                    <a:pt x="0" y="60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FFFFFE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5" name="iṡḻîdê"/>
            <p:cNvSpPr/>
            <p:nvPr/>
          </p:nvSpPr>
          <p:spPr bwMode="auto">
            <a:xfrm>
              <a:off x="10023489" y="539181"/>
              <a:ext cx="346446" cy="347266"/>
            </a:xfrm>
            <a:custGeom>
              <a:avLst/>
              <a:gdLst>
                <a:gd name="T0" fmla="*/ 21 w 206"/>
                <a:gd name="T1" fmla="*/ 74 h 205"/>
                <a:gd name="T2" fmla="*/ 21 w 206"/>
                <a:gd name="T3" fmla="*/ 71 h 205"/>
                <a:gd name="T4" fmla="*/ 56 w 206"/>
                <a:gd name="T5" fmla="*/ 39 h 205"/>
                <a:gd name="T6" fmla="*/ 59 w 206"/>
                <a:gd name="T7" fmla="*/ 38 h 205"/>
                <a:gd name="T8" fmla="*/ 69 w 206"/>
                <a:gd name="T9" fmla="*/ 40 h 205"/>
                <a:gd name="T10" fmla="*/ 106 w 206"/>
                <a:gd name="T11" fmla="*/ 11 h 205"/>
                <a:gd name="T12" fmla="*/ 106 w 206"/>
                <a:gd name="T13" fmla="*/ 11 h 205"/>
                <a:gd name="T14" fmla="*/ 127 w 206"/>
                <a:gd name="T15" fmla="*/ 21 h 205"/>
                <a:gd name="T16" fmla="*/ 139 w 206"/>
                <a:gd name="T17" fmla="*/ 40 h 205"/>
                <a:gd name="T18" fmla="*/ 169 w 206"/>
                <a:gd name="T19" fmla="*/ 47 h 205"/>
                <a:gd name="T20" fmla="*/ 183 w 206"/>
                <a:gd name="T21" fmla="*/ 72 h 205"/>
                <a:gd name="T22" fmla="*/ 183 w 206"/>
                <a:gd name="T23" fmla="*/ 77 h 205"/>
                <a:gd name="T24" fmla="*/ 172 w 206"/>
                <a:gd name="T25" fmla="*/ 103 h 205"/>
                <a:gd name="T26" fmla="*/ 182 w 206"/>
                <a:gd name="T27" fmla="*/ 129 h 205"/>
                <a:gd name="T28" fmla="*/ 182 w 206"/>
                <a:gd name="T29" fmla="*/ 132 h 205"/>
                <a:gd name="T30" fmla="*/ 171 w 206"/>
                <a:gd name="T31" fmla="*/ 156 h 205"/>
                <a:gd name="T32" fmla="*/ 146 w 206"/>
                <a:gd name="T33" fmla="*/ 165 h 205"/>
                <a:gd name="T34" fmla="*/ 135 w 206"/>
                <a:gd name="T35" fmla="*/ 165 h 205"/>
                <a:gd name="T36" fmla="*/ 103 w 206"/>
                <a:gd name="T37" fmla="*/ 192 h 205"/>
                <a:gd name="T38" fmla="*/ 79 w 206"/>
                <a:gd name="T39" fmla="*/ 184 h 205"/>
                <a:gd name="T40" fmla="*/ 67 w 206"/>
                <a:gd name="T41" fmla="*/ 164 h 205"/>
                <a:gd name="T42" fmla="*/ 36 w 206"/>
                <a:gd name="T43" fmla="*/ 158 h 205"/>
                <a:gd name="T44" fmla="*/ 21 w 206"/>
                <a:gd name="T45" fmla="*/ 135 h 205"/>
                <a:gd name="T46" fmla="*/ 21 w 206"/>
                <a:gd name="T47" fmla="*/ 127 h 205"/>
                <a:gd name="T48" fmla="*/ 33 w 206"/>
                <a:gd name="T49" fmla="*/ 102 h 205"/>
                <a:gd name="T50" fmla="*/ 25 w 206"/>
                <a:gd name="T51" fmla="*/ 90 h 205"/>
                <a:gd name="T52" fmla="*/ 21 w 206"/>
                <a:gd name="T53" fmla="*/ 74 h 205"/>
                <a:gd name="T54" fmla="*/ 0 w 206"/>
                <a:gd name="T55" fmla="*/ 100 h 205"/>
                <a:gd name="T56" fmla="*/ 0 w 206"/>
                <a:gd name="T57" fmla="*/ 104 h 205"/>
                <a:gd name="T58" fmla="*/ 101 w 206"/>
                <a:gd name="T59" fmla="*/ 205 h 205"/>
                <a:gd name="T60" fmla="*/ 107 w 206"/>
                <a:gd name="T61" fmla="*/ 205 h 205"/>
                <a:gd name="T62" fmla="*/ 147 w 206"/>
                <a:gd name="T63" fmla="*/ 195 h 205"/>
                <a:gd name="T64" fmla="*/ 176 w 206"/>
                <a:gd name="T65" fmla="*/ 174 h 205"/>
                <a:gd name="T66" fmla="*/ 206 w 206"/>
                <a:gd name="T67" fmla="*/ 103 h 205"/>
                <a:gd name="T68" fmla="*/ 177 w 206"/>
                <a:gd name="T69" fmla="*/ 32 h 205"/>
                <a:gd name="T70" fmla="*/ 109 w 206"/>
                <a:gd name="T71" fmla="*/ 0 h 205"/>
                <a:gd name="T72" fmla="*/ 95 w 206"/>
                <a:gd name="T73" fmla="*/ 0 h 205"/>
                <a:gd name="T74" fmla="*/ 57 w 206"/>
                <a:gd name="T75" fmla="*/ 11 h 205"/>
                <a:gd name="T76" fmla="*/ 29 w 206"/>
                <a:gd name="T77" fmla="*/ 31 h 205"/>
                <a:gd name="T78" fmla="*/ 0 w 206"/>
                <a:gd name="T79" fmla="*/ 10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6" h="205">
                  <a:moveTo>
                    <a:pt x="21" y="74"/>
                  </a:moveTo>
                  <a:cubicBezTo>
                    <a:pt x="21" y="71"/>
                    <a:pt x="21" y="71"/>
                    <a:pt x="21" y="71"/>
                  </a:cubicBezTo>
                  <a:cubicBezTo>
                    <a:pt x="21" y="53"/>
                    <a:pt x="38" y="39"/>
                    <a:pt x="56" y="39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77" y="26"/>
                    <a:pt x="85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16" y="11"/>
                    <a:pt x="123" y="17"/>
                    <a:pt x="127" y="21"/>
                  </a:cubicBezTo>
                  <a:cubicBezTo>
                    <a:pt x="134" y="28"/>
                    <a:pt x="135" y="32"/>
                    <a:pt x="139" y="40"/>
                  </a:cubicBezTo>
                  <a:cubicBezTo>
                    <a:pt x="151" y="40"/>
                    <a:pt x="163" y="42"/>
                    <a:pt x="169" y="47"/>
                  </a:cubicBezTo>
                  <a:cubicBezTo>
                    <a:pt x="175" y="52"/>
                    <a:pt x="183" y="62"/>
                    <a:pt x="183" y="72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3" y="88"/>
                    <a:pt x="177" y="96"/>
                    <a:pt x="172" y="103"/>
                  </a:cubicBezTo>
                  <a:cubicBezTo>
                    <a:pt x="176" y="109"/>
                    <a:pt x="182" y="119"/>
                    <a:pt x="182" y="129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2" y="142"/>
                    <a:pt x="177" y="151"/>
                    <a:pt x="171" y="156"/>
                  </a:cubicBezTo>
                  <a:cubicBezTo>
                    <a:pt x="166" y="160"/>
                    <a:pt x="155" y="165"/>
                    <a:pt x="146" y="165"/>
                  </a:cubicBezTo>
                  <a:cubicBezTo>
                    <a:pt x="135" y="165"/>
                    <a:pt x="135" y="165"/>
                    <a:pt x="135" y="165"/>
                  </a:cubicBezTo>
                  <a:cubicBezTo>
                    <a:pt x="132" y="178"/>
                    <a:pt x="119" y="192"/>
                    <a:pt x="103" y="192"/>
                  </a:cubicBezTo>
                  <a:cubicBezTo>
                    <a:pt x="94" y="192"/>
                    <a:pt x="85" y="188"/>
                    <a:pt x="79" y="184"/>
                  </a:cubicBezTo>
                  <a:cubicBezTo>
                    <a:pt x="73" y="178"/>
                    <a:pt x="71" y="172"/>
                    <a:pt x="67" y="164"/>
                  </a:cubicBezTo>
                  <a:cubicBezTo>
                    <a:pt x="50" y="164"/>
                    <a:pt x="47" y="163"/>
                    <a:pt x="36" y="158"/>
                  </a:cubicBezTo>
                  <a:cubicBezTo>
                    <a:pt x="29" y="155"/>
                    <a:pt x="21" y="144"/>
                    <a:pt x="21" y="135"/>
                  </a:cubicBezTo>
                  <a:cubicBezTo>
                    <a:pt x="21" y="127"/>
                    <a:pt x="21" y="127"/>
                    <a:pt x="21" y="127"/>
                  </a:cubicBezTo>
                  <a:cubicBezTo>
                    <a:pt x="21" y="117"/>
                    <a:pt x="29" y="107"/>
                    <a:pt x="33" y="102"/>
                  </a:cubicBezTo>
                  <a:cubicBezTo>
                    <a:pt x="31" y="98"/>
                    <a:pt x="27" y="95"/>
                    <a:pt x="25" y="90"/>
                  </a:cubicBezTo>
                  <a:cubicBezTo>
                    <a:pt x="23" y="86"/>
                    <a:pt x="21" y="81"/>
                    <a:pt x="21" y="74"/>
                  </a:cubicBezTo>
                  <a:close/>
                  <a:moveTo>
                    <a:pt x="0" y="100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59"/>
                    <a:pt x="46" y="205"/>
                    <a:pt x="101" y="205"/>
                  </a:cubicBezTo>
                  <a:cubicBezTo>
                    <a:pt x="107" y="205"/>
                    <a:pt x="107" y="205"/>
                    <a:pt x="107" y="205"/>
                  </a:cubicBezTo>
                  <a:cubicBezTo>
                    <a:pt x="122" y="205"/>
                    <a:pt x="137" y="200"/>
                    <a:pt x="147" y="195"/>
                  </a:cubicBezTo>
                  <a:cubicBezTo>
                    <a:pt x="159" y="190"/>
                    <a:pt x="168" y="183"/>
                    <a:pt x="176" y="174"/>
                  </a:cubicBezTo>
                  <a:cubicBezTo>
                    <a:pt x="192" y="159"/>
                    <a:pt x="206" y="134"/>
                    <a:pt x="206" y="103"/>
                  </a:cubicBezTo>
                  <a:cubicBezTo>
                    <a:pt x="206" y="73"/>
                    <a:pt x="192" y="47"/>
                    <a:pt x="177" y="32"/>
                  </a:cubicBezTo>
                  <a:cubicBezTo>
                    <a:pt x="163" y="17"/>
                    <a:pt x="137" y="0"/>
                    <a:pt x="109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83" y="0"/>
                    <a:pt x="65" y="7"/>
                    <a:pt x="57" y="11"/>
                  </a:cubicBezTo>
                  <a:cubicBezTo>
                    <a:pt x="45" y="16"/>
                    <a:pt x="37" y="23"/>
                    <a:pt x="29" y="31"/>
                  </a:cubicBezTo>
                  <a:cubicBezTo>
                    <a:pt x="15" y="46"/>
                    <a:pt x="0" y="72"/>
                    <a:pt x="0" y="10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6" name="ïšľîḍè"/>
            <p:cNvSpPr/>
            <p:nvPr/>
          </p:nvSpPr>
          <p:spPr bwMode="auto">
            <a:xfrm>
              <a:off x="9957890" y="476452"/>
              <a:ext cx="470674" cy="474364"/>
            </a:xfrm>
            <a:custGeom>
              <a:avLst/>
              <a:gdLst>
                <a:gd name="T0" fmla="*/ 140 w 280"/>
                <a:gd name="T1" fmla="*/ 276 h 280"/>
                <a:gd name="T2" fmla="*/ 46 w 280"/>
                <a:gd name="T3" fmla="*/ 238 h 280"/>
                <a:gd name="T4" fmla="*/ 18 w 280"/>
                <a:gd name="T5" fmla="*/ 199 h 280"/>
                <a:gd name="T6" fmla="*/ 4 w 280"/>
                <a:gd name="T7" fmla="*/ 147 h 280"/>
                <a:gd name="T8" fmla="*/ 4 w 280"/>
                <a:gd name="T9" fmla="*/ 135 h 280"/>
                <a:gd name="T10" fmla="*/ 18 w 280"/>
                <a:gd name="T11" fmla="*/ 81 h 280"/>
                <a:gd name="T12" fmla="*/ 46 w 280"/>
                <a:gd name="T13" fmla="*/ 42 h 280"/>
                <a:gd name="T14" fmla="*/ 87 w 280"/>
                <a:gd name="T15" fmla="*/ 15 h 280"/>
                <a:gd name="T16" fmla="*/ 112 w 280"/>
                <a:gd name="T17" fmla="*/ 7 h 280"/>
                <a:gd name="T18" fmla="*/ 143 w 280"/>
                <a:gd name="T19" fmla="*/ 4 h 280"/>
                <a:gd name="T20" fmla="*/ 159 w 280"/>
                <a:gd name="T21" fmla="*/ 5 h 280"/>
                <a:gd name="T22" fmla="*/ 173 w 280"/>
                <a:gd name="T23" fmla="*/ 8 h 280"/>
                <a:gd name="T24" fmla="*/ 198 w 280"/>
                <a:gd name="T25" fmla="*/ 17 h 280"/>
                <a:gd name="T26" fmla="*/ 237 w 280"/>
                <a:gd name="T27" fmla="*/ 44 h 280"/>
                <a:gd name="T28" fmla="*/ 276 w 280"/>
                <a:gd name="T29" fmla="*/ 141 h 280"/>
                <a:gd name="T30" fmla="*/ 140 w 280"/>
                <a:gd name="T31" fmla="*/ 276 h 280"/>
                <a:gd name="T32" fmla="*/ 0 w 280"/>
                <a:gd name="T33" fmla="*/ 143 h 280"/>
                <a:gd name="T34" fmla="*/ 13 w 280"/>
                <a:gd name="T35" fmla="*/ 199 h 280"/>
                <a:gd name="T36" fmla="*/ 41 w 280"/>
                <a:gd name="T37" fmla="*/ 239 h 280"/>
                <a:gd name="T38" fmla="*/ 138 w 280"/>
                <a:gd name="T39" fmla="*/ 280 h 280"/>
                <a:gd name="T40" fmla="*/ 143 w 280"/>
                <a:gd name="T41" fmla="*/ 280 h 280"/>
                <a:gd name="T42" fmla="*/ 239 w 280"/>
                <a:gd name="T43" fmla="*/ 240 h 280"/>
                <a:gd name="T44" fmla="*/ 280 w 280"/>
                <a:gd name="T45" fmla="*/ 146 h 280"/>
                <a:gd name="T46" fmla="*/ 280 w 280"/>
                <a:gd name="T47" fmla="*/ 137 h 280"/>
                <a:gd name="T48" fmla="*/ 142 w 280"/>
                <a:gd name="T49" fmla="*/ 0 h 280"/>
                <a:gd name="T50" fmla="*/ 136 w 280"/>
                <a:gd name="T51" fmla="*/ 0 h 280"/>
                <a:gd name="T52" fmla="*/ 80 w 280"/>
                <a:gd name="T53" fmla="*/ 13 h 280"/>
                <a:gd name="T54" fmla="*/ 40 w 280"/>
                <a:gd name="T55" fmla="*/ 42 h 280"/>
                <a:gd name="T56" fmla="*/ 0 w 280"/>
                <a:gd name="T57" fmla="*/ 142 h 280"/>
                <a:gd name="T58" fmla="*/ 0 w 280"/>
                <a:gd name="T59" fmla="*/ 143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0" h="280">
                  <a:moveTo>
                    <a:pt x="140" y="276"/>
                  </a:moveTo>
                  <a:cubicBezTo>
                    <a:pt x="100" y="276"/>
                    <a:pt x="66" y="257"/>
                    <a:pt x="46" y="238"/>
                  </a:cubicBezTo>
                  <a:cubicBezTo>
                    <a:pt x="34" y="226"/>
                    <a:pt x="26" y="215"/>
                    <a:pt x="18" y="199"/>
                  </a:cubicBezTo>
                  <a:cubicBezTo>
                    <a:pt x="12" y="188"/>
                    <a:pt x="4" y="164"/>
                    <a:pt x="4" y="147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4" y="115"/>
                    <a:pt x="11" y="94"/>
                    <a:pt x="18" y="81"/>
                  </a:cubicBezTo>
                  <a:cubicBezTo>
                    <a:pt x="25" y="65"/>
                    <a:pt x="34" y="53"/>
                    <a:pt x="46" y="42"/>
                  </a:cubicBezTo>
                  <a:cubicBezTo>
                    <a:pt x="57" y="31"/>
                    <a:pt x="72" y="21"/>
                    <a:pt x="87" y="15"/>
                  </a:cubicBezTo>
                  <a:cubicBezTo>
                    <a:pt x="95" y="11"/>
                    <a:pt x="103" y="10"/>
                    <a:pt x="112" y="7"/>
                  </a:cubicBezTo>
                  <a:cubicBezTo>
                    <a:pt x="116" y="5"/>
                    <a:pt x="138" y="3"/>
                    <a:pt x="143" y="4"/>
                  </a:cubicBezTo>
                  <a:cubicBezTo>
                    <a:pt x="146" y="4"/>
                    <a:pt x="155" y="5"/>
                    <a:pt x="159" y="5"/>
                  </a:cubicBezTo>
                  <a:cubicBezTo>
                    <a:pt x="162" y="5"/>
                    <a:pt x="170" y="7"/>
                    <a:pt x="173" y="8"/>
                  </a:cubicBezTo>
                  <a:cubicBezTo>
                    <a:pt x="182" y="10"/>
                    <a:pt x="190" y="13"/>
                    <a:pt x="198" y="17"/>
                  </a:cubicBezTo>
                  <a:cubicBezTo>
                    <a:pt x="214" y="25"/>
                    <a:pt x="225" y="32"/>
                    <a:pt x="237" y="44"/>
                  </a:cubicBezTo>
                  <a:cubicBezTo>
                    <a:pt x="258" y="66"/>
                    <a:pt x="276" y="98"/>
                    <a:pt x="276" y="141"/>
                  </a:cubicBezTo>
                  <a:cubicBezTo>
                    <a:pt x="276" y="215"/>
                    <a:pt x="215" y="276"/>
                    <a:pt x="140" y="276"/>
                  </a:cubicBezTo>
                  <a:close/>
                  <a:moveTo>
                    <a:pt x="0" y="143"/>
                  </a:moveTo>
                  <a:cubicBezTo>
                    <a:pt x="0" y="166"/>
                    <a:pt x="7" y="183"/>
                    <a:pt x="13" y="199"/>
                  </a:cubicBezTo>
                  <a:cubicBezTo>
                    <a:pt x="18" y="213"/>
                    <a:pt x="32" y="230"/>
                    <a:pt x="41" y="239"/>
                  </a:cubicBezTo>
                  <a:cubicBezTo>
                    <a:pt x="62" y="260"/>
                    <a:pt x="97" y="280"/>
                    <a:pt x="138" y="280"/>
                  </a:cubicBezTo>
                  <a:cubicBezTo>
                    <a:pt x="143" y="280"/>
                    <a:pt x="143" y="280"/>
                    <a:pt x="143" y="280"/>
                  </a:cubicBezTo>
                  <a:cubicBezTo>
                    <a:pt x="183" y="280"/>
                    <a:pt x="218" y="260"/>
                    <a:pt x="239" y="240"/>
                  </a:cubicBezTo>
                  <a:cubicBezTo>
                    <a:pt x="258" y="220"/>
                    <a:pt x="280" y="185"/>
                    <a:pt x="280" y="146"/>
                  </a:cubicBezTo>
                  <a:cubicBezTo>
                    <a:pt x="280" y="137"/>
                    <a:pt x="280" y="137"/>
                    <a:pt x="280" y="137"/>
                  </a:cubicBezTo>
                  <a:cubicBezTo>
                    <a:pt x="280" y="63"/>
                    <a:pt x="217" y="0"/>
                    <a:pt x="142" y="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16" y="0"/>
                    <a:pt x="93" y="7"/>
                    <a:pt x="80" y="13"/>
                  </a:cubicBezTo>
                  <a:cubicBezTo>
                    <a:pt x="64" y="21"/>
                    <a:pt x="51" y="31"/>
                    <a:pt x="40" y="42"/>
                  </a:cubicBezTo>
                  <a:cubicBezTo>
                    <a:pt x="18" y="64"/>
                    <a:pt x="0" y="98"/>
                    <a:pt x="0" y="142"/>
                  </a:cubicBezTo>
                  <a:lnTo>
                    <a:pt x="0" y="14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7" name="ïSľîḍé"/>
            <p:cNvSpPr/>
            <p:nvPr/>
          </p:nvSpPr>
          <p:spPr bwMode="auto">
            <a:xfrm>
              <a:off x="10127628" y="659310"/>
              <a:ext cx="134478" cy="76259"/>
            </a:xfrm>
            <a:custGeom>
              <a:avLst/>
              <a:gdLst>
                <a:gd name="T0" fmla="*/ 160 w 328"/>
                <a:gd name="T1" fmla="*/ 54 h 186"/>
                <a:gd name="T2" fmla="*/ 82 w 328"/>
                <a:gd name="T3" fmla="*/ 54 h 186"/>
                <a:gd name="T4" fmla="*/ 82 w 328"/>
                <a:gd name="T5" fmla="*/ 91 h 186"/>
                <a:gd name="T6" fmla="*/ 37 w 328"/>
                <a:gd name="T7" fmla="*/ 91 h 186"/>
                <a:gd name="T8" fmla="*/ 37 w 328"/>
                <a:gd name="T9" fmla="*/ 124 h 186"/>
                <a:gd name="T10" fmla="*/ 0 w 328"/>
                <a:gd name="T11" fmla="*/ 124 h 186"/>
                <a:gd name="T12" fmla="*/ 0 w 328"/>
                <a:gd name="T13" fmla="*/ 186 h 186"/>
                <a:gd name="T14" fmla="*/ 328 w 328"/>
                <a:gd name="T15" fmla="*/ 186 h 186"/>
                <a:gd name="T16" fmla="*/ 328 w 328"/>
                <a:gd name="T17" fmla="*/ 129 h 186"/>
                <a:gd name="T18" fmla="*/ 263 w 328"/>
                <a:gd name="T19" fmla="*/ 129 h 186"/>
                <a:gd name="T20" fmla="*/ 263 w 328"/>
                <a:gd name="T21" fmla="*/ 124 h 186"/>
                <a:gd name="T22" fmla="*/ 291 w 328"/>
                <a:gd name="T23" fmla="*/ 124 h 186"/>
                <a:gd name="T24" fmla="*/ 291 w 328"/>
                <a:gd name="T25" fmla="*/ 91 h 186"/>
                <a:gd name="T26" fmla="*/ 246 w 328"/>
                <a:gd name="T27" fmla="*/ 91 h 186"/>
                <a:gd name="T28" fmla="*/ 246 w 328"/>
                <a:gd name="T29" fmla="*/ 54 h 186"/>
                <a:gd name="T30" fmla="*/ 168 w 328"/>
                <a:gd name="T31" fmla="*/ 54 h 186"/>
                <a:gd name="T32" fmla="*/ 168 w 328"/>
                <a:gd name="T33" fmla="*/ 0 h 186"/>
                <a:gd name="T34" fmla="*/ 160 w 328"/>
                <a:gd name="T35" fmla="*/ 0 h 186"/>
                <a:gd name="T36" fmla="*/ 160 w 328"/>
                <a:gd name="T37" fmla="*/ 5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186">
                  <a:moveTo>
                    <a:pt x="160" y="54"/>
                  </a:moveTo>
                  <a:lnTo>
                    <a:pt x="82" y="54"/>
                  </a:lnTo>
                  <a:lnTo>
                    <a:pt x="82" y="91"/>
                  </a:lnTo>
                  <a:lnTo>
                    <a:pt x="37" y="91"/>
                  </a:lnTo>
                  <a:lnTo>
                    <a:pt x="37" y="124"/>
                  </a:lnTo>
                  <a:lnTo>
                    <a:pt x="0" y="124"/>
                  </a:lnTo>
                  <a:lnTo>
                    <a:pt x="0" y="186"/>
                  </a:lnTo>
                  <a:lnTo>
                    <a:pt x="328" y="186"/>
                  </a:lnTo>
                  <a:lnTo>
                    <a:pt x="328" y="129"/>
                  </a:lnTo>
                  <a:lnTo>
                    <a:pt x="263" y="129"/>
                  </a:lnTo>
                  <a:lnTo>
                    <a:pt x="263" y="124"/>
                  </a:lnTo>
                  <a:lnTo>
                    <a:pt x="291" y="124"/>
                  </a:lnTo>
                  <a:lnTo>
                    <a:pt x="291" y="91"/>
                  </a:lnTo>
                  <a:lnTo>
                    <a:pt x="246" y="91"/>
                  </a:lnTo>
                  <a:lnTo>
                    <a:pt x="246" y="54"/>
                  </a:lnTo>
                  <a:lnTo>
                    <a:pt x="168" y="54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5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8" name="i$ḻîḋé"/>
            <p:cNvSpPr/>
            <p:nvPr/>
          </p:nvSpPr>
          <p:spPr bwMode="auto">
            <a:xfrm>
              <a:off x="10125988" y="737619"/>
              <a:ext cx="136118" cy="28700"/>
            </a:xfrm>
            <a:custGeom>
              <a:avLst/>
              <a:gdLst>
                <a:gd name="T0" fmla="*/ 0 w 332"/>
                <a:gd name="T1" fmla="*/ 70 h 70"/>
                <a:gd name="T2" fmla="*/ 86 w 332"/>
                <a:gd name="T3" fmla="*/ 70 h 70"/>
                <a:gd name="T4" fmla="*/ 86 w 332"/>
                <a:gd name="T5" fmla="*/ 28 h 70"/>
                <a:gd name="T6" fmla="*/ 78 w 332"/>
                <a:gd name="T7" fmla="*/ 28 h 70"/>
                <a:gd name="T8" fmla="*/ 78 w 332"/>
                <a:gd name="T9" fmla="*/ 16 h 70"/>
                <a:gd name="T10" fmla="*/ 119 w 332"/>
                <a:gd name="T11" fmla="*/ 20 h 70"/>
                <a:gd name="T12" fmla="*/ 123 w 332"/>
                <a:gd name="T13" fmla="*/ 28 h 70"/>
                <a:gd name="T14" fmla="*/ 111 w 332"/>
                <a:gd name="T15" fmla="*/ 28 h 70"/>
                <a:gd name="T16" fmla="*/ 111 w 332"/>
                <a:gd name="T17" fmla="*/ 70 h 70"/>
                <a:gd name="T18" fmla="*/ 148 w 332"/>
                <a:gd name="T19" fmla="*/ 70 h 70"/>
                <a:gd name="T20" fmla="*/ 148 w 332"/>
                <a:gd name="T21" fmla="*/ 16 h 70"/>
                <a:gd name="T22" fmla="*/ 185 w 332"/>
                <a:gd name="T23" fmla="*/ 16 h 70"/>
                <a:gd name="T24" fmla="*/ 185 w 332"/>
                <a:gd name="T25" fmla="*/ 70 h 70"/>
                <a:gd name="T26" fmla="*/ 226 w 332"/>
                <a:gd name="T27" fmla="*/ 70 h 70"/>
                <a:gd name="T28" fmla="*/ 226 w 332"/>
                <a:gd name="T29" fmla="*/ 28 h 70"/>
                <a:gd name="T30" fmla="*/ 213 w 332"/>
                <a:gd name="T31" fmla="*/ 28 h 70"/>
                <a:gd name="T32" fmla="*/ 213 w 332"/>
                <a:gd name="T33" fmla="*/ 20 h 70"/>
                <a:gd name="T34" fmla="*/ 259 w 332"/>
                <a:gd name="T35" fmla="*/ 20 h 70"/>
                <a:gd name="T36" fmla="*/ 259 w 332"/>
                <a:gd name="T37" fmla="*/ 28 h 70"/>
                <a:gd name="T38" fmla="*/ 246 w 332"/>
                <a:gd name="T39" fmla="*/ 33 h 70"/>
                <a:gd name="T40" fmla="*/ 246 w 332"/>
                <a:gd name="T41" fmla="*/ 70 h 70"/>
                <a:gd name="T42" fmla="*/ 332 w 332"/>
                <a:gd name="T43" fmla="*/ 70 h 70"/>
                <a:gd name="T44" fmla="*/ 332 w 332"/>
                <a:gd name="T45" fmla="*/ 0 h 70"/>
                <a:gd name="T46" fmla="*/ 0 w 332"/>
                <a:gd name="T47" fmla="*/ 0 h 70"/>
                <a:gd name="T48" fmla="*/ 0 w 332"/>
                <a:gd name="T49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2" h="70">
                  <a:moveTo>
                    <a:pt x="0" y="70"/>
                  </a:moveTo>
                  <a:lnTo>
                    <a:pt x="86" y="70"/>
                  </a:lnTo>
                  <a:lnTo>
                    <a:pt x="86" y="28"/>
                  </a:lnTo>
                  <a:lnTo>
                    <a:pt x="78" y="28"/>
                  </a:lnTo>
                  <a:lnTo>
                    <a:pt x="78" y="16"/>
                  </a:lnTo>
                  <a:lnTo>
                    <a:pt x="119" y="20"/>
                  </a:lnTo>
                  <a:lnTo>
                    <a:pt x="123" y="28"/>
                  </a:lnTo>
                  <a:lnTo>
                    <a:pt x="111" y="28"/>
                  </a:lnTo>
                  <a:lnTo>
                    <a:pt x="111" y="70"/>
                  </a:lnTo>
                  <a:lnTo>
                    <a:pt x="148" y="70"/>
                  </a:lnTo>
                  <a:lnTo>
                    <a:pt x="148" y="16"/>
                  </a:lnTo>
                  <a:lnTo>
                    <a:pt x="185" y="16"/>
                  </a:lnTo>
                  <a:lnTo>
                    <a:pt x="185" y="70"/>
                  </a:lnTo>
                  <a:lnTo>
                    <a:pt x="226" y="70"/>
                  </a:lnTo>
                  <a:lnTo>
                    <a:pt x="226" y="28"/>
                  </a:lnTo>
                  <a:lnTo>
                    <a:pt x="213" y="28"/>
                  </a:lnTo>
                  <a:lnTo>
                    <a:pt x="213" y="20"/>
                  </a:lnTo>
                  <a:lnTo>
                    <a:pt x="259" y="20"/>
                  </a:lnTo>
                  <a:lnTo>
                    <a:pt x="259" y="28"/>
                  </a:lnTo>
                  <a:lnTo>
                    <a:pt x="246" y="33"/>
                  </a:lnTo>
                  <a:lnTo>
                    <a:pt x="246" y="70"/>
                  </a:lnTo>
                  <a:lnTo>
                    <a:pt x="332" y="70"/>
                  </a:lnTo>
                  <a:lnTo>
                    <a:pt x="332" y="0"/>
                  </a:lnTo>
                  <a:lnTo>
                    <a:pt x="0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9" name="iṧ1ídé"/>
            <p:cNvSpPr/>
            <p:nvPr/>
          </p:nvSpPr>
          <p:spPr bwMode="auto">
            <a:xfrm>
              <a:off x="10060389" y="733929"/>
              <a:ext cx="62319" cy="30750"/>
            </a:xfrm>
            <a:custGeom>
              <a:avLst/>
              <a:gdLst>
                <a:gd name="T0" fmla="*/ 35 w 37"/>
                <a:gd name="T1" fmla="*/ 3 h 18"/>
                <a:gd name="T2" fmla="*/ 35 w 37"/>
                <a:gd name="T3" fmla="*/ 4 h 18"/>
                <a:gd name="T4" fmla="*/ 27 w 37"/>
                <a:gd name="T5" fmla="*/ 4 h 18"/>
                <a:gd name="T6" fmla="*/ 27 w 37"/>
                <a:gd name="T7" fmla="*/ 3 h 18"/>
                <a:gd name="T8" fmla="*/ 35 w 37"/>
                <a:gd name="T9" fmla="*/ 3 h 18"/>
                <a:gd name="T10" fmla="*/ 24 w 37"/>
                <a:gd name="T11" fmla="*/ 3 h 18"/>
                <a:gd name="T12" fmla="*/ 24 w 37"/>
                <a:gd name="T13" fmla="*/ 4 h 18"/>
                <a:gd name="T14" fmla="*/ 16 w 37"/>
                <a:gd name="T15" fmla="*/ 4 h 18"/>
                <a:gd name="T16" fmla="*/ 16 w 37"/>
                <a:gd name="T17" fmla="*/ 3 h 18"/>
                <a:gd name="T18" fmla="*/ 24 w 37"/>
                <a:gd name="T19" fmla="*/ 3 h 18"/>
                <a:gd name="T20" fmla="*/ 3 w 37"/>
                <a:gd name="T21" fmla="*/ 3 h 18"/>
                <a:gd name="T22" fmla="*/ 13 w 37"/>
                <a:gd name="T23" fmla="*/ 3 h 18"/>
                <a:gd name="T24" fmla="*/ 13 w 37"/>
                <a:gd name="T25" fmla="*/ 4 h 18"/>
                <a:gd name="T26" fmla="*/ 4 w 37"/>
                <a:gd name="T27" fmla="*/ 4 h 18"/>
                <a:gd name="T28" fmla="*/ 0 w 37"/>
                <a:gd name="T29" fmla="*/ 16 h 18"/>
                <a:gd name="T30" fmla="*/ 2 w 37"/>
                <a:gd name="T31" fmla="*/ 18 h 18"/>
                <a:gd name="T32" fmla="*/ 37 w 37"/>
                <a:gd name="T33" fmla="*/ 18 h 18"/>
                <a:gd name="T34" fmla="*/ 37 w 37"/>
                <a:gd name="T35" fmla="*/ 1 h 18"/>
                <a:gd name="T36" fmla="*/ 36 w 37"/>
                <a:gd name="T37" fmla="*/ 0 h 18"/>
                <a:gd name="T38" fmla="*/ 5 w 37"/>
                <a:gd name="T39" fmla="*/ 0 h 18"/>
                <a:gd name="T40" fmla="*/ 3 w 37"/>
                <a:gd name="T41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18">
                  <a:moveTo>
                    <a:pt x="35" y="3"/>
                  </a:moveTo>
                  <a:cubicBezTo>
                    <a:pt x="35" y="4"/>
                    <a:pt x="35" y="4"/>
                    <a:pt x="35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35" y="3"/>
                    <a:pt x="35" y="3"/>
                    <a:pt x="35" y="3"/>
                  </a:cubicBezTo>
                  <a:close/>
                  <a:moveTo>
                    <a:pt x="24" y="3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24" y="3"/>
                    <a:pt x="24" y="3"/>
                    <a:pt x="24" y="3"/>
                  </a:cubicBezTo>
                  <a:close/>
                  <a:moveTo>
                    <a:pt x="3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0" y="13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0"/>
                    <a:pt x="37" y="0"/>
                    <a:pt x="3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3" y="1"/>
                    <a:pt x="3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0" name="îsḻiḑê"/>
            <p:cNvSpPr/>
            <p:nvPr/>
          </p:nvSpPr>
          <p:spPr bwMode="auto">
            <a:xfrm>
              <a:off x="10267436" y="733929"/>
              <a:ext cx="60269" cy="30750"/>
            </a:xfrm>
            <a:custGeom>
              <a:avLst/>
              <a:gdLst>
                <a:gd name="T0" fmla="*/ 13 w 36"/>
                <a:gd name="T1" fmla="*/ 3 h 18"/>
                <a:gd name="T2" fmla="*/ 20 w 36"/>
                <a:gd name="T3" fmla="*/ 3 h 18"/>
                <a:gd name="T4" fmla="*/ 20 w 36"/>
                <a:gd name="T5" fmla="*/ 4 h 18"/>
                <a:gd name="T6" fmla="*/ 13 w 36"/>
                <a:gd name="T7" fmla="*/ 4 h 18"/>
                <a:gd name="T8" fmla="*/ 13 w 36"/>
                <a:gd name="T9" fmla="*/ 3 h 18"/>
                <a:gd name="T10" fmla="*/ 2 w 36"/>
                <a:gd name="T11" fmla="*/ 3 h 18"/>
                <a:gd name="T12" fmla="*/ 10 w 36"/>
                <a:gd name="T13" fmla="*/ 3 h 18"/>
                <a:gd name="T14" fmla="*/ 10 w 36"/>
                <a:gd name="T15" fmla="*/ 4 h 18"/>
                <a:gd name="T16" fmla="*/ 2 w 36"/>
                <a:gd name="T17" fmla="*/ 4 h 18"/>
                <a:gd name="T18" fmla="*/ 2 w 36"/>
                <a:gd name="T19" fmla="*/ 3 h 18"/>
                <a:gd name="T20" fmla="*/ 0 w 36"/>
                <a:gd name="T21" fmla="*/ 18 h 18"/>
                <a:gd name="T22" fmla="*/ 36 w 36"/>
                <a:gd name="T23" fmla="*/ 18 h 18"/>
                <a:gd name="T24" fmla="*/ 36 w 36"/>
                <a:gd name="T25" fmla="*/ 14 h 18"/>
                <a:gd name="T26" fmla="*/ 32 w 36"/>
                <a:gd name="T27" fmla="*/ 4 h 18"/>
                <a:gd name="T28" fmla="*/ 23 w 36"/>
                <a:gd name="T29" fmla="*/ 4 h 18"/>
                <a:gd name="T30" fmla="*/ 23 w 36"/>
                <a:gd name="T31" fmla="*/ 3 h 18"/>
                <a:gd name="T32" fmla="*/ 33 w 36"/>
                <a:gd name="T33" fmla="*/ 3 h 18"/>
                <a:gd name="T34" fmla="*/ 32 w 36"/>
                <a:gd name="T35" fmla="*/ 0 h 18"/>
                <a:gd name="T36" fmla="*/ 0 w 36"/>
                <a:gd name="T37" fmla="*/ 0 h 18"/>
                <a:gd name="T38" fmla="*/ 0 w 36"/>
                <a:gd name="T3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" h="18">
                  <a:moveTo>
                    <a:pt x="13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lose/>
                  <a:moveTo>
                    <a:pt x="2" y="3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lose/>
                  <a:moveTo>
                    <a:pt x="0" y="18"/>
                  </a:moveTo>
                  <a:cubicBezTo>
                    <a:pt x="36" y="18"/>
                    <a:pt x="36" y="18"/>
                    <a:pt x="36" y="18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2"/>
                    <a:pt x="34" y="4"/>
                    <a:pt x="3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1"/>
                    <a:pt x="33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1" name="íṩlíḓè"/>
            <p:cNvSpPr/>
            <p:nvPr/>
          </p:nvSpPr>
          <p:spPr bwMode="auto">
            <a:xfrm>
              <a:off x="10136238" y="605190"/>
              <a:ext cx="110699" cy="56169"/>
            </a:xfrm>
            <a:custGeom>
              <a:avLst/>
              <a:gdLst>
                <a:gd name="T0" fmla="*/ 26 w 66"/>
                <a:gd name="T1" fmla="*/ 19 h 33"/>
                <a:gd name="T2" fmla="*/ 20 w 66"/>
                <a:gd name="T3" fmla="*/ 16 h 33"/>
                <a:gd name="T4" fmla="*/ 0 w 66"/>
                <a:gd name="T5" fmla="*/ 33 h 33"/>
                <a:gd name="T6" fmla="*/ 11 w 66"/>
                <a:gd name="T7" fmla="*/ 28 h 33"/>
                <a:gd name="T8" fmla="*/ 20 w 66"/>
                <a:gd name="T9" fmla="*/ 21 h 33"/>
                <a:gd name="T10" fmla="*/ 26 w 66"/>
                <a:gd name="T11" fmla="*/ 26 h 33"/>
                <a:gd name="T12" fmla="*/ 39 w 66"/>
                <a:gd name="T13" fmla="*/ 9 h 33"/>
                <a:gd name="T14" fmla="*/ 40 w 66"/>
                <a:gd name="T15" fmla="*/ 9 h 33"/>
                <a:gd name="T16" fmla="*/ 47 w 66"/>
                <a:gd name="T17" fmla="*/ 17 h 33"/>
                <a:gd name="T18" fmla="*/ 50 w 66"/>
                <a:gd name="T19" fmla="*/ 16 h 33"/>
                <a:gd name="T20" fmla="*/ 66 w 66"/>
                <a:gd name="T21" fmla="*/ 32 h 33"/>
                <a:gd name="T22" fmla="*/ 58 w 66"/>
                <a:gd name="T23" fmla="*/ 20 h 33"/>
                <a:gd name="T24" fmla="*/ 51 w 66"/>
                <a:gd name="T25" fmla="*/ 7 h 33"/>
                <a:gd name="T26" fmla="*/ 51 w 66"/>
                <a:gd name="T27" fmla="*/ 7 h 33"/>
                <a:gd name="T28" fmla="*/ 47 w 66"/>
                <a:gd name="T29" fmla="*/ 11 h 33"/>
                <a:gd name="T30" fmla="*/ 39 w 66"/>
                <a:gd name="T31" fmla="*/ 0 h 33"/>
                <a:gd name="T32" fmla="*/ 26 w 66"/>
                <a:gd name="T33" fmla="*/ 1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3">
                  <a:moveTo>
                    <a:pt x="26" y="19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19" y="21"/>
                    <a:pt x="4" y="29"/>
                    <a:pt x="0" y="33"/>
                  </a:cubicBezTo>
                  <a:cubicBezTo>
                    <a:pt x="5" y="31"/>
                    <a:pt x="7" y="30"/>
                    <a:pt x="11" y="28"/>
                  </a:cubicBezTo>
                  <a:cubicBezTo>
                    <a:pt x="16" y="26"/>
                    <a:pt x="17" y="23"/>
                    <a:pt x="20" y="21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30" y="24"/>
                    <a:pt x="38" y="14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11"/>
                    <a:pt x="45" y="17"/>
                    <a:pt x="47" y="17"/>
                  </a:cubicBezTo>
                  <a:cubicBezTo>
                    <a:pt x="48" y="17"/>
                    <a:pt x="49" y="17"/>
                    <a:pt x="50" y="16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30"/>
                    <a:pt x="60" y="22"/>
                    <a:pt x="58" y="20"/>
                  </a:cubicBezTo>
                  <a:cubicBezTo>
                    <a:pt x="57" y="18"/>
                    <a:pt x="52" y="9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6" y="7"/>
                    <a:pt x="33" y="15"/>
                    <a:pt x="26" y="19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2" name="isḻíḓê"/>
            <p:cNvSpPr/>
            <p:nvPr/>
          </p:nvSpPr>
          <p:spPr bwMode="auto">
            <a:xfrm>
              <a:off x="10346155" y="771238"/>
              <a:ext cx="48789" cy="56169"/>
            </a:xfrm>
            <a:custGeom>
              <a:avLst/>
              <a:gdLst>
                <a:gd name="T0" fmla="*/ 10 w 29"/>
                <a:gd name="T1" fmla="*/ 4 h 33"/>
                <a:gd name="T2" fmla="*/ 18 w 29"/>
                <a:gd name="T3" fmla="*/ 10 h 33"/>
                <a:gd name="T4" fmla="*/ 8 w 29"/>
                <a:gd name="T5" fmla="*/ 11 h 33"/>
                <a:gd name="T6" fmla="*/ 0 w 29"/>
                <a:gd name="T7" fmla="*/ 28 h 33"/>
                <a:gd name="T8" fmla="*/ 3 w 29"/>
                <a:gd name="T9" fmla="*/ 30 h 33"/>
                <a:gd name="T10" fmla="*/ 5 w 29"/>
                <a:gd name="T11" fmla="*/ 25 h 33"/>
                <a:gd name="T12" fmla="*/ 21 w 29"/>
                <a:gd name="T13" fmla="*/ 33 h 33"/>
                <a:gd name="T14" fmla="*/ 22 w 29"/>
                <a:gd name="T15" fmla="*/ 29 h 33"/>
                <a:gd name="T16" fmla="*/ 7 w 29"/>
                <a:gd name="T17" fmla="*/ 21 h 33"/>
                <a:gd name="T18" fmla="*/ 8 w 29"/>
                <a:gd name="T19" fmla="*/ 21 h 33"/>
                <a:gd name="T20" fmla="*/ 10 w 29"/>
                <a:gd name="T21" fmla="*/ 17 h 33"/>
                <a:gd name="T22" fmla="*/ 8 w 29"/>
                <a:gd name="T23" fmla="*/ 15 h 33"/>
                <a:gd name="T24" fmla="*/ 21 w 29"/>
                <a:gd name="T25" fmla="*/ 14 h 33"/>
                <a:gd name="T26" fmla="*/ 28 w 29"/>
                <a:gd name="T27" fmla="*/ 16 h 33"/>
                <a:gd name="T28" fmla="*/ 29 w 29"/>
                <a:gd name="T29" fmla="*/ 13 h 33"/>
                <a:gd name="T30" fmla="*/ 24 w 29"/>
                <a:gd name="T31" fmla="*/ 10 h 33"/>
                <a:gd name="T32" fmla="*/ 19 w 29"/>
                <a:gd name="T33" fmla="*/ 7 h 33"/>
                <a:gd name="T34" fmla="*/ 12 w 29"/>
                <a:gd name="T35" fmla="*/ 0 h 33"/>
                <a:gd name="T36" fmla="*/ 10 w 29"/>
                <a:gd name="T37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33">
                  <a:moveTo>
                    <a:pt x="10" y="4"/>
                  </a:moveTo>
                  <a:cubicBezTo>
                    <a:pt x="18" y="10"/>
                    <a:pt x="18" y="10"/>
                    <a:pt x="18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7" y="12"/>
                    <a:pt x="0" y="28"/>
                    <a:pt x="0" y="28"/>
                  </a:cubicBezTo>
                  <a:cubicBezTo>
                    <a:pt x="0" y="29"/>
                    <a:pt x="2" y="29"/>
                    <a:pt x="3" y="30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7" y="16"/>
                    <a:pt x="28" y="16"/>
                  </a:cubicBezTo>
                  <a:cubicBezTo>
                    <a:pt x="28" y="15"/>
                    <a:pt x="29" y="14"/>
                    <a:pt x="29" y="13"/>
                  </a:cubicBezTo>
                  <a:cubicBezTo>
                    <a:pt x="29" y="12"/>
                    <a:pt x="25" y="11"/>
                    <a:pt x="24" y="10"/>
                  </a:cubicBezTo>
                  <a:cubicBezTo>
                    <a:pt x="21" y="9"/>
                    <a:pt x="22" y="10"/>
                    <a:pt x="19" y="7"/>
                  </a:cubicBezTo>
                  <a:cubicBezTo>
                    <a:pt x="17" y="6"/>
                    <a:pt x="14" y="1"/>
                    <a:pt x="12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3" name="íśḷíḍe"/>
            <p:cNvSpPr/>
            <p:nvPr/>
          </p:nvSpPr>
          <p:spPr bwMode="auto">
            <a:xfrm>
              <a:off x="10077199" y="508842"/>
              <a:ext cx="85689" cy="38950"/>
            </a:xfrm>
            <a:custGeom>
              <a:avLst/>
              <a:gdLst>
                <a:gd name="T0" fmla="*/ 48 w 51"/>
                <a:gd name="T1" fmla="*/ 2 h 23"/>
                <a:gd name="T2" fmla="*/ 49 w 51"/>
                <a:gd name="T3" fmla="*/ 5 h 23"/>
                <a:gd name="T4" fmla="*/ 48 w 51"/>
                <a:gd name="T5" fmla="*/ 5 h 23"/>
                <a:gd name="T6" fmla="*/ 45 w 51"/>
                <a:gd name="T7" fmla="*/ 3 h 23"/>
                <a:gd name="T8" fmla="*/ 45 w 51"/>
                <a:gd name="T9" fmla="*/ 5 h 23"/>
                <a:gd name="T10" fmla="*/ 44 w 51"/>
                <a:gd name="T11" fmla="*/ 6 h 23"/>
                <a:gd name="T12" fmla="*/ 41 w 51"/>
                <a:gd name="T13" fmla="*/ 4 h 23"/>
                <a:gd name="T14" fmla="*/ 36 w 51"/>
                <a:gd name="T15" fmla="*/ 8 h 23"/>
                <a:gd name="T16" fmla="*/ 33 w 51"/>
                <a:gd name="T17" fmla="*/ 6 h 23"/>
                <a:gd name="T18" fmla="*/ 33 w 51"/>
                <a:gd name="T19" fmla="*/ 8 h 23"/>
                <a:gd name="T20" fmla="*/ 30 w 51"/>
                <a:gd name="T21" fmla="*/ 10 h 23"/>
                <a:gd name="T22" fmla="*/ 28 w 51"/>
                <a:gd name="T23" fmla="*/ 10 h 23"/>
                <a:gd name="T24" fmla="*/ 25 w 51"/>
                <a:gd name="T25" fmla="*/ 9 h 23"/>
                <a:gd name="T26" fmla="*/ 25 w 51"/>
                <a:gd name="T27" fmla="*/ 10 h 23"/>
                <a:gd name="T28" fmla="*/ 22 w 51"/>
                <a:gd name="T29" fmla="*/ 13 h 23"/>
                <a:gd name="T30" fmla="*/ 21 w 51"/>
                <a:gd name="T31" fmla="*/ 9 h 23"/>
                <a:gd name="T32" fmla="*/ 12 w 51"/>
                <a:gd name="T33" fmla="*/ 10 h 23"/>
                <a:gd name="T34" fmla="*/ 11 w 51"/>
                <a:gd name="T35" fmla="*/ 14 h 23"/>
                <a:gd name="T36" fmla="*/ 11 w 51"/>
                <a:gd name="T37" fmla="*/ 15 h 23"/>
                <a:gd name="T38" fmla="*/ 15 w 51"/>
                <a:gd name="T39" fmla="*/ 13 h 23"/>
                <a:gd name="T40" fmla="*/ 17 w 51"/>
                <a:gd name="T41" fmla="*/ 13 h 23"/>
                <a:gd name="T42" fmla="*/ 8 w 51"/>
                <a:gd name="T43" fmla="*/ 20 h 23"/>
                <a:gd name="T44" fmla="*/ 0 w 51"/>
                <a:gd name="T45" fmla="*/ 9 h 23"/>
                <a:gd name="T46" fmla="*/ 0 w 51"/>
                <a:gd name="T47" fmla="*/ 10 h 23"/>
                <a:gd name="T48" fmla="*/ 0 w 51"/>
                <a:gd name="T49" fmla="*/ 12 h 23"/>
                <a:gd name="T50" fmla="*/ 9 w 51"/>
                <a:gd name="T51" fmla="*/ 23 h 23"/>
                <a:gd name="T52" fmla="*/ 15 w 51"/>
                <a:gd name="T53" fmla="*/ 20 h 23"/>
                <a:gd name="T54" fmla="*/ 19 w 51"/>
                <a:gd name="T55" fmla="*/ 14 h 23"/>
                <a:gd name="T56" fmla="*/ 22 w 51"/>
                <a:gd name="T57" fmla="*/ 16 h 23"/>
                <a:gd name="T58" fmla="*/ 27 w 51"/>
                <a:gd name="T59" fmla="*/ 13 h 23"/>
                <a:gd name="T60" fmla="*/ 34 w 51"/>
                <a:gd name="T61" fmla="*/ 10 h 23"/>
                <a:gd name="T62" fmla="*/ 36 w 51"/>
                <a:gd name="T63" fmla="*/ 11 h 23"/>
                <a:gd name="T64" fmla="*/ 42 w 51"/>
                <a:gd name="T65" fmla="*/ 8 h 23"/>
                <a:gd name="T66" fmla="*/ 44 w 51"/>
                <a:gd name="T67" fmla="*/ 9 h 23"/>
                <a:gd name="T68" fmla="*/ 46 w 51"/>
                <a:gd name="T69" fmla="*/ 7 h 23"/>
                <a:gd name="T70" fmla="*/ 48 w 51"/>
                <a:gd name="T71" fmla="*/ 8 h 23"/>
                <a:gd name="T72" fmla="*/ 49 w 51"/>
                <a:gd name="T73" fmla="*/ 8 h 23"/>
                <a:gd name="T74" fmla="*/ 51 w 51"/>
                <a:gd name="T75" fmla="*/ 6 h 23"/>
                <a:gd name="T76" fmla="*/ 51 w 51"/>
                <a:gd name="T77" fmla="*/ 5 h 23"/>
                <a:gd name="T78" fmla="*/ 48 w 51"/>
                <a:gd name="T79" fmla="*/ 0 h 23"/>
                <a:gd name="T80" fmla="*/ 48 w 51"/>
                <a:gd name="T8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1" h="23">
                  <a:moveTo>
                    <a:pt x="48" y="2"/>
                  </a:moveTo>
                  <a:cubicBezTo>
                    <a:pt x="48" y="3"/>
                    <a:pt x="49" y="4"/>
                    <a:pt x="49" y="5"/>
                  </a:cubicBezTo>
                  <a:cubicBezTo>
                    <a:pt x="49" y="5"/>
                    <a:pt x="49" y="5"/>
                    <a:pt x="48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6"/>
                    <a:pt x="45" y="5"/>
                    <a:pt x="44" y="6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8"/>
                    <a:pt x="38" y="6"/>
                    <a:pt x="36" y="8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0" y="10"/>
                    <a:pt x="30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7" y="9"/>
                    <a:pt x="25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2"/>
                    <a:pt x="23" y="12"/>
                    <a:pt x="22" y="13"/>
                  </a:cubicBezTo>
                  <a:cubicBezTo>
                    <a:pt x="19" y="14"/>
                    <a:pt x="21" y="11"/>
                    <a:pt x="21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3" y="14"/>
                    <a:pt x="13" y="13"/>
                    <a:pt x="15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6"/>
                    <a:pt x="10" y="20"/>
                    <a:pt x="8" y="20"/>
                  </a:cubicBezTo>
                  <a:cubicBezTo>
                    <a:pt x="7" y="20"/>
                    <a:pt x="2" y="10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7" y="23"/>
                    <a:pt x="9" y="23"/>
                  </a:cubicBezTo>
                  <a:cubicBezTo>
                    <a:pt x="10" y="23"/>
                    <a:pt x="14" y="20"/>
                    <a:pt x="15" y="20"/>
                  </a:cubicBezTo>
                  <a:cubicBezTo>
                    <a:pt x="18" y="18"/>
                    <a:pt x="18" y="17"/>
                    <a:pt x="19" y="14"/>
                  </a:cubicBezTo>
                  <a:cubicBezTo>
                    <a:pt x="20" y="15"/>
                    <a:pt x="20" y="16"/>
                    <a:pt x="22" y="16"/>
                  </a:cubicBezTo>
                  <a:cubicBezTo>
                    <a:pt x="25" y="16"/>
                    <a:pt x="26" y="15"/>
                    <a:pt x="27" y="13"/>
                  </a:cubicBezTo>
                  <a:cubicBezTo>
                    <a:pt x="29" y="14"/>
                    <a:pt x="34" y="12"/>
                    <a:pt x="34" y="10"/>
                  </a:cubicBezTo>
                  <a:cubicBezTo>
                    <a:pt x="35" y="10"/>
                    <a:pt x="36" y="11"/>
                    <a:pt x="36" y="11"/>
                  </a:cubicBezTo>
                  <a:cubicBezTo>
                    <a:pt x="38" y="11"/>
                    <a:pt x="41" y="9"/>
                    <a:pt x="42" y="8"/>
                  </a:cubicBezTo>
                  <a:cubicBezTo>
                    <a:pt x="42" y="8"/>
                    <a:pt x="43" y="9"/>
                    <a:pt x="44" y="9"/>
                  </a:cubicBezTo>
                  <a:cubicBezTo>
                    <a:pt x="45" y="9"/>
                    <a:pt x="45" y="8"/>
                    <a:pt x="46" y="7"/>
                  </a:cubicBezTo>
                  <a:cubicBezTo>
                    <a:pt x="47" y="8"/>
                    <a:pt x="47" y="8"/>
                    <a:pt x="4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1" y="7"/>
                    <a:pt x="51" y="6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3"/>
                    <a:pt x="50" y="1"/>
                    <a:pt x="48" y="0"/>
                  </a:cubicBezTo>
                  <a:cubicBezTo>
                    <a:pt x="48" y="1"/>
                    <a:pt x="48" y="1"/>
                    <a:pt x="48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4" name="îṣlíḋè"/>
            <p:cNvSpPr/>
            <p:nvPr/>
          </p:nvSpPr>
          <p:spPr bwMode="auto">
            <a:xfrm>
              <a:off x="9989870" y="645780"/>
              <a:ext cx="21730" cy="98399"/>
            </a:xfrm>
            <a:custGeom>
              <a:avLst/>
              <a:gdLst>
                <a:gd name="T0" fmla="*/ 8 w 13"/>
                <a:gd name="T1" fmla="*/ 2 h 58"/>
                <a:gd name="T2" fmla="*/ 10 w 13"/>
                <a:gd name="T3" fmla="*/ 2 h 58"/>
                <a:gd name="T4" fmla="*/ 6 w 13"/>
                <a:gd name="T5" fmla="*/ 5 h 58"/>
                <a:gd name="T6" fmla="*/ 9 w 13"/>
                <a:gd name="T7" fmla="*/ 7 h 58"/>
                <a:gd name="T8" fmla="*/ 8 w 13"/>
                <a:gd name="T9" fmla="*/ 8 h 58"/>
                <a:gd name="T10" fmla="*/ 5 w 13"/>
                <a:gd name="T11" fmla="*/ 8 h 58"/>
                <a:gd name="T12" fmla="*/ 7 w 13"/>
                <a:gd name="T13" fmla="*/ 11 h 58"/>
                <a:gd name="T14" fmla="*/ 3 w 13"/>
                <a:gd name="T15" fmla="*/ 16 h 58"/>
                <a:gd name="T16" fmla="*/ 3 w 13"/>
                <a:gd name="T17" fmla="*/ 16 h 58"/>
                <a:gd name="T18" fmla="*/ 5 w 13"/>
                <a:gd name="T19" fmla="*/ 18 h 58"/>
                <a:gd name="T20" fmla="*/ 4 w 13"/>
                <a:gd name="T21" fmla="*/ 23 h 58"/>
                <a:gd name="T22" fmla="*/ 1 w 13"/>
                <a:gd name="T23" fmla="*/ 24 h 58"/>
                <a:gd name="T24" fmla="*/ 4 w 13"/>
                <a:gd name="T25" fmla="*/ 27 h 58"/>
                <a:gd name="T26" fmla="*/ 3 w 13"/>
                <a:gd name="T27" fmla="*/ 31 h 58"/>
                <a:gd name="T28" fmla="*/ 0 w 13"/>
                <a:gd name="T29" fmla="*/ 33 h 58"/>
                <a:gd name="T30" fmla="*/ 1 w 13"/>
                <a:gd name="T31" fmla="*/ 33 h 58"/>
                <a:gd name="T32" fmla="*/ 3 w 13"/>
                <a:gd name="T33" fmla="*/ 35 h 58"/>
                <a:gd name="T34" fmla="*/ 3 w 13"/>
                <a:gd name="T35" fmla="*/ 38 h 58"/>
                <a:gd name="T36" fmla="*/ 0 w 13"/>
                <a:gd name="T37" fmla="*/ 41 h 58"/>
                <a:gd name="T38" fmla="*/ 3 w 13"/>
                <a:gd name="T39" fmla="*/ 44 h 58"/>
                <a:gd name="T40" fmla="*/ 3 w 13"/>
                <a:gd name="T41" fmla="*/ 46 h 58"/>
                <a:gd name="T42" fmla="*/ 3 w 13"/>
                <a:gd name="T43" fmla="*/ 47 h 58"/>
                <a:gd name="T44" fmla="*/ 7 w 13"/>
                <a:gd name="T45" fmla="*/ 50 h 58"/>
                <a:gd name="T46" fmla="*/ 9 w 13"/>
                <a:gd name="T47" fmla="*/ 49 h 58"/>
                <a:gd name="T48" fmla="*/ 9 w 13"/>
                <a:gd name="T49" fmla="*/ 47 h 58"/>
                <a:gd name="T50" fmla="*/ 10 w 13"/>
                <a:gd name="T51" fmla="*/ 50 h 58"/>
                <a:gd name="T52" fmla="*/ 10 w 13"/>
                <a:gd name="T53" fmla="*/ 54 h 58"/>
                <a:gd name="T54" fmla="*/ 4 w 13"/>
                <a:gd name="T55" fmla="*/ 57 h 58"/>
                <a:gd name="T56" fmla="*/ 5 w 13"/>
                <a:gd name="T57" fmla="*/ 58 h 58"/>
                <a:gd name="T58" fmla="*/ 9 w 13"/>
                <a:gd name="T59" fmla="*/ 58 h 58"/>
                <a:gd name="T60" fmla="*/ 13 w 13"/>
                <a:gd name="T61" fmla="*/ 53 h 58"/>
                <a:gd name="T62" fmla="*/ 13 w 13"/>
                <a:gd name="T63" fmla="*/ 52 h 58"/>
                <a:gd name="T64" fmla="*/ 8 w 13"/>
                <a:gd name="T65" fmla="*/ 45 h 58"/>
                <a:gd name="T66" fmla="*/ 7 w 13"/>
                <a:gd name="T67" fmla="*/ 47 h 58"/>
                <a:gd name="T68" fmla="*/ 7 w 13"/>
                <a:gd name="T69" fmla="*/ 48 h 58"/>
                <a:gd name="T70" fmla="*/ 6 w 13"/>
                <a:gd name="T71" fmla="*/ 43 h 58"/>
                <a:gd name="T72" fmla="*/ 4 w 13"/>
                <a:gd name="T73" fmla="*/ 42 h 58"/>
                <a:gd name="T74" fmla="*/ 6 w 13"/>
                <a:gd name="T75" fmla="*/ 38 h 58"/>
                <a:gd name="T76" fmla="*/ 6 w 13"/>
                <a:gd name="T77" fmla="*/ 35 h 58"/>
                <a:gd name="T78" fmla="*/ 5 w 13"/>
                <a:gd name="T79" fmla="*/ 33 h 58"/>
                <a:gd name="T80" fmla="*/ 7 w 13"/>
                <a:gd name="T81" fmla="*/ 27 h 58"/>
                <a:gd name="T82" fmla="*/ 6 w 13"/>
                <a:gd name="T83" fmla="*/ 25 h 58"/>
                <a:gd name="T84" fmla="*/ 7 w 13"/>
                <a:gd name="T85" fmla="*/ 23 h 58"/>
                <a:gd name="T86" fmla="*/ 8 w 13"/>
                <a:gd name="T87" fmla="*/ 18 h 58"/>
                <a:gd name="T88" fmla="*/ 7 w 13"/>
                <a:gd name="T89" fmla="*/ 17 h 58"/>
                <a:gd name="T90" fmla="*/ 9 w 13"/>
                <a:gd name="T91" fmla="*/ 16 h 58"/>
                <a:gd name="T92" fmla="*/ 10 w 13"/>
                <a:gd name="T93" fmla="*/ 12 h 58"/>
                <a:gd name="T94" fmla="*/ 9 w 13"/>
                <a:gd name="T95" fmla="*/ 9 h 58"/>
                <a:gd name="T96" fmla="*/ 11 w 13"/>
                <a:gd name="T97" fmla="*/ 8 h 58"/>
                <a:gd name="T98" fmla="*/ 10 w 13"/>
                <a:gd name="T99" fmla="*/ 6 h 58"/>
                <a:gd name="T100" fmla="*/ 13 w 13"/>
                <a:gd name="T101" fmla="*/ 4 h 58"/>
                <a:gd name="T102" fmla="*/ 13 w 13"/>
                <a:gd name="T103" fmla="*/ 3 h 58"/>
                <a:gd name="T104" fmla="*/ 9 w 13"/>
                <a:gd name="T105" fmla="*/ 0 h 58"/>
                <a:gd name="T106" fmla="*/ 6 w 13"/>
                <a:gd name="T107" fmla="*/ 0 h 58"/>
                <a:gd name="T108" fmla="*/ 8 w 13"/>
                <a:gd name="T109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" h="58">
                  <a:moveTo>
                    <a:pt x="8" y="2"/>
                  </a:moveTo>
                  <a:cubicBezTo>
                    <a:pt x="10" y="2"/>
                    <a:pt x="10" y="2"/>
                    <a:pt x="10" y="2"/>
                  </a:cubicBezTo>
                  <a:cubicBezTo>
                    <a:pt x="10" y="5"/>
                    <a:pt x="9" y="3"/>
                    <a:pt x="6" y="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9"/>
                    <a:pt x="7" y="10"/>
                    <a:pt x="7" y="11"/>
                  </a:cubicBezTo>
                  <a:cubicBezTo>
                    <a:pt x="7" y="14"/>
                    <a:pt x="6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2" y="34"/>
                    <a:pt x="3" y="34"/>
                    <a:pt x="3" y="35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40"/>
                    <a:pt x="2" y="40"/>
                    <a:pt x="0" y="41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3" y="45"/>
                    <a:pt x="3" y="46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8"/>
                    <a:pt x="5" y="50"/>
                    <a:pt x="7" y="50"/>
                  </a:cubicBezTo>
                  <a:cubicBezTo>
                    <a:pt x="7" y="50"/>
                    <a:pt x="8" y="49"/>
                    <a:pt x="9" y="49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7"/>
                    <a:pt x="10" y="48"/>
                    <a:pt x="10" y="50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56"/>
                    <a:pt x="7" y="57"/>
                    <a:pt x="4" y="57"/>
                  </a:cubicBezTo>
                  <a:cubicBezTo>
                    <a:pt x="4" y="58"/>
                    <a:pt x="4" y="58"/>
                    <a:pt x="5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2" y="58"/>
                    <a:pt x="13" y="56"/>
                    <a:pt x="13" y="53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3" y="49"/>
                    <a:pt x="11" y="45"/>
                    <a:pt x="8" y="45"/>
                  </a:cubicBezTo>
                  <a:cubicBezTo>
                    <a:pt x="7" y="45"/>
                    <a:pt x="7" y="45"/>
                    <a:pt x="7" y="47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5" y="47"/>
                    <a:pt x="6" y="46"/>
                    <a:pt x="6" y="43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5" y="41"/>
                    <a:pt x="6" y="40"/>
                    <a:pt x="6" y="3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4"/>
                    <a:pt x="5" y="34"/>
                    <a:pt x="5" y="33"/>
                  </a:cubicBezTo>
                  <a:cubicBezTo>
                    <a:pt x="6" y="32"/>
                    <a:pt x="7" y="30"/>
                    <a:pt x="7" y="27"/>
                  </a:cubicBezTo>
                  <a:cubicBezTo>
                    <a:pt x="7" y="26"/>
                    <a:pt x="6" y="26"/>
                    <a:pt x="6" y="25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3"/>
                    <a:pt x="10" y="13"/>
                    <a:pt x="10" y="12"/>
                  </a:cubicBezTo>
                  <a:cubicBezTo>
                    <a:pt x="10" y="10"/>
                    <a:pt x="9" y="11"/>
                    <a:pt x="9" y="9"/>
                  </a:cubicBezTo>
                  <a:cubicBezTo>
                    <a:pt x="10" y="9"/>
                    <a:pt x="11" y="10"/>
                    <a:pt x="11" y="8"/>
                  </a:cubicBezTo>
                  <a:cubicBezTo>
                    <a:pt x="11" y="7"/>
                    <a:pt x="11" y="8"/>
                    <a:pt x="10" y="6"/>
                  </a:cubicBezTo>
                  <a:cubicBezTo>
                    <a:pt x="12" y="6"/>
                    <a:pt x="13" y="5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0" y="0"/>
                    <a:pt x="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7" y="2"/>
                    <a:pt x="8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5" name="ïṩḷîdè"/>
            <p:cNvSpPr/>
            <p:nvPr/>
          </p:nvSpPr>
          <p:spPr bwMode="auto">
            <a:xfrm>
              <a:off x="10129268" y="893417"/>
              <a:ext cx="30340" cy="37310"/>
            </a:xfrm>
            <a:custGeom>
              <a:avLst/>
              <a:gdLst>
                <a:gd name="T0" fmla="*/ 4 w 18"/>
                <a:gd name="T1" fmla="*/ 11 h 22"/>
                <a:gd name="T2" fmla="*/ 10 w 18"/>
                <a:gd name="T3" fmla="*/ 3 h 22"/>
                <a:gd name="T4" fmla="*/ 14 w 18"/>
                <a:gd name="T5" fmla="*/ 6 h 22"/>
                <a:gd name="T6" fmla="*/ 14 w 18"/>
                <a:gd name="T7" fmla="*/ 8 h 22"/>
                <a:gd name="T8" fmla="*/ 18 w 18"/>
                <a:gd name="T9" fmla="*/ 9 h 22"/>
                <a:gd name="T10" fmla="*/ 18 w 18"/>
                <a:gd name="T11" fmla="*/ 7 h 22"/>
                <a:gd name="T12" fmla="*/ 11 w 18"/>
                <a:gd name="T13" fmla="*/ 0 h 22"/>
                <a:gd name="T14" fmla="*/ 9 w 18"/>
                <a:gd name="T15" fmla="*/ 0 h 22"/>
                <a:gd name="T16" fmla="*/ 0 w 18"/>
                <a:gd name="T17" fmla="*/ 11 h 22"/>
                <a:gd name="T18" fmla="*/ 0 w 18"/>
                <a:gd name="T19" fmla="*/ 13 h 22"/>
                <a:gd name="T20" fmla="*/ 8 w 18"/>
                <a:gd name="T21" fmla="*/ 21 h 22"/>
                <a:gd name="T22" fmla="*/ 8 w 18"/>
                <a:gd name="T23" fmla="*/ 21 h 22"/>
                <a:gd name="T24" fmla="*/ 12 w 18"/>
                <a:gd name="T25" fmla="*/ 19 h 22"/>
                <a:gd name="T26" fmla="*/ 12 w 18"/>
                <a:gd name="T27" fmla="*/ 22 h 22"/>
                <a:gd name="T28" fmla="*/ 14 w 18"/>
                <a:gd name="T29" fmla="*/ 22 h 22"/>
                <a:gd name="T30" fmla="*/ 17 w 18"/>
                <a:gd name="T31" fmla="*/ 11 h 22"/>
                <a:gd name="T32" fmla="*/ 10 w 18"/>
                <a:gd name="T33" fmla="*/ 9 h 22"/>
                <a:gd name="T34" fmla="*/ 9 w 18"/>
                <a:gd name="T35" fmla="*/ 13 h 22"/>
                <a:gd name="T36" fmla="*/ 13 w 18"/>
                <a:gd name="T37" fmla="*/ 14 h 22"/>
                <a:gd name="T38" fmla="*/ 9 w 18"/>
                <a:gd name="T39" fmla="*/ 17 h 22"/>
                <a:gd name="T40" fmla="*/ 4 w 18"/>
                <a:gd name="T41" fmla="*/ 12 h 22"/>
                <a:gd name="T42" fmla="*/ 4 w 18"/>
                <a:gd name="T4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22">
                  <a:moveTo>
                    <a:pt x="4" y="11"/>
                  </a:moveTo>
                  <a:cubicBezTo>
                    <a:pt x="4" y="8"/>
                    <a:pt x="7" y="3"/>
                    <a:pt x="10" y="3"/>
                  </a:cubicBezTo>
                  <a:cubicBezTo>
                    <a:pt x="12" y="3"/>
                    <a:pt x="14" y="5"/>
                    <a:pt x="14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3"/>
                    <a:pt x="14" y="0"/>
                    <a:pt x="1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6"/>
                    <a:pt x="0" y="1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4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0" y="21"/>
                    <a:pt x="11" y="20"/>
                    <a:pt x="12" y="19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6"/>
                    <a:pt x="11" y="17"/>
                    <a:pt x="9" y="17"/>
                  </a:cubicBezTo>
                  <a:cubicBezTo>
                    <a:pt x="6" y="17"/>
                    <a:pt x="4" y="15"/>
                    <a:pt x="4" y="12"/>
                  </a:cubicBezTo>
                  <a:lnTo>
                    <a:pt x="4" y="1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6" name="îŝļîḋe"/>
            <p:cNvSpPr/>
            <p:nvPr/>
          </p:nvSpPr>
          <p:spPr bwMode="auto">
            <a:xfrm>
              <a:off x="10016929" y="815518"/>
              <a:ext cx="41819" cy="40590"/>
            </a:xfrm>
            <a:custGeom>
              <a:avLst/>
              <a:gdLst>
                <a:gd name="T0" fmla="*/ 14 w 25"/>
                <a:gd name="T1" fmla="*/ 8 h 24"/>
                <a:gd name="T2" fmla="*/ 14 w 25"/>
                <a:gd name="T3" fmla="*/ 8 h 24"/>
                <a:gd name="T4" fmla="*/ 12 w 25"/>
                <a:gd name="T5" fmla="*/ 17 h 24"/>
                <a:gd name="T6" fmla="*/ 20 w 25"/>
                <a:gd name="T7" fmla="*/ 3 h 24"/>
                <a:gd name="T8" fmla="*/ 17 w 25"/>
                <a:gd name="T9" fmla="*/ 0 h 24"/>
                <a:gd name="T10" fmla="*/ 0 w 25"/>
                <a:gd name="T11" fmla="*/ 12 h 24"/>
                <a:gd name="T12" fmla="*/ 2 w 25"/>
                <a:gd name="T13" fmla="*/ 15 h 24"/>
                <a:gd name="T14" fmla="*/ 13 w 25"/>
                <a:gd name="T15" fmla="*/ 7 h 24"/>
                <a:gd name="T16" fmla="*/ 13 w 25"/>
                <a:gd name="T17" fmla="*/ 8 h 24"/>
                <a:gd name="T18" fmla="*/ 7 w 25"/>
                <a:gd name="T19" fmla="*/ 21 h 24"/>
                <a:gd name="T20" fmla="*/ 9 w 25"/>
                <a:gd name="T21" fmla="*/ 24 h 24"/>
                <a:gd name="T22" fmla="*/ 25 w 25"/>
                <a:gd name="T23" fmla="*/ 12 h 24"/>
                <a:gd name="T24" fmla="*/ 24 w 25"/>
                <a:gd name="T25" fmla="*/ 9 h 24"/>
                <a:gd name="T26" fmla="*/ 12 w 25"/>
                <a:gd name="T27" fmla="*/ 1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24">
                  <a:moveTo>
                    <a:pt x="14" y="8"/>
                  </a:moveTo>
                  <a:cubicBezTo>
                    <a:pt x="13" y="8"/>
                    <a:pt x="14" y="7"/>
                    <a:pt x="14" y="8"/>
                  </a:cubicBezTo>
                  <a:close/>
                  <a:moveTo>
                    <a:pt x="12" y="17"/>
                  </a:moveTo>
                  <a:cubicBezTo>
                    <a:pt x="13" y="15"/>
                    <a:pt x="20" y="4"/>
                    <a:pt x="20" y="3"/>
                  </a:cubicBezTo>
                  <a:cubicBezTo>
                    <a:pt x="20" y="3"/>
                    <a:pt x="18" y="0"/>
                    <a:pt x="17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4" y="9"/>
                    <a:pt x="24" y="9"/>
                    <a:pt x="24" y="9"/>
                  </a:cubicBezTo>
                  <a:lnTo>
                    <a:pt x="12" y="17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7" name="íṧľîḍe"/>
            <p:cNvSpPr/>
            <p:nvPr/>
          </p:nvSpPr>
          <p:spPr bwMode="auto">
            <a:xfrm>
              <a:off x="10095648" y="878247"/>
              <a:ext cx="37310" cy="42230"/>
            </a:xfrm>
            <a:custGeom>
              <a:avLst/>
              <a:gdLst>
                <a:gd name="T0" fmla="*/ 22 w 22"/>
                <a:gd name="T1" fmla="*/ 6 h 25"/>
                <a:gd name="T2" fmla="*/ 18 w 22"/>
                <a:gd name="T3" fmla="*/ 5 h 25"/>
                <a:gd name="T4" fmla="*/ 13 w 22"/>
                <a:gd name="T5" fmla="*/ 18 h 25"/>
                <a:gd name="T6" fmla="*/ 12 w 22"/>
                <a:gd name="T7" fmla="*/ 2 h 25"/>
                <a:gd name="T8" fmla="*/ 9 w 22"/>
                <a:gd name="T9" fmla="*/ 0 h 25"/>
                <a:gd name="T10" fmla="*/ 0 w 22"/>
                <a:gd name="T11" fmla="*/ 19 h 25"/>
                <a:gd name="T12" fmla="*/ 3 w 22"/>
                <a:gd name="T13" fmla="*/ 20 h 25"/>
                <a:gd name="T14" fmla="*/ 9 w 22"/>
                <a:gd name="T15" fmla="*/ 8 h 25"/>
                <a:gd name="T16" fmla="*/ 10 w 22"/>
                <a:gd name="T17" fmla="*/ 24 h 25"/>
                <a:gd name="T18" fmla="*/ 13 w 22"/>
                <a:gd name="T19" fmla="*/ 25 h 25"/>
                <a:gd name="T20" fmla="*/ 22 w 22"/>
                <a:gd name="T21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25">
                  <a:moveTo>
                    <a:pt x="22" y="6"/>
                  </a:moveTo>
                  <a:cubicBezTo>
                    <a:pt x="18" y="5"/>
                    <a:pt x="18" y="5"/>
                    <a:pt x="18" y="5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9" y="0"/>
                    <a:pt x="9" y="0"/>
                  </a:cubicBezTo>
                  <a:cubicBezTo>
                    <a:pt x="8" y="0"/>
                    <a:pt x="0" y="17"/>
                    <a:pt x="0" y="19"/>
                  </a:cubicBezTo>
                  <a:cubicBezTo>
                    <a:pt x="1" y="19"/>
                    <a:pt x="2" y="20"/>
                    <a:pt x="3" y="20"/>
                  </a:cubicBezTo>
                  <a:cubicBezTo>
                    <a:pt x="4" y="20"/>
                    <a:pt x="8" y="9"/>
                    <a:pt x="9" y="8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2" y="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8" name="îṧ1iďê"/>
            <p:cNvSpPr/>
            <p:nvPr/>
          </p:nvSpPr>
          <p:spPr bwMode="auto">
            <a:xfrm>
              <a:off x="10217007" y="891777"/>
              <a:ext cx="29930" cy="42230"/>
            </a:xfrm>
            <a:custGeom>
              <a:avLst/>
              <a:gdLst>
                <a:gd name="T0" fmla="*/ 2 w 18"/>
                <a:gd name="T1" fmla="*/ 4 h 25"/>
                <a:gd name="T2" fmla="*/ 0 w 18"/>
                <a:gd name="T3" fmla="*/ 5 h 25"/>
                <a:gd name="T4" fmla="*/ 4 w 18"/>
                <a:gd name="T5" fmla="*/ 25 h 25"/>
                <a:gd name="T6" fmla="*/ 7 w 18"/>
                <a:gd name="T7" fmla="*/ 25 h 25"/>
                <a:gd name="T8" fmla="*/ 5 w 18"/>
                <a:gd name="T9" fmla="*/ 11 h 25"/>
                <a:gd name="T10" fmla="*/ 5 w 18"/>
                <a:gd name="T11" fmla="*/ 11 h 25"/>
                <a:gd name="T12" fmla="*/ 15 w 18"/>
                <a:gd name="T13" fmla="*/ 23 h 25"/>
                <a:gd name="T14" fmla="*/ 18 w 18"/>
                <a:gd name="T15" fmla="*/ 22 h 25"/>
                <a:gd name="T16" fmla="*/ 15 w 18"/>
                <a:gd name="T17" fmla="*/ 4 h 25"/>
                <a:gd name="T18" fmla="*/ 12 w 18"/>
                <a:gd name="T19" fmla="*/ 6 h 25"/>
                <a:gd name="T20" fmla="*/ 13 w 18"/>
                <a:gd name="T21" fmla="*/ 16 h 25"/>
                <a:gd name="T22" fmla="*/ 3 w 18"/>
                <a:gd name="T23" fmla="*/ 4 h 25"/>
                <a:gd name="T24" fmla="*/ 2 w 18"/>
                <a:gd name="T25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5">
                  <a:moveTo>
                    <a:pt x="2" y="4"/>
                  </a:moveTo>
                  <a:cubicBezTo>
                    <a:pt x="1" y="4"/>
                    <a:pt x="1" y="4"/>
                    <a:pt x="0" y="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18"/>
                    <a:pt x="16" y="9"/>
                    <a:pt x="15" y="4"/>
                  </a:cubicBezTo>
                  <a:cubicBezTo>
                    <a:pt x="15" y="1"/>
                    <a:pt x="10" y="0"/>
                    <a:pt x="12" y="6"/>
                  </a:cubicBezTo>
                  <a:cubicBezTo>
                    <a:pt x="12" y="8"/>
                    <a:pt x="13" y="13"/>
                    <a:pt x="13" y="16"/>
                  </a:cubicBezTo>
                  <a:cubicBezTo>
                    <a:pt x="10" y="14"/>
                    <a:pt x="5" y="4"/>
                    <a:pt x="3" y="4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9" name="ïśḷîḑê"/>
            <p:cNvSpPr/>
            <p:nvPr/>
          </p:nvSpPr>
          <p:spPr bwMode="auto">
            <a:xfrm>
              <a:off x="10302696" y="852827"/>
              <a:ext cx="41819" cy="38950"/>
            </a:xfrm>
            <a:custGeom>
              <a:avLst/>
              <a:gdLst>
                <a:gd name="T0" fmla="*/ 5 w 25"/>
                <a:gd name="T1" fmla="*/ 8 h 23"/>
                <a:gd name="T2" fmla="*/ 11 w 25"/>
                <a:gd name="T3" fmla="*/ 4 h 23"/>
                <a:gd name="T4" fmla="*/ 13 w 25"/>
                <a:gd name="T5" fmla="*/ 6 h 23"/>
                <a:gd name="T6" fmla="*/ 13 w 25"/>
                <a:gd name="T7" fmla="*/ 7 h 23"/>
                <a:gd name="T8" fmla="*/ 9 w 25"/>
                <a:gd name="T9" fmla="*/ 11 h 23"/>
                <a:gd name="T10" fmla="*/ 5 w 25"/>
                <a:gd name="T11" fmla="*/ 8 h 23"/>
                <a:gd name="T12" fmla="*/ 16 w 25"/>
                <a:gd name="T13" fmla="*/ 8 h 23"/>
                <a:gd name="T14" fmla="*/ 11 w 25"/>
                <a:gd name="T15" fmla="*/ 0 h 23"/>
                <a:gd name="T16" fmla="*/ 0 w 25"/>
                <a:gd name="T17" fmla="*/ 8 h 23"/>
                <a:gd name="T18" fmla="*/ 13 w 25"/>
                <a:gd name="T19" fmla="*/ 23 h 23"/>
                <a:gd name="T20" fmla="*/ 16 w 25"/>
                <a:gd name="T21" fmla="*/ 21 h 23"/>
                <a:gd name="T22" fmla="*/ 11 w 25"/>
                <a:gd name="T23" fmla="*/ 15 h 23"/>
                <a:gd name="T24" fmla="*/ 15 w 25"/>
                <a:gd name="T25" fmla="*/ 11 h 23"/>
                <a:gd name="T26" fmla="*/ 16 w 25"/>
                <a:gd name="T27" fmla="*/ 11 h 23"/>
                <a:gd name="T28" fmla="*/ 22 w 25"/>
                <a:gd name="T29" fmla="*/ 16 h 23"/>
                <a:gd name="T30" fmla="*/ 25 w 25"/>
                <a:gd name="T31" fmla="*/ 13 h 23"/>
                <a:gd name="T32" fmla="*/ 24 w 25"/>
                <a:gd name="T33" fmla="*/ 13 h 23"/>
                <a:gd name="T34" fmla="*/ 19 w 25"/>
                <a:gd name="T35" fmla="*/ 8 h 23"/>
                <a:gd name="T36" fmla="*/ 16 w 25"/>
                <a:gd name="T37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" h="23">
                  <a:moveTo>
                    <a:pt x="5" y="8"/>
                  </a:moveTo>
                  <a:cubicBezTo>
                    <a:pt x="7" y="7"/>
                    <a:pt x="8" y="4"/>
                    <a:pt x="11" y="4"/>
                  </a:cubicBezTo>
                  <a:cubicBezTo>
                    <a:pt x="12" y="4"/>
                    <a:pt x="13" y="5"/>
                    <a:pt x="13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9"/>
                    <a:pt x="10" y="11"/>
                    <a:pt x="9" y="11"/>
                  </a:cubicBezTo>
                  <a:cubicBezTo>
                    <a:pt x="5" y="8"/>
                    <a:pt x="5" y="8"/>
                    <a:pt x="5" y="8"/>
                  </a:cubicBezTo>
                  <a:close/>
                  <a:moveTo>
                    <a:pt x="16" y="8"/>
                  </a:moveTo>
                  <a:cubicBezTo>
                    <a:pt x="18" y="4"/>
                    <a:pt x="14" y="0"/>
                    <a:pt x="11" y="0"/>
                  </a:cubicBezTo>
                  <a:cubicBezTo>
                    <a:pt x="8" y="0"/>
                    <a:pt x="1" y="6"/>
                    <a:pt x="0" y="8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4"/>
                    <a:pt x="14" y="11"/>
                    <a:pt x="15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8" y="11"/>
                    <a:pt x="20" y="16"/>
                    <a:pt x="22" y="16"/>
                  </a:cubicBezTo>
                  <a:cubicBezTo>
                    <a:pt x="23" y="16"/>
                    <a:pt x="24" y="14"/>
                    <a:pt x="25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19" y="8"/>
                    <a:pt x="19" y="8"/>
                    <a:pt x="19" y="8"/>
                  </a:cubicBezTo>
                  <a:lnTo>
                    <a:pt x="16" y="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0" name="îs1ïḑe"/>
            <p:cNvSpPr/>
            <p:nvPr/>
          </p:nvSpPr>
          <p:spPr bwMode="auto">
            <a:xfrm>
              <a:off x="10369935" y="669560"/>
              <a:ext cx="45510" cy="28700"/>
            </a:xfrm>
            <a:custGeom>
              <a:avLst/>
              <a:gdLst>
                <a:gd name="T0" fmla="*/ 18 w 27"/>
                <a:gd name="T1" fmla="*/ 11 h 17"/>
                <a:gd name="T2" fmla="*/ 22 w 27"/>
                <a:gd name="T3" fmla="*/ 13 h 17"/>
                <a:gd name="T4" fmla="*/ 12 w 27"/>
                <a:gd name="T5" fmla="*/ 9 h 17"/>
                <a:gd name="T6" fmla="*/ 13 w 27"/>
                <a:gd name="T7" fmla="*/ 8 h 17"/>
                <a:gd name="T8" fmla="*/ 16 w 27"/>
                <a:gd name="T9" fmla="*/ 14 h 17"/>
                <a:gd name="T10" fmla="*/ 13 w 27"/>
                <a:gd name="T11" fmla="*/ 10 h 17"/>
                <a:gd name="T12" fmla="*/ 4 w 27"/>
                <a:gd name="T13" fmla="*/ 11 h 17"/>
                <a:gd name="T14" fmla="*/ 6 w 27"/>
                <a:gd name="T15" fmla="*/ 10 h 17"/>
                <a:gd name="T16" fmla="*/ 4 w 27"/>
                <a:gd name="T17" fmla="*/ 11 h 17"/>
                <a:gd name="T18" fmla="*/ 18 w 27"/>
                <a:gd name="T19" fmla="*/ 9 h 17"/>
                <a:gd name="T20" fmla="*/ 16 w 27"/>
                <a:gd name="T21" fmla="*/ 7 h 17"/>
                <a:gd name="T22" fmla="*/ 18 w 27"/>
                <a:gd name="T23" fmla="*/ 10 h 17"/>
                <a:gd name="T24" fmla="*/ 9 w 27"/>
                <a:gd name="T25" fmla="*/ 3 h 17"/>
                <a:gd name="T26" fmla="*/ 14 w 27"/>
                <a:gd name="T27" fmla="*/ 8 h 17"/>
                <a:gd name="T28" fmla="*/ 8 w 27"/>
                <a:gd name="T29" fmla="*/ 3 h 17"/>
                <a:gd name="T30" fmla="*/ 12 w 27"/>
                <a:gd name="T31" fmla="*/ 8 h 17"/>
                <a:gd name="T32" fmla="*/ 17 w 27"/>
                <a:gd name="T33" fmla="*/ 7 h 17"/>
                <a:gd name="T34" fmla="*/ 6 w 27"/>
                <a:gd name="T35" fmla="*/ 2 h 17"/>
                <a:gd name="T36" fmla="*/ 12 w 27"/>
                <a:gd name="T37" fmla="*/ 7 h 17"/>
                <a:gd name="T38" fmla="*/ 10 w 27"/>
                <a:gd name="T39" fmla="*/ 8 h 17"/>
                <a:gd name="T40" fmla="*/ 10 w 27"/>
                <a:gd name="T41" fmla="*/ 11 h 17"/>
                <a:gd name="T42" fmla="*/ 0 w 27"/>
                <a:gd name="T43" fmla="*/ 10 h 17"/>
                <a:gd name="T44" fmla="*/ 4 w 27"/>
                <a:gd name="T45" fmla="*/ 13 h 17"/>
                <a:gd name="T46" fmla="*/ 9 w 27"/>
                <a:gd name="T47" fmla="*/ 16 h 17"/>
                <a:gd name="T48" fmla="*/ 9 w 27"/>
                <a:gd name="T49" fmla="*/ 12 h 17"/>
                <a:gd name="T50" fmla="*/ 18 w 27"/>
                <a:gd name="T51" fmla="*/ 15 h 17"/>
                <a:gd name="T52" fmla="*/ 21 w 27"/>
                <a:gd name="T53" fmla="*/ 14 h 17"/>
                <a:gd name="T54" fmla="*/ 25 w 27"/>
                <a:gd name="T55" fmla="*/ 15 h 17"/>
                <a:gd name="T56" fmla="*/ 22 w 27"/>
                <a:gd name="T57" fmla="*/ 10 h 17"/>
                <a:gd name="T58" fmla="*/ 27 w 27"/>
                <a:gd name="T59" fmla="*/ 9 h 17"/>
                <a:gd name="T60" fmla="*/ 21 w 27"/>
                <a:gd name="T61" fmla="*/ 7 h 17"/>
                <a:gd name="T62" fmla="*/ 17 w 27"/>
                <a:gd name="T63" fmla="*/ 5 h 17"/>
                <a:gd name="T64" fmla="*/ 18 w 27"/>
                <a:gd name="T65" fmla="*/ 1 h 17"/>
                <a:gd name="T66" fmla="*/ 8 w 27"/>
                <a:gd name="T67" fmla="*/ 0 h 17"/>
                <a:gd name="T68" fmla="*/ 6 w 27"/>
                <a:gd name="T6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" h="17">
                  <a:moveTo>
                    <a:pt x="22" y="13"/>
                  </a:moveTo>
                  <a:cubicBezTo>
                    <a:pt x="20" y="13"/>
                    <a:pt x="18" y="13"/>
                    <a:pt x="18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1"/>
                    <a:pt x="22" y="12"/>
                    <a:pt x="22" y="13"/>
                  </a:cubicBezTo>
                  <a:close/>
                  <a:moveTo>
                    <a:pt x="13" y="10"/>
                  </a:moveTo>
                  <a:cubicBezTo>
                    <a:pt x="13" y="10"/>
                    <a:pt x="12" y="10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lose/>
                  <a:moveTo>
                    <a:pt x="4" y="11"/>
                  </a:moveTo>
                  <a:cubicBezTo>
                    <a:pt x="1" y="11"/>
                    <a:pt x="3" y="9"/>
                    <a:pt x="3" y="6"/>
                  </a:cubicBezTo>
                  <a:cubicBezTo>
                    <a:pt x="5" y="7"/>
                    <a:pt x="6" y="8"/>
                    <a:pt x="6" y="10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8" y="10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6" y="9"/>
                    <a:pt x="16" y="10"/>
                    <a:pt x="18" y="10"/>
                  </a:cubicBezTo>
                  <a:close/>
                  <a:moveTo>
                    <a:pt x="8" y="3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8" y="3"/>
                    <a:pt x="8" y="3"/>
                    <a:pt x="8" y="3"/>
                  </a:cubicBezTo>
                  <a:close/>
                  <a:moveTo>
                    <a:pt x="12" y="8"/>
                  </a:moveTo>
                  <a:cubicBezTo>
                    <a:pt x="13" y="7"/>
                    <a:pt x="11" y="8"/>
                    <a:pt x="12" y="8"/>
                  </a:cubicBezTo>
                  <a:close/>
                  <a:moveTo>
                    <a:pt x="14" y="4"/>
                  </a:moveTo>
                  <a:cubicBezTo>
                    <a:pt x="14" y="7"/>
                    <a:pt x="15" y="7"/>
                    <a:pt x="17" y="7"/>
                  </a:cubicBezTo>
                  <a:cubicBezTo>
                    <a:pt x="16" y="5"/>
                    <a:pt x="15" y="5"/>
                    <a:pt x="14" y="4"/>
                  </a:cubicBezTo>
                  <a:close/>
                  <a:moveTo>
                    <a:pt x="6" y="2"/>
                  </a:moveTo>
                  <a:cubicBezTo>
                    <a:pt x="6" y="5"/>
                    <a:pt x="6" y="5"/>
                    <a:pt x="6" y="5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3"/>
                    <a:pt x="0" y="10"/>
                    <a:pt x="0" y="10"/>
                  </a:cubicBezTo>
                  <a:cubicBezTo>
                    <a:pt x="0" y="11"/>
                    <a:pt x="1" y="13"/>
                    <a:pt x="2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2"/>
                    <a:pt x="7" y="12"/>
                  </a:cubicBezTo>
                  <a:cubicBezTo>
                    <a:pt x="7" y="13"/>
                    <a:pt x="7" y="16"/>
                    <a:pt x="9" y="16"/>
                  </a:cubicBezTo>
                  <a:cubicBezTo>
                    <a:pt x="10" y="16"/>
                    <a:pt x="11" y="15"/>
                    <a:pt x="11" y="14"/>
                  </a:cubicBezTo>
                  <a:cubicBezTo>
                    <a:pt x="11" y="13"/>
                    <a:pt x="10" y="12"/>
                    <a:pt x="9" y="12"/>
                  </a:cubicBezTo>
                  <a:cubicBezTo>
                    <a:pt x="14" y="12"/>
                    <a:pt x="15" y="17"/>
                    <a:pt x="16" y="17"/>
                  </a:cubicBezTo>
                  <a:cubicBezTo>
                    <a:pt x="17" y="17"/>
                    <a:pt x="18" y="16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5"/>
                    <a:pt x="23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5" y="12"/>
                    <a:pt x="24" y="13"/>
                    <a:pt x="22" y="12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1" name="îṡ1îḓe"/>
            <p:cNvSpPr/>
            <p:nvPr/>
          </p:nvSpPr>
          <p:spPr bwMode="auto">
            <a:xfrm>
              <a:off x="10280966" y="867997"/>
              <a:ext cx="36900" cy="42230"/>
            </a:xfrm>
            <a:custGeom>
              <a:avLst/>
              <a:gdLst>
                <a:gd name="T0" fmla="*/ 13 w 22"/>
                <a:gd name="T1" fmla="*/ 3 h 25"/>
                <a:gd name="T2" fmla="*/ 10 w 22"/>
                <a:gd name="T3" fmla="*/ 0 h 25"/>
                <a:gd name="T4" fmla="*/ 0 w 22"/>
                <a:gd name="T5" fmla="*/ 7 h 25"/>
                <a:gd name="T6" fmla="*/ 10 w 22"/>
                <a:gd name="T7" fmla="*/ 25 h 25"/>
                <a:gd name="T8" fmla="*/ 22 w 22"/>
                <a:gd name="T9" fmla="*/ 17 h 25"/>
                <a:gd name="T10" fmla="*/ 20 w 22"/>
                <a:gd name="T11" fmla="*/ 14 h 25"/>
                <a:gd name="T12" fmla="*/ 12 w 22"/>
                <a:gd name="T13" fmla="*/ 19 h 25"/>
                <a:gd name="T14" fmla="*/ 9 w 22"/>
                <a:gd name="T15" fmla="*/ 15 h 25"/>
                <a:gd name="T16" fmla="*/ 16 w 22"/>
                <a:gd name="T17" fmla="*/ 10 h 25"/>
                <a:gd name="T18" fmla="*/ 15 w 22"/>
                <a:gd name="T19" fmla="*/ 7 h 25"/>
                <a:gd name="T20" fmla="*/ 7 w 22"/>
                <a:gd name="T21" fmla="*/ 12 h 25"/>
                <a:gd name="T22" fmla="*/ 5 w 22"/>
                <a:gd name="T23" fmla="*/ 8 h 25"/>
                <a:gd name="T24" fmla="*/ 13 w 22"/>
                <a:gd name="T25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5">
                  <a:moveTo>
                    <a:pt x="13" y="3"/>
                  </a:moveTo>
                  <a:cubicBezTo>
                    <a:pt x="13" y="2"/>
                    <a:pt x="12" y="0"/>
                    <a:pt x="10" y="0"/>
                  </a:cubicBezTo>
                  <a:cubicBezTo>
                    <a:pt x="10" y="0"/>
                    <a:pt x="0" y="6"/>
                    <a:pt x="0" y="7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8"/>
                    <a:pt x="5" y="8"/>
                    <a:pt x="5" y="8"/>
                  </a:cubicBezTo>
                  <a:lnTo>
                    <a:pt x="13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2" name="íš1ïdé"/>
            <p:cNvSpPr/>
            <p:nvPr/>
          </p:nvSpPr>
          <p:spPr bwMode="auto">
            <a:xfrm>
              <a:off x="10327705" y="832327"/>
              <a:ext cx="33620" cy="34030"/>
            </a:xfrm>
            <a:custGeom>
              <a:avLst/>
              <a:gdLst>
                <a:gd name="T0" fmla="*/ 11 w 20"/>
                <a:gd name="T1" fmla="*/ 2 h 20"/>
                <a:gd name="T2" fmla="*/ 7 w 20"/>
                <a:gd name="T3" fmla="*/ 0 h 20"/>
                <a:gd name="T4" fmla="*/ 6 w 20"/>
                <a:gd name="T5" fmla="*/ 0 h 20"/>
                <a:gd name="T6" fmla="*/ 0 w 20"/>
                <a:gd name="T7" fmla="*/ 8 h 20"/>
                <a:gd name="T8" fmla="*/ 0 w 20"/>
                <a:gd name="T9" fmla="*/ 8 h 20"/>
                <a:gd name="T10" fmla="*/ 6 w 20"/>
                <a:gd name="T11" fmla="*/ 14 h 20"/>
                <a:gd name="T12" fmla="*/ 7 w 20"/>
                <a:gd name="T13" fmla="*/ 14 h 20"/>
                <a:gd name="T14" fmla="*/ 15 w 20"/>
                <a:gd name="T15" fmla="*/ 9 h 20"/>
                <a:gd name="T16" fmla="*/ 16 w 20"/>
                <a:gd name="T17" fmla="*/ 11 h 20"/>
                <a:gd name="T18" fmla="*/ 16 w 20"/>
                <a:gd name="T19" fmla="*/ 12 h 20"/>
                <a:gd name="T20" fmla="*/ 13 w 20"/>
                <a:gd name="T21" fmla="*/ 16 h 20"/>
                <a:gd name="T22" fmla="*/ 10 w 20"/>
                <a:gd name="T23" fmla="*/ 16 h 20"/>
                <a:gd name="T24" fmla="*/ 8 w 20"/>
                <a:gd name="T25" fmla="*/ 18 h 20"/>
                <a:gd name="T26" fmla="*/ 12 w 20"/>
                <a:gd name="T27" fmla="*/ 20 h 20"/>
                <a:gd name="T28" fmla="*/ 13 w 20"/>
                <a:gd name="T29" fmla="*/ 20 h 20"/>
                <a:gd name="T30" fmla="*/ 20 w 20"/>
                <a:gd name="T31" fmla="*/ 12 h 20"/>
                <a:gd name="T32" fmla="*/ 20 w 20"/>
                <a:gd name="T33" fmla="*/ 12 h 20"/>
                <a:gd name="T34" fmla="*/ 15 w 20"/>
                <a:gd name="T35" fmla="*/ 5 h 20"/>
                <a:gd name="T36" fmla="*/ 6 w 20"/>
                <a:gd name="T37" fmla="*/ 10 h 20"/>
                <a:gd name="T38" fmla="*/ 5 w 20"/>
                <a:gd name="T39" fmla="*/ 10 h 20"/>
                <a:gd name="T40" fmla="*/ 3 w 20"/>
                <a:gd name="T41" fmla="*/ 8 h 20"/>
                <a:gd name="T42" fmla="*/ 6 w 20"/>
                <a:gd name="T43" fmla="*/ 4 h 20"/>
                <a:gd name="T44" fmla="*/ 9 w 20"/>
                <a:gd name="T45" fmla="*/ 4 h 20"/>
                <a:gd name="T46" fmla="*/ 11 w 20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0">
                  <a:moveTo>
                    <a:pt x="11" y="2"/>
                  </a:moveTo>
                  <a:cubicBezTo>
                    <a:pt x="10" y="1"/>
                    <a:pt x="9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2"/>
                    <a:pt x="2" y="14"/>
                    <a:pt x="6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8" y="14"/>
                    <a:pt x="13" y="9"/>
                    <a:pt x="15" y="9"/>
                  </a:cubicBezTo>
                  <a:cubicBezTo>
                    <a:pt x="16" y="9"/>
                    <a:pt x="16" y="10"/>
                    <a:pt x="16" y="11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4"/>
                    <a:pt x="15" y="16"/>
                    <a:pt x="13" y="16"/>
                  </a:cubicBezTo>
                  <a:cubicBezTo>
                    <a:pt x="12" y="16"/>
                    <a:pt x="12" y="16"/>
                    <a:pt x="10" y="16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9"/>
                    <a:pt x="10" y="20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6" y="20"/>
                    <a:pt x="20" y="15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9"/>
                    <a:pt x="17" y="5"/>
                    <a:pt x="15" y="5"/>
                  </a:cubicBezTo>
                  <a:cubicBezTo>
                    <a:pt x="11" y="5"/>
                    <a:pt x="7" y="10"/>
                    <a:pt x="6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3" y="9"/>
                    <a:pt x="3" y="8"/>
                  </a:cubicBezTo>
                  <a:cubicBezTo>
                    <a:pt x="3" y="6"/>
                    <a:pt x="4" y="5"/>
                    <a:pt x="6" y="4"/>
                  </a:cubicBezTo>
                  <a:cubicBezTo>
                    <a:pt x="9" y="4"/>
                    <a:pt x="9" y="4"/>
                    <a:pt x="9" y="4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3" name="îşliḑé"/>
            <p:cNvSpPr/>
            <p:nvPr/>
          </p:nvSpPr>
          <p:spPr bwMode="auto">
            <a:xfrm>
              <a:off x="10188307" y="899977"/>
              <a:ext cx="25010" cy="35670"/>
            </a:xfrm>
            <a:custGeom>
              <a:avLst/>
              <a:gdLst>
                <a:gd name="T0" fmla="*/ 11 w 15"/>
                <a:gd name="T1" fmla="*/ 16 h 21"/>
                <a:gd name="T2" fmla="*/ 9 w 15"/>
                <a:gd name="T3" fmla="*/ 17 h 21"/>
                <a:gd name="T4" fmla="*/ 7 w 15"/>
                <a:gd name="T5" fmla="*/ 17 h 21"/>
                <a:gd name="T6" fmla="*/ 4 w 15"/>
                <a:gd name="T7" fmla="*/ 15 h 21"/>
                <a:gd name="T8" fmla="*/ 4 w 15"/>
                <a:gd name="T9" fmla="*/ 0 h 21"/>
                <a:gd name="T10" fmla="*/ 0 w 15"/>
                <a:gd name="T11" fmla="*/ 0 h 21"/>
                <a:gd name="T12" fmla="*/ 0 w 15"/>
                <a:gd name="T13" fmla="*/ 13 h 21"/>
                <a:gd name="T14" fmla="*/ 6 w 15"/>
                <a:gd name="T15" fmla="*/ 21 h 21"/>
                <a:gd name="T16" fmla="*/ 9 w 15"/>
                <a:gd name="T17" fmla="*/ 21 h 21"/>
                <a:gd name="T18" fmla="*/ 15 w 15"/>
                <a:gd name="T19" fmla="*/ 15 h 21"/>
                <a:gd name="T20" fmla="*/ 15 w 15"/>
                <a:gd name="T21" fmla="*/ 0 h 21"/>
                <a:gd name="T22" fmla="*/ 11 w 15"/>
                <a:gd name="T23" fmla="*/ 0 h 21"/>
                <a:gd name="T24" fmla="*/ 11 w 15"/>
                <a:gd name="T25" fmla="*/ 11 h 21"/>
                <a:gd name="T26" fmla="*/ 11 w 15"/>
                <a:gd name="T27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1">
                  <a:moveTo>
                    <a:pt x="11" y="16"/>
                  </a:moveTo>
                  <a:cubicBezTo>
                    <a:pt x="10" y="17"/>
                    <a:pt x="10" y="17"/>
                    <a:pt x="9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5" y="17"/>
                    <a:pt x="5" y="16"/>
                    <a:pt x="4" y="1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2" y="21"/>
                    <a:pt x="6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21"/>
                    <a:pt x="15" y="18"/>
                    <a:pt x="15" y="1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11"/>
                    <a:pt x="11" y="11"/>
                    <a:pt x="11" y="11"/>
                  </a:cubicBezTo>
                  <a:lnTo>
                    <a:pt x="11" y="1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4" name="íṥļïďé"/>
            <p:cNvSpPr/>
            <p:nvPr/>
          </p:nvSpPr>
          <p:spPr bwMode="auto">
            <a:xfrm>
              <a:off x="10220287" y="508842"/>
              <a:ext cx="43459" cy="31980"/>
            </a:xfrm>
            <a:custGeom>
              <a:avLst/>
              <a:gdLst>
                <a:gd name="T0" fmla="*/ 5 w 26"/>
                <a:gd name="T1" fmla="*/ 16 h 19"/>
                <a:gd name="T2" fmla="*/ 11 w 26"/>
                <a:gd name="T3" fmla="*/ 12 h 19"/>
                <a:gd name="T4" fmla="*/ 12 w 26"/>
                <a:gd name="T5" fmla="*/ 12 h 19"/>
                <a:gd name="T6" fmla="*/ 5 w 26"/>
                <a:gd name="T7" fmla="*/ 16 h 19"/>
                <a:gd name="T8" fmla="*/ 14 w 26"/>
                <a:gd name="T9" fmla="*/ 12 h 19"/>
                <a:gd name="T10" fmla="*/ 17 w 26"/>
                <a:gd name="T11" fmla="*/ 10 h 19"/>
                <a:gd name="T12" fmla="*/ 16 w 26"/>
                <a:gd name="T13" fmla="*/ 14 h 19"/>
                <a:gd name="T14" fmla="*/ 14 w 26"/>
                <a:gd name="T15" fmla="*/ 12 h 19"/>
                <a:gd name="T16" fmla="*/ 17 w 26"/>
                <a:gd name="T17" fmla="*/ 2 h 19"/>
                <a:gd name="T18" fmla="*/ 15 w 26"/>
                <a:gd name="T19" fmla="*/ 2 h 19"/>
                <a:gd name="T20" fmla="*/ 12 w 26"/>
                <a:gd name="T21" fmla="*/ 1 h 19"/>
                <a:gd name="T22" fmla="*/ 10 w 26"/>
                <a:gd name="T23" fmla="*/ 3 h 19"/>
                <a:gd name="T24" fmla="*/ 11 w 26"/>
                <a:gd name="T25" fmla="*/ 5 h 19"/>
                <a:gd name="T26" fmla="*/ 14 w 26"/>
                <a:gd name="T27" fmla="*/ 4 h 19"/>
                <a:gd name="T28" fmla="*/ 14 w 26"/>
                <a:gd name="T29" fmla="*/ 7 h 19"/>
                <a:gd name="T30" fmla="*/ 11 w 26"/>
                <a:gd name="T31" fmla="*/ 7 h 19"/>
                <a:gd name="T32" fmla="*/ 11 w 26"/>
                <a:gd name="T33" fmla="*/ 7 h 19"/>
                <a:gd name="T34" fmla="*/ 13 w 26"/>
                <a:gd name="T35" fmla="*/ 9 h 19"/>
                <a:gd name="T36" fmla="*/ 2 w 26"/>
                <a:gd name="T37" fmla="*/ 14 h 19"/>
                <a:gd name="T38" fmla="*/ 0 w 26"/>
                <a:gd name="T39" fmla="*/ 14 h 19"/>
                <a:gd name="T40" fmla="*/ 2 w 26"/>
                <a:gd name="T41" fmla="*/ 17 h 19"/>
                <a:gd name="T42" fmla="*/ 5 w 26"/>
                <a:gd name="T43" fmla="*/ 16 h 19"/>
                <a:gd name="T44" fmla="*/ 5 w 26"/>
                <a:gd name="T45" fmla="*/ 18 h 19"/>
                <a:gd name="T46" fmla="*/ 6 w 26"/>
                <a:gd name="T47" fmla="*/ 18 h 19"/>
                <a:gd name="T48" fmla="*/ 11 w 26"/>
                <a:gd name="T49" fmla="*/ 15 h 19"/>
                <a:gd name="T50" fmla="*/ 9 w 26"/>
                <a:gd name="T51" fmla="*/ 16 h 19"/>
                <a:gd name="T52" fmla="*/ 11 w 26"/>
                <a:gd name="T53" fmla="*/ 19 h 19"/>
                <a:gd name="T54" fmla="*/ 13 w 26"/>
                <a:gd name="T55" fmla="*/ 16 h 19"/>
                <a:gd name="T56" fmla="*/ 16 w 26"/>
                <a:gd name="T57" fmla="*/ 17 h 19"/>
                <a:gd name="T58" fmla="*/ 21 w 26"/>
                <a:gd name="T59" fmla="*/ 14 h 19"/>
                <a:gd name="T60" fmla="*/ 19 w 26"/>
                <a:gd name="T61" fmla="*/ 18 h 19"/>
                <a:gd name="T62" fmla="*/ 21 w 26"/>
                <a:gd name="T63" fmla="*/ 19 h 19"/>
                <a:gd name="T64" fmla="*/ 22 w 26"/>
                <a:gd name="T65" fmla="*/ 17 h 19"/>
                <a:gd name="T66" fmla="*/ 23 w 26"/>
                <a:gd name="T67" fmla="*/ 14 h 19"/>
                <a:gd name="T68" fmla="*/ 26 w 26"/>
                <a:gd name="T69" fmla="*/ 12 h 19"/>
                <a:gd name="T70" fmla="*/ 26 w 26"/>
                <a:gd name="T71" fmla="*/ 10 h 19"/>
                <a:gd name="T72" fmla="*/ 19 w 26"/>
                <a:gd name="T73" fmla="*/ 12 h 19"/>
                <a:gd name="T74" fmla="*/ 16 w 26"/>
                <a:gd name="T75" fmla="*/ 9 h 19"/>
                <a:gd name="T76" fmla="*/ 19 w 26"/>
                <a:gd name="T77" fmla="*/ 6 h 19"/>
                <a:gd name="T78" fmla="*/ 22 w 26"/>
                <a:gd name="T79" fmla="*/ 5 h 19"/>
                <a:gd name="T80" fmla="*/ 21 w 26"/>
                <a:gd name="T81" fmla="*/ 3 h 19"/>
                <a:gd name="T82" fmla="*/ 17 w 26"/>
                <a:gd name="T83" fmla="*/ 5 h 19"/>
                <a:gd name="T84" fmla="*/ 18 w 26"/>
                <a:gd name="T85" fmla="*/ 5 h 19"/>
                <a:gd name="T86" fmla="*/ 18 w 26"/>
                <a:gd name="T87" fmla="*/ 6 h 19"/>
                <a:gd name="T88" fmla="*/ 16 w 26"/>
                <a:gd name="T89" fmla="*/ 5 h 19"/>
                <a:gd name="T90" fmla="*/ 16 w 26"/>
                <a:gd name="T91" fmla="*/ 4 h 19"/>
                <a:gd name="T92" fmla="*/ 21 w 26"/>
                <a:gd name="T93" fmla="*/ 3 h 19"/>
                <a:gd name="T94" fmla="*/ 22 w 26"/>
                <a:gd name="T95" fmla="*/ 0 h 19"/>
                <a:gd name="T96" fmla="*/ 20 w 26"/>
                <a:gd name="T97" fmla="*/ 0 h 19"/>
                <a:gd name="T98" fmla="*/ 17 w 26"/>
                <a:gd name="T9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" h="19">
                  <a:moveTo>
                    <a:pt x="5" y="16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5" y="16"/>
                    <a:pt x="5" y="16"/>
                    <a:pt x="5" y="16"/>
                  </a:cubicBezTo>
                  <a:close/>
                  <a:moveTo>
                    <a:pt x="14" y="12"/>
                  </a:moveTo>
                  <a:cubicBezTo>
                    <a:pt x="14" y="11"/>
                    <a:pt x="16" y="11"/>
                    <a:pt x="17" y="10"/>
                  </a:cubicBezTo>
                  <a:cubicBezTo>
                    <a:pt x="17" y="12"/>
                    <a:pt x="17" y="13"/>
                    <a:pt x="16" y="14"/>
                  </a:cubicBezTo>
                  <a:cubicBezTo>
                    <a:pt x="15" y="14"/>
                    <a:pt x="14" y="13"/>
                    <a:pt x="14" y="12"/>
                  </a:cubicBezTo>
                  <a:close/>
                  <a:moveTo>
                    <a:pt x="17" y="2"/>
                  </a:moveTo>
                  <a:cubicBezTo>
                    <a:pt x="15" y="2"/>
                    <a:pt x="15" y="2"/>
                    <a:pt x="15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1"/>
                    <a:pt x="5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7"/>
                    <a:pt x="3" y="18"/>
                    <a:pt x="5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8" y="18"/>
                    <a:pt x="7" y="15"/>
                    <a:pt x="11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7"/>
                    <a:pt x="10" y="19"/>
                    <a:pt x="11" y="19"/>
                  </a:cubicBezTo>
                  <a:cubicBezTo>
                    <a:pt x="13" y="19"/>
                    <a:pt x="13" y="17"/>
                    <a:pt x="13" y="16"/>
                  </a:cubicBezTo>
                  <a:cubicBezTo>
                    <a:pt x="14" y="16"/>
                    <a:pt x="15" y="17"/>
                    <a:pt x="16" y="17"/>
                  </a:cubicBezTo>
                  <a:cubicBezTo>
                    <a:pt x="18" y="17"/>
                    <a:pt x="18" y="14"/>
                    <a:pt x="21" y="14"/>
                  </a:cubicBezTo>
                  <a:cubicBezTo>
                    <a:pt x="21" y="15"/>
                    <a:pt x="19" y="15"/>
                    <a:pt x="19" y="18"/>
                  </a:cubicBezTo>
                  <a:cubicBezTo>
                    <a:pt x="19" y="19"/>
                    <a:pt x="20" y="19"/>
                    <a:pt x="21" y="19"/>
                  </a:cubicBezTo>
                  <a:cubicBezTo>
                    <a:pt x="21" y="19"/>
                    <a:pt x="22" y="18"/>
                    <a:pt x="22" y="17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9"/>
                    <a:pt x="19" y="11"/>
                    <a:pt x="16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2" y="6"/>
                    <a:pt x="22" y="5"/>
                  </a:cubicBezTo>
                  <a:cubicBezTo>
                    <a:pt x="22" y="4"/>
                    <a:pt x="21" y="3"/>
                    <a:pt x="21" y="3"/>
                  </a:cubicBezTo>
                  <a:cubicBezTo>
                    <a:pt x="19" y="3"/>
                    <a:pt x="18" y="4"/>
                    <a:pt x="17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6" y="6"/>
                    <a:pt x="16" y="6"/>
                    <a:pt x="16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0"/>
                    <a:pt x="19" y="2"/>
                    <a:pt x="17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5" name="îšlîďe"/>
            <p:cNvSpPr/>
            <p:nvPr/>
          </p:nvSpPr>
          <p:spPr bwMode="auto">
            <a:xfrm>
              <a:off x="10065719" y="867997"/>
              <a:ext cx="33620" cy="37310"/>
            </a:xfrm>
            <a:custGeom>
              <a:avLst/>
              <a:gdLst>
                <a:gd name="T0" fmla="*/ 10 w 20"/>
                <a:gd name="T1" fmla="*/ 10 h 22"/>
                <a:gd name="T2" fmla="*/ 15 w 20"/>
                <a:gd name="T3" fmla="*/ 5 h 22"/>
                <a:gd name="T4" fmla="*/ 13 w 20"/>
                <a:gd name="T5" fmla="*/ 12 h 22"/>
                <a:gd name="T6" fmla="*/ 10 w 20"/>
                <a:gd name="T7" fmla="*/ 10 h 22"/>
                <a:gd name="T8" fmla="*/ 20 w 20"/>
                <a:gd name="T9" fmla="*/ 2 h 22"/>
                <a:gd name="T10" fmla="*/ 17 w 20"/>
                <a:gd name="T11" fmla="*/ 0 h 22"/>
                <a:gd name="T12" fmla="*/ 0 w 20"/>
                <a:gd name="T13" fmla="*/ 13 h 22"/>
                <a:gd name="T14" fmla="*/ 3 w 20"/>
                <a:gd name="T15" fmla="*/ 15 h 22"/>
                <a:gd name="T16" fmla="*/ 6 w 20"/>
                <a:gd name="T17" fmla="*/ 12 h 22"/>
                <a:gd name="T18" fmla="*/ 12 w 20"/>
                <a:gd name="T19" fmla="*/ 16 h 22"/>
                <a:gd name="T20" fmla="*/ 10 w 20"/>
                <a:gd name="T21" fmla="*/ 20 h 22"/>
                <a:gd name="T22" fmla="*/ 14 w 20"/>
                <a:gd name="T23" fmla="*/ 22 h 22"/>
                <a:gd name="T24" fmla="*/ 20 w 20"/>
                <a:gd name="T25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10" y="10"/>
                  </a:moveTo>
                  <a:cubicBezTo>
                    <a:pt x="10" y="10"/>
                    <a:pt x="15" y="5"/>
                    <a:pt x="15" y="5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2" y="12"/>
                    <a:pt x="10" y="11"/>
                    <a:pt x="10" y="10"/>
                  </a:cubicBezTo>
                  <a:close/>
                  <a:moveTo>
                    <a:pt x="20" y="2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0" y="20"/>
                    <a:pt x="10" y="20"/>
                  </a:cubicBezTo>
                  <a:cubicBezTo>
                    <a:pt x="10" y="21"/>
                    <a:pt x="13" y="22"/>
                    <a:pt x="14" y="22"/>
                  </a:cubicBezTo>
                  <a:lnTo>
                    <a:pt x="20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6" name="ïṥlíde"/>
            <p:cNvSpPr/>
            <p:nvPr/>
          </p:nvSpPr>
          <p:spPr bwMode="auto">
            <a:xfrm>
              <a:off x="9998480" y="779848"/>
              <a:ext cx="40179" cy="37310"/>
            </a:xfrm>
            <a:custGeom>
              <a:avLst/>
              <a:gdLst>
                <a:gd name="T0" fmla="*/ 11 w 24"/>
                <a:gd name="T1" fmla="*/ 8 h 22"/>
                <a:gd name="T2" fmla="*/ 0 w 24"/>
                <a:gd name="T3" fmla="*/ 7 h 22"/>
                <a:gd name="T4" fmla="*/ 1 w 24"/>
                <a:gd name="T5" fmla="*/ 11 h 22"/>
                <a:gd name="T6" fmla="*/ 8 w 24"/>
                <a:gd name="T7" fmla="*/ 12 h 22"/>
                <a:gd name="T8" fmla="*/ 4 w 24"/>
                <a:gd name="T9" fmla="*/ 18 h 22"/>
                <a:gd name="T10" fmla="*/ 5 w 24"/>
                <a:gd name="T11" fmla="*/ 22 h 22"/>
                <a:gd name="T12" fmla="*/ 13 w 24"/>
                <a:gd name="T13" fmla="*/ 13 h 22"/>
                <a:gd name="T14" fmla="*/ 24 w 24"/>
                <a:gd name="T15" fmla="*/ 14 h 22"/>
                <a:gd name="T16" fmla="*/ 21 w 24"/>
                <a:gd name="T17" fmla="*/ 10 h 22"/>
                <a:gd name="T18" fmla="*/ 16 w 24"/>
                <a:gd name="T19" fmla="*/ 10 h 22"/>
                <a:gd name="T20" fmla="*/ 20 w 24"/>
                <a:gd name="T21" fmla="*/ 4 h 22"/>
                <a:gd name="T22" fmla="*/ 19 w 24"/>
                <a:gd name="T23" fmla="*/ 0 h 22"/>
                <a:gd name="T24" fmla="*/ 18 w 24"/>
                <a:gd name="T25" fmla="*/ 0 h 22"/>
                <a:gd name="T26" fmla="*/ 11 w 24"/>
                <a:gd name="T27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22">
                  <a:moveTo>
                    <a:pt x="11" y="8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4" y="17"/>
                    <a:pt x="4" y="18"/>
                  </a:cubicBezTo>
                  <a:cubicBezTo>
                    <a:pt x="4" y="18"/>
                    <a:pt x="5" y="21"/>
                    <a:pt x="5" y="2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3"/>
                    <a:pt x="23" y="10"/>
                    <a:pt x="21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20" y="5"/>
                    <a:pt x="20" y="4"/>
                  </a:cubicBezTo>
                  <a:cubicBezTo>
                    <a:pt x="20" y="4"/>
                    <a:pt x="19" y="1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1" y="8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7" name="ïSḻiďe"/>
            <p:cNvSpPr/>
            <p:nvPr/>
          </p:nvSpPr>
          <p:spPr bwMode="auto">
            <a:xfrm>
              <a:off x="10253906" y="881527"/>
              <a:ext cx="28700" cy="37310"/>
            </a:xfrm>
            <a:custGeom>
              <a:avLst/>
              <a:gdLst>
                <a:gd name="T0" fmla="*/ 13 w 17"/>
                <a:gd name="T1" fmla="*/ 16 h 22"/>
                <a:gd name="T2" fmla="*/ 4 w 17"/>
                <a:gd name="T3" fmla="*/ 4 h 22"/>
                <a:gd name="T4" fmla="*/ 0 w 17"/>
                <a:gd name="T5" fmla="*/ 6 h 22"/>
                <a:gd name="T6" fmla="*/ 14 w 17"/>
                <a:gd name="T7" fmla="*/ 22 h 22"/>
                <a:gd name="T8" fmla="*/ 15 w 17"/>
                <a:gd name="T9" fmla="*/ 22 h 22"/>
                <a:gd name="T10" fmla="*/ 17 w 17"/>
                <a:gd name="T11" fmla="*/ 21 h 22"/>
                <a:gd name="T12" fmla="*/ 15 w 17"/>
                <a:gd name="T13" fmla="*/ 0 h 22"/>
                <a:gd name="T14" fmla="*/ 11 w 17"/>
                <a:gd name="T15" fmla="*/ 2 h 22"/>
                <a:gd name="T16" fmla="*/ 11 w 17"/>
                <a:gd name="T17" fmla="*/ 3 h 22"/>
                <a:gd name="T18" fmla="*/ 13 w 17"/>
                <a:gd name="T1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2">
                  <a:moveTo>
                    <a:pt x="13" y="16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8"/>
                    <a:pt x="13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7" y="21"/>
                    <a:pt x="17" y="2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0"/>
                    <a:pt x="11" y="1"/>
                    <a:pt x="11" y="2"/>
                  </a:cubicBezTo>
                  <a:cubicBezTo>
                    <a:pt x="11" y="3"/>
                    <a:pt x="11" y="3"/>
                    <a:pt x="11" y="3"/>
                  </a:cubicBezTo>
                  <a:lnTo>
                    <a:pt x="13" y="16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8" name="ïSlídé"/>
            <p:cNvSpPr/>
            <p:nvPr/>
          </p:nvSpPr>
          <p:spPr bwMode="auto">
            <a:xfrm>
              <a:off x="10038659" y="847497"/>
              <a:ext cx="35260" cy="25420"/>
            </a:xfrm>
            <a:custGeom>
              <a:avLst/>
              <a:gdLst>
                <a:gd name="T0" fmla="*/ 7 w 21"/>
                <a:gd name="T1" fmla="*/ 15 h 15"/>
                <a:gd name="T2" fmla="*/ 21 w 21"/>
                <a:gd name="T3" fmla="*/ 2 h 15"/>
                <a:gd name="T4" fmla="*/ 19 w 21"/>
                <a:gd name="T5" fmla="*/ 0 h 15"/>
                <a:gd name="T6" fmla="*/ 6 w 21"/>
                <a:gd name="T7" fmla="*/ 11 h 15"/>
                <a:gd name="T8" fmla="*/ 4 w 21"/>
                <a:gd name="T9" fmla="*/ 9 h 15"/>
                <a:gd name="T10" fmla="*/ 4 w 21"/>
                <a:gd name="T11" fmla="*/ 9 h 15"/>
                <a:gd name="T12" fmla="*/ 7 w 21"/>
                <a:gd name="T13" fmla="*/ 5 h 15"/>
                <a:gd name="T14" fmla="*/ 4 w 21"/>
                <a:gd name="T15" fmla="*/ 3 h 15"/>
                <a:gd name="T16" fmla="*/ 0 w 21"/>
                <a:gd name="T17" fmla="*/ 9 h 15"/>
                <a:gd name="T18" fmla="*/ 6 w 21"/>
                <a:gd name="T19" fmla="*/ 15 h 15"/>
                <a:gd name="T20" fmla="*/ 7 w 21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5">
                  <a:moveTo>
                    <a:pt x="7" y="15"/>
                  </a:moveTo>
                  <a:cubicBezTo>
                    <a:pt x="9" y="15"/>
                    <a:pt x="20" y="4"/>
                    <a:pt x="21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6" y="2"/>
                    <a:pt x="8" y="11"/>
                    <a:pt x="6" y="11"/>
                  </a:cubicBezTo>
                  <a:cubicBezTo>
                    <a:pt x="5" y="11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7"/>
                    <a:pt x="6" y="6"/>
                    <a:pt x="7" y="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0" y="7"/>
                    <a:pt x="0" y="9"/>
                  </a:cubicBezTo>
                  <a:cubicBezTo>
                    <a:pt x="0" y="11"/>
                    <a:pt x="3" y="15"/>
                    <a:pt x="6" y="15"/>
                  </a:cubicBezTo>
                  <a:lnTo>
                    <a:pt x="7" y="15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9" name="ïṩľîḑe"/>
            <p:cNvSpPr/>
            <p:nvPr/>
          </p:nvSpPr>
          <p:spPr bwMode="auto">
            <a:xfrm>
              <a:off x="10015289" y="583051"/>
              <a:ext cx="26650" cy="45919"/>
            </a:xfrm>
            <a:custGeom>
              <a:avLst/>
              <a:gdLst>
                <a:gd name="T0" fmla="*/ 3 w 16"/>
                <a:gd name="T1" fmla="*/ 20 h 27"/>
                <a:gd name="T2" fmla="*/ 2 w 16"/>
                <a:gd name="T3" fmla="*/ 19 h 27"/>
                <a:gd name="T4" fmla="*/ 4 w 16"/>
                <a:gd name="T5" fmla="*/ 18 h 27"/>
                <a:gd name="T6" fmla="*/ 3 w 16"/>
                <a:gd name="T7" fmla="*/ 20 h 27"/>
                <a:gd name="T8" fmla="*/ 13 w 16"/>
                <a:gd name="T9" fmla="*/ 4 h 27"/>
                <a:gd name="T10" fmla="*/ 9 w 16"/>
                <a:gd name="T11" fmla="*/ 10 h 27"/>
                <a:gd name="T12" fmla="*/ 6 w 16"/>
                <a:gd name="T13" fmla="*/ 10 h 27"/>
                <a:gd name="T14" fmla="*/ 7 w 16"/>
                <a:gd name="T15" fmla="*/ 12 h 27"/>
                <a:gd name="T16" fmla="*/ 5 w 16"/>
                <a:gd name="T17" fmla="*/ 16 h 27"/>
                <a:gd name="T18" fmla="*/ 0 w 16"/>
                <a:gd name="T19" fmla="*/ 17 h 27"/>
                <a:gd name="T20" fmla="*/ 4 w 16"/>
                <a:gd name="T21" fmla="*/ 22 h 27"/>
                <a:gd name="T22" fmla="*/ 4 w 16"/>
                <a:gd name="T23" fmla="*/ 22 h 27"/>
                <a:gd name="T24" fmla="*/ 7 w 16"/>
                <a:gd name="T25" fmla="*/ 18 h 27"/>
                <a:gd name="T26" fmla="*/ 9 w 16"/>
                <a:gd name="T27" fmla="*/ 22 h 27"/>
                <a:gd name="T28" fmla="*/ 9 w 16"/>
                <a:gd name="T29" fmla="*/ 22 h 27"/>
                <a:gd name="T30" fmla="*/ 8 w 16"/>
                <a:gd name="T31" fmla="*/ 27 h 27"/>
                <a:gd name="T32" fmla="*/ 12 w 16"/>
                <a:gd name="T33" fmla="*/ 24 h 27"/>
                <a:gd name="T34" fmla="*/ 9 w 16"/>
                <a:gd name="T35" fmla="*/ 17 h 27"/>
                <a:gd name="T36" fmla="*/ 10 w 16"/>
                <a:gd name="T37" fmla="*/ 12 h 27"/>
                <a:gd name="T38" fmla="*/ 16 w 16"/>
                <a:gd name="T39" fmla="*/ 5 h 27"/>
                <a:gd name="T40" fmla="*/ 10 w 16"/>
                <a:gd name="T41" fmla="*/ 0 h 27"/>
                <a:gd name="T42" fmla="*/ 13 w 16"/>
                <a:gd name="T43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27">
                  <a:moveTo>
                    <a:pt x="3" y="20"/>
                  </a:moveTo>
                  <a:cubicBezTo>
                    <a:pt x="2" y="20"/>
                    <a:pt x="2" y="19"/>
                    <a:pt x="2" y="19"/>
                  </a:cubicBezTo>
                  <a:cubicBezTo>
                    <a:pt x="2" y="18"/>
                    <a:pt x="3" y="18"/>
                    <a:pt x="4" y="18"/>
                  </a:cubicBezTo>
                  <a:cubicBezTo>
                    <a:pt x="4" y="19"/>
                    <a:pt x="4" y="20"/>
                    <a:pt x="3" y="20"/>
                  </a:cubicBezTo>
                  <a:close/>
                  <a:moveTo>
                    <a:pt x="13" y="4"/>
                  </a:moveTo>
                  <a:cubicBezTo>
                    <a:pt x="13" y="5"/>
                    <a:pt x="10" y="9"/>
                    <a:pt x="9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7" y="11"/>
                    <a:pt x="7" y="12"/>
                  </a:cubicBezTo>
                  <a:cubicBezTo>
                    <a:pt x="7" y="14"/>
                    <a:pt x="6" y="15"/>
                    <a:pt x="5" y="16"/>
                  </a:cubicBezTo>
                  <a:cubicBezTo>
                    <a:pt x="3" y="16"/>
                    <a:pt x="0" y="15"/>
                    <a:pt x="0" y="17"/>
                  </a:cubicBezTo>
                  <a:cubicBezTo>
                    <a:pt x="0" y="19"/>
                    <a:pt x="3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6" y="22"/>
                    <a:pt x="7" y="20"/>
                    <a:pt x="7" y="18"/>
                  </a:cubicBezTo>
                  <a:cubicBezTo>
                    <a:pt x="9" y="19"/>
                    <a:pt x="9" y="20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4"/>
                    <a:pt x="9" y="25"/>
                    <a:pt x="8" y="27"/>
                  </a:cubicBezTo>
                  <a:cubicBezTo>
                    <a:pt x="9" y="27"/>
                    <a:pt x="12" y="25"/>
                    <a:pt x="12" y="24"/>
                  </a:cubicBezTo>
                  <a:cubicBezTo>
                    <a:pt x="12" y="20"/>
                    <a:pt x="10" y="19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12"/>
                    <a:pt x="15" y="7"/>
                    <a:pt x="16" y="5"/>
                  </a:cubicBezTo>
                  <a:cubicBezTo>
                    <a:pt x="14" y="2"/>
                    <a:pt x="14" y="1"/>
                    <a:pt x="10" y="0"/>
                  </a:cubicBezTo>
                  <a:cubicBezTo>
                    <a:pt x="10" y="6"/>
                    <a:pt x="13" y="2"/>
                    <a:pt x="13" y="4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0" name="îṣļídê"/>
            <p:cNvSpPr/>
            <p:nvPr/>
          </p:nvSpPr>
          <p:spPr bwMode="auto">
            <a:xfrm>
              <a:off x="10305976" y="549431"/>
              <a:ext cx="38540" cy="23780"/>
            </a:xfrm>
            <a:custGeom>
              <a:avLst/>
              <a:gdLst>
                <a:gd name="T0" fmla="*/ 10 w 23"/>
                <a:gd name="T1" fmla="*/ 5 h 14"/>
                <a:gd name="T2" fmla="*/ 12 w 23"/>
                <a:gd name="T3" fmla="*/ 4 h 14"/>
                <a:gd name="T4" fmla="*/ 13 w 23"/>
                <a:gd name="T5" fmla="*/ 4 h 14"/>
                <a:gd name="T6" fmla="*/ 11 w 23"/>
                <a:gd name="T7" fmla="*/ 6 h 14"/>
                <a:gd name="T8" fmla="*/ 10 w 23"/>
                <a:gd name="T9" fmla="*/ 5 h 14"/>
                <a:gd name="T10" fmla="*/ 14 w 23"/>
                <a:gd name="T11" fmla="*/ 3 h 14"/>
                <a:gd name="T12" fmla="*/ 11 w 23"/>
                <a:gd name="T13" fmla="*/ 3 h 14"/>
                <a:gd name="T14" fmla="*/ 9 w 23"/>
                <a:gd name="T15" fmla="*/ 5 h 14"/>
                <a:gd name="T16" fmla="*/ 10 w 23"/>
                <a:gd name="T17" fmla="*/ 6 h 14"/>
                <a:gd name="T18" fmla="*/ 6 w 23"/>
                <a:gd name="T19" fmla="*/ 7 h 14"/>
                <a:gd name="T20" fmla="*/ 4 w 23"/>
                <a:gd name="T21" fmla="*/ 11 h 14"/>
                <a:gd name="T22" fmla="*/ 8 w 23"/>
                <a:gd name="T23" fmla="*/ 8 h 14"/>
                <a:gd name="T24" fmla="*/ 8 w 23"/>
                <a:gd name="T25" fmla="*/ 9 h 14"/>
                <a:gd name="T26" fmla="*/ 6 w 23"/>
                <a:gd name="T27" fmla="*/ 11 h 14"/>
                <a:gd name="T28" fmla="*/ 0 w 23"/>
                <a:gd name="T29" fmla="*/ 12 h 14"/>
                <a:gd name="T30" fmla="*/ 1 w 23"/>
                <a:gd name="T31" fmla="*/ 13 h 14"/>
                <a:gd name="T32" fmla="*/ 9 w 23"/>
                <a:gd name="T33" fmla="*/ 14 h 14"/>
                <a:gd name="T34" fmla="*/ 10 w 23"/>
                <a:gd name="T35" fmla="*/ 14 h 14"/>
                <a:gd name="T36" fmla="*/ 8 w 23"/>
                <a:gd name="T37" fmla="*/ 13 h 14"/>
                <a:gd name="T38" fmla="*/ 11 w 23"/>
                <a:gd name="T39" fmla="*/ 10 h 14"/>
                <a:gd name="T40" fmla="*/ 13 w 23"/>
                <a:gd name="T41" fmla="*/ 10 h 14"/>
                <a:gd name="T42" fmla="*/ 12 w 23"/>
                <a:gd name="T43" fmla="*/ 8 h 14"/>
                <a:gd name="T44" fmla="*/ 14 w 23"/>
                <a:gd name="T45" fmla="*/ 8 h 14"/>
                <a:gd name="T46" fmla="*/ 14 w 23"/>
                <a:gd name="T47" fmla="*/ 7 h 14"/>
                <a:gd name="T48" fmla="*/ 15 w 23"/>
                <a:gd name="T49" fmla="*/ 7 h 14"/>
                <a:gd name="T50" fmla="*/ 18 w 23"/>
                <a:gd name="T51" fmla="*/ 4 h 14"/>
                <a:gd name="T52" fmla="*/ 16 w 23"/>
                <a:gd name="T53" fmla="*/ 4 h 14"/>
                <a:gd name="T54" fmla="*/ 16 w 23"/>
                <a:gd name="T55" fmla="*/ 3 h 14"/>
                <a:gd name="T56" fmla="*/ 20 w 23"/>
                <a:gd name="T57" fmla="*/ 5 h 14"/>
                <a:gd name="T58" fmla="*/ 21 w 23"/>
                <a:gd name="T59" fmla="*/ 6 h 14"/>
                <a:gd name="T60" fmla="*/ 23 w 23"/>
                <a:gd name="T61" fmla="*/ 3 h 14"/>
                <a:gd name="T62" fmla="*/ 22 w 23"/>
                <a:gd name="T63" fmla="*/ 3 h 14"/>
                <a:gd name="T64" fmla="*/ 13 w 23"/>
                <a:gd name="T65" fmla="*/ 0 h 14"/>
                <a:gd name="T66" fmla="*/ 12 w 23"/>
                <a:gd name="T67" fmla="*/ 0 h 14"/>
                <a:gd name="T68" fmla="*/ 11 w 23"/>
                <a:gd name="T69" fmla="*/ 1 h 14"/>
                <a:gd name="T70" fmla="*/ 14 w 23"/>
                <a:gd name="T71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" h="14">
                  <a:moveTo>
                    <a:pt x="10" y="5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5"/>
                    <a:pt x="10" y="5"/>
                    <a:pt x="10" y="5"/>
                  </a:cubicBezTo>
                  <a:close/>
                  <a:moveTo>
                    <a:pt x="14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7" y="6"/>
                    <a:pt x="9" y="7"/>
                    <a:pt x="6" y="7"/>
                  </a:cubicBezTo>
                  <a:cubicBezTo>
                    <a:pt x="3" y="8"/>
                    <a:pt x="4" y="8"/>
                    <a:pt x="4" y="11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4" y="11"/>
                    <a:pt x="0" y="10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2"/>
                    <a:pt x="10" y="10"/>
                    <a:pt x="11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7"/>
                    <a:pt x="17" y="6"/>
                    <a:pt x="18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0" y="2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14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1" name="ïṧḻïďé"/>
            <p:cNvSpPr/>
            <p:nvPr/>
          </p:nvSpPr>
          <p:spPr bwMode="auto">
            <a:xfrm>
              <a:off x="10353125" y="608470"/>
              <a:ext cx="38540" cy="29110"/>
            </a:xfrm>
            <a:custGeom>
              <a:avLst/>
              <a:gdLst>
                <a:gd name="T0" fmla="*/ 5 w 23"/>
                <a:gd name="T1" fmla="*/ 4 h 17"/>
                <a:gd name="T2" fmla="*/ 5 w 23"/>
                <a:gd name="T3" fmla="*/ 4 h 17"/>
                <a:gd name="T4" fmla="*/ 4 w 23"/>
                <a:gd name="T5" fmla="*/ 2 h 17"/>
                <a:gd name="T6" fmla="*/ 5 w 23"/>
                <a:gd name="T7" fmla="*/ 0 h 17"/>
                <a:gd name="T8" fmla="*/ 9 w 23"/>
                <a:gd name="T9" fmla="*/ 4 h 17"/>
                <a:gd name="T10" fmla="*/ 16 w 23"/>
                <a:gd name="T11" fmla="*/ 4 h 17"/>
                <a:gd name="T12" fmla="*/ 21 w 23"/>
                <a:gd name="T13" fmla="*/ 1 h 17"/>
                <a:gd name="T14" fmla="*/ 18 w 23"/>
                <a:gd name="T15" fmla="*/ 5 h 17"/>
                <a:gd name="T16" fmla="*/ 11 w 23"/>
                <a:gd name="T17" fmla="*/ 6 h 17"/>
                <a:gd name="T18" fmla="*/ 11 w 23"/>
                <a:gd name="T19" fmla="*/ 7 h 17"/>
                <a:gd name="T20" fmla="*/ 14 w 23"/>
                <a:gd name="T21" fmla="*/ 9 h 17"/>
                <a:gd name="T22" fmla="*/ 14 w 23"/>
                <a:gd name="T23" fmla="*/ 8 h 17"/>
                <a:gd name="T24" fmla="*/ 13 w 23"/>
                <a:gd name="T25" fmla="*/ 11 h 17"/>
                <a:gd name="T26" fmla="*/ 12 w 23"/>
                <a:gd name="T27" fmla="*/ 11 h 17"/>
                <a:gd name="T28" fmla="*/ 8 w 23"/>
                <a:gd name="T29" fmla="*/ 7 h 17"/>
                <a:gd name="T30" fmla="*/ 3 w 23"/>
                <a:gd name="T31" fmla="*/ 17 h 17"/>
                <a:gd name="T32" fmla="*/ 2 w 23"/>
                <a:gd name="T33" fmla="*/ 17 h 17"/>
                <a:gd name="T34" fmla="*/ 1 w 23"/>
                <a:gd name="T35" fmla="*/ 12 h 17"/>
                <a:gd name="T36" fmla="*/ 6 w 23"/>
                <a:gd name="T37" fmla="*/ 7 h 17"/>
                <a:gd name="T38" fmla="*/ 0 w 23"/>
                <a:gd name="T39" fmla="*/ 1 h 17"/>
                <a:gd name="T40" fmla="*/ 4 w 23"/>
                <a:gd name="T41" fmla="*/ 4 h 17"/>
                <a:gd name="T42" fmla="*/ 4 w 23"/>
                <a:gd name="T4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17">
                  <a:moveTo>
                    <a:pt x="5" y="4"/>
                  </a:moveTo>
                  <a:cubicBezTo>
                    <a:pt x="5" y="3"/>
                    <a:pt x="4" y="5"/>
                    <a:pt x="5" y="4"/>
                  </a:cubicBezTo>
                  <a:close/>
                  <a:moveTo>
                    <a:pt x="4" y="2"/>
                  </a:moveTo>
                  <a:cubicBezTo>
                    <a:pt x="4" y="1"/>
                    <a:pt x="5" y="1"/>
                    <a:pt x="5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4" y="4"/>
                    <a:pt x="16" y="4"/>
                  </a:cubicBezTo>
                  <a:cubicBezTo>
                    <a:pt x="20" y="3"/>
                    <a:pt x="19" y="1"/>
                    <a:pt x="21" y="1"/>
                  </a:cubicBezTo>
                  <a:cubicBezTo>
                    <a:pt x="23" y="1"/>
                    <a:pt x="22" y="5"/>
                    <a:pt x="18" y="5"/>
                  </a:cubicBezTo>
                  <a:cubicBezTo>
                    <a:pt x="15" y="5"/>
                    <a:pt x="14" y="5"/>
                    <a:pt x="11" y="6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0"/>
                    <a:pt x="14" y="11"/>
                    <a:pt x="13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9" y="8"/>
                    <a:pt x="8" y="7"/>
                  </a:cubicBezTo>
                  <a:cubicBezTo>
                    <a:pt x="5" y="11"/>
                    <a:pt x="4" y="12"/>
                    <a:pt x="3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5"/>
                    <a:pt x="1" y="14"/>
                    <a:pt x="1" y="12"/>
                  </a:cubicBezTo>
                  <a:cubicBezTo>
                    <a:pt x="1" y="10"/>
                    <a:pt x="6" y="9"/>
                    <a:pt x="6" y="7"/>
                  </a:cubicBezTo>
                  <a:cubicBezTo>
                    <a:pt x="2" y="6"/>
                    <a:pt x="0" y="5"/>
                    <a:pt x="0" y="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2" name="íṡḷiḋé"/>
            <p:cNvSpPr/>
            <p:nvPr/>
          </p:nvSpPr>
          <p:spPr bwMode="auto">
            <a:xfrm>
              <a:off x="10040299" y="562961"/>
              <a:ext cx="20090" cy="34030"/>
            </a:xfrm>
            <a:custGeom>
              <a:avLst/>
              <a:gdLst>
                <a:gd name="T0" fmla="*/ 1 w 12"/>
                <a:gd name="T1" fmla="*/ 10 h 20"/>
                <a:gd name="T2" fmla="*/ 3 w 12"/>
                <a:gd name="T3" fmla="*/ 10 h 20"/>
                <a:gd name="T4" fmla="*/ 2 w 12"/>
                <a:gd name="T5" fmla="*/ 11 h 20"/>
                <a:gd name="T6" fmla="*/ 1 w 12"/>
                <a:gd name="T7" fmla="*/ 10 h 20"/>
                <a:gd name="T8" fmla="*/ 7 w 12"/>
                <a:gd name="T9" fmla="*/ 3 h 20"/>
                <a:gd name="T10" fmla="*/ 9 w 12"/>
                <a:gd name="T11" fmla="*/ 4 h 20"/>
                <a:gd name="T12" fmla="*/ 5 w 12"/>
                <a:gd name="T13" fmla="*/ 8 h 20"/>
                <a:gd name="T14" fmla="*/ 2 w 12"/>
                <a:gd name="T15" fmla="*/ 7 h 20"/>
                <a:gd name="T16" fmla="*/ 1 w 12"/>
                <a:gd name="T17" fmla="*/ 7 h 20"/>
                <a:gd name="T18" fmla="*/ 0 w 12"/>
                <a:gd name="T19" fmla="*/ 9 h 20"/>
                <a:gd name="T20" fmla="*/ 0 w 12"/>
                <a:gd name="T21" fmla="*/ 10 h 20"/>
                <a:gd name="T22" fmla="*/ 3 w 12"/>
                <a:gd name="T23" fmla="*/ 14 h 20"/>
                <a:gd name="T24" fmla="*/ 4 w 12"/>
                <a:gd name="T25" fmla="*/ 14 h 20"/>
                <a:gd name="T26" fmla="*/ 7 w 12"/>
                <a:gd name="T27" fmla="*/ 11 h 20"/>
                <a:gd name="T28" fmla="*/ 8 w 12"/>
                <a:gd name="T29" fmla="*/ 13 h 20"/>
                <a:gd name="T30" fmla="*/ 8 w 12"/>
                <a:gd name="T31" fmla="*/ 15 h 20"/>
                <a:gd name="T32" fmla="*/ 6 w 12"/>
                <a:gd name="T33" fmla="*/ 20 h 20"/>
                <a:gd name="T34" fmla="*/ 10 w 12"/>
                <a:gd name="T35" fmla="*/ 17 h 20"/>
                <a:gd name="T36" fmla="*/ 10 w 12"/>
                <a:gd name="T37" fmla="*/ 15 h 20"/>
                <a:gd name="T38" fmla="*/ 8 w 12"/>
                <a:gd name="T39" fmla="*/ 10 h 20"/>
                <a:gd name="T40" fmla="*/ 12 w 12"/>
                <a:gd name="T41" fmla="*/ 6 h 20"/>
                <a:gd name="T42" fmla="*/ 12 w 12"/>
                <a:gd name="T43" fmla="*/ 5 h 20"/>
                <a:gd name="T44" fmla="*/ 7 w 12"/>
                <a:gd name="T45" fmla="*/ 0 h 20"/>
                <a:gd name="T46" fmla="*/ 7 w 12"/>
                <a:gd name="T47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" h="20">
                  <a:moveTo>
                    <a:pt x="1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2" y="11"/>
                  </a:cubicBezTo>
                  <a:cubicBezTo>
                    <a:pt x="1" y="11"/>
                    <a:pt x="2" y="11"/>
                    <a:pt x="1" y="10"/>
                  </a:cubicBezTo>
                  <a:close/>
                  <a:moveTo>
                    <a:pt x="7" y="3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6" y="8"/>
                    <a:pt x="5" y="8"/>
                  </a:cubicBezTo>
                  <a:cubicBezTo>
                    <a:pt x="4" y="8"/>
                    <a:pt x="4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" y="14"/>
                    <a:pt x="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4"/>
                    <a:pt x="5" y="12"/>
                    <a:pt x="7" y="11"/>
                  </a:cubicBezTo>
                  <a:cubicBezTo>
                    <a:pt x="8" y="12"/>
                    <a:pt x="8" y="12"/>
                    <a:pt x="8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7"/>
                    <a:pt x="6" y="18"/>
                    <a:pt x="6" y="20"/>
                  </a:cubicBezTo>
                  <a:cubicBezTo>
                    <a:pt x="8" y="20"/>
                    <a:pt x="10" y="19"/>
                    <a:pt x="10" y="1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3"/>
                    <a:pt x="9" y="12"/>
                    <a:pt x="8" y="10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9" y="1"/>
                    <a:pt x="7" y="0"/>
                  </a:cubicBezTo>
                  <a:lnTo>
                    <a:pt x="7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3" name="îśḷíḋê"/>
            <p:cNvSpPr/>
            <p:nvPr/>
          </p:nvSpPr>
          <p:spPr bwMode="auto">
            <a:xfrm>
              <a:off x="10245296" y="891777"/>
              <a:ext cx="16810" cy="33620"/>
            </a:xfrm>
            <a:custGeom>
              <a:avLst/>
              <a:gdLst>
                <a:gd name="T0" fmla="*/ 25 w 41"/>
                <a:gd name="T1" fmla="*/ 82 h 82"/>
                <a:gd name="T2" fmla="*/ 41 w 41"/>
                <a:gd name="T3" fmla="*/ 82 h 82"/>
                <a:gd name="T4" fmla="*/ 17 w 41"/>
                <a:gd name="T5" fmla="*/ 0 h 82"/>
                <a:gd name="T6" fmla="*/ 0 w 41"/>
                <a:gd name="T7" fmla="*/ 4 h 82"/>
                <a:gd name="T8" fmla="*/ 25 w 41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82">
                  <a:moveTo>
                    <a:pt x="25" y="82"/>
                  </a:moveTo>
                  <a:lnTo>
                    <a:pt x="41" y="82"/>
                  </a:lnTo>
                  <a:lnTo>
                    <a:pt x="17" y="0"/>
                  </a:lnTo>
                  <a:lnTo>
                    <a:pt x="0" y="4"/>
                  </a:lnTo>
                  <a:lnTo>
                    <a:pt x="25" y="8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4" name="í$ḻîḓé"/>
            <p:cNvSpPr/>
            <p:nvPr/>
          </p:nvSpPr>
          <p:spPr bwMode="auto">
            <a:xfrm>
              <a:off x="10341235" y="818798"/>
              <a:ext cx="31980" cy="25420"/>
            </a:xfrm>
            <a:custGeom>
              <a:avLst/>
              <a:gdLst>
                <a:gd name="T0" fmla="*/ 0 w 19"/>
                <a:gd name="T1" fmla="*/ 4 h 15"/>
                <a:gd name="T2" fmla="*/ 17 w 19"/>
                <a:gd name="T3" fmla="*/ 15 h 15"/>
                <a:gd name="T4" fmla="*/ 19 w 19"/>
                <a:gd name="T5" fmla="*/ 12 h 15"/>
                <a:gd name="T6" fmla="*/ 2 w 19"/>
                <a:gd name="T7" fmla="*/ 0 h 15"/>
                <a:gd name="T8" fmla="*/ 0 w 19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5">
                  <a:moveTo>
                    <a:pt x="0" y="4"/>
                  </a:moveTo>
                  <a:cubicBezTo>
                    <a:pt x="2" y="5"/>
                    <a:pt x="16" y="15"/>
                    <a:pt x="17" y="15"/>
                  </a:cubicBezTo>
                  <a:cubicBezTo>
                    <a:pt x="17" y="15"/>
                    <a:pt x="18" y="13"/>
                    <a:pt x="19" y="12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5" name="îśḻiḓé"/>
            <p:cNvSpPr/>
            <p:nvPr/>
          </p:nvSpPr>
          <p:spPr bwMode="auto">
            <a:xfrm>
              <a:off x="10009959" y="805268"/>
              <a:ext cx="33620" cy="22140"/>
            </a:xfrm>
            <a:custGeom>
              <a:avLst/>
              <a:gdLst>
                <a:gd name="T0" fmla="*/ 0 w 20"/>
                <a:gd name="T1" fmla="*/ 10 h 13"/>
                <a:gd name="T2" fmla="*/ 2 w 20"/>
                <a:gd name="T3" fmla="*/ 13 h 13"/>
                <a:gd name="T4" fmla="*/ 20 w 20"/>
                <a:gd name="T5" fmla="*/ 4 h 13"/>
                <a:gd name="T6" fmla="*/ 18 w 20"/>
                <a:gd name="T7" fmla="*/ 0 h 13"/>
                <a:gd name="T8" fmla="*/ 0 w 20"/>
                <a:gd name="T9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3">
                  <a:moveTo>
                    <a:pt x="0" y="10"/>
                  </a:moveTo>
                  <a:cubicBezTo>
                    <a:pt x="1" y="11"/>
                    <a:pt x="2" y="13"/>
                    <a:pt x="2" y="13"/>
                  </a:cubicBezTo>
                  <a:cubicBezTo>
                    <a:pt x="4" y="13"/>
                    <a:pt x="16" y="5"/>
                    <a:pt x="20" y="4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6" name="îṩḻiḋe"/>
            <p:cNvSpPr/>
            <p:nvPr/>
          </p:nvSpPr>
          <p:spPr bwMode="auto">
            <a:xfrm>
              <a:off x="10178057" y="779848"/>
              <a:ext cx="15170" cy="23780"/>
            </a:xfrm>
            <a:custGeom>
              <a:avLst/>
              <a:gdLst>
                <a:gd name="T0" fmla="*/ 3 w 9"/>
                <a:gd name="T1" fmla="*/ 5 h 14"/>
                <a:gd name="T2" fmla="*/ 5 w 9"/>
                <a:gd name="T3" fmla="*/ 2 h 14"/>
                <a:gd name="T4" fmla="*/ 6 w 9"/>
                <a:gd name="T5" fmla="*/ 4 h 14"/>
                <a:gd name="T6" fmla="*/ 5 w 9"/>
                <a:gd name="T7" fmla="*/ 6 h 14"/>
                <a:gd name="T8" fmla="*/ 3 w 9"/>
                <a:gd name="T9" fmla="*/ 5 h 14"/>
                <a:gd name="T10" fmla="*/ 0 w 9"/>
                <a:gd name="T11" fmla="*/ 3 h 14"/>
                <a:gd name="T12" fmla="*/ 0 w 9"/>
                <a:gd name="T13" fmla="*/ 5 h 14"/>
                <a:gd name="T14" fmla="*/ 3 w 9"/>
                <a:gd name="T15" fmla="*/ 8 h 14"/>
                <a:gd name="T16" fmla="*/ 6 w 9"/>
                <a:gd name="T17" fmla="*/ 8 h 14"/>
                <a:gd name="T18" fmla="*/ 6 w 9"/>
                <a:gd name="T19" fmla="*/ 11 h 14"/>
                <a:gd name="T20" fmla="*/ 5 w 9"/>
                <a:gd name="T21" fmla="*/ 12 h 14"/>
                <a:gd name="T22" fmla="*/ 3 w 9"/>
                <a:gd name="T23" fmla="*/ 10 h 14"/>
                <a:gd name="T24" fmla="*/ 0 w 9"/>
                <a:gd name="T25" fmla="*/ 10 h 14"/>
                <a:gd name="T26" fmla="*/ 4 w 9"/>
                <a:gd name="T27" fmla="*/ 14 h 14"/>
                <a:gd name="T28" fmla="*/ 5 w 9"/>
                <a:gd name="T29" fmla="*/ 14 h 14"/>
                <a:gd name="T30" fmla="*/ 9 w 9"/>
                <a:gd name="T31" fmla="*/ 9 h 14"/>
                <a:gd name="T32" fmla="*/ 9 w 9"/>
                <a:gd name="T33" fmla="*/ 4 h 14"/>
                <a:gd name="T34" fmla="*/ 5 w 9"/>
                <a:gd name="T35" fmla="*/ 0 h 14"/>
                <a:gd name="T36" fmla="*/ 0 w 9"/>
                <a:gd name="T37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" h="14">
                  <a:moveTo>
                    <a:pt x="3" y="5"/>
                  </a:moveTo>
                  <a:cubicBezTo>
                    <a:pt x="3" y="3"/>
                    <a:pt x="4" y="2"/>
                    <a:pt x="5" y="2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6" y="6"/>
                    <a:pt x="5" y="6"/>
                  </a:cubicBezTo>
                  <a:cubicBezTo>
                    <a:pt x="4" y="6"/>
                    <a:pt x="3" y="5"/>
                    <a:pt x="3" y="5"/>
                  </a:cubicBezTo>
                  <a:close/>
                  <a:moveTo>
                    <a:pt x="0" y="3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2" y="7"/>
                    <a:pt x="3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5" y="12"/>
                    <a:pt x="5" y="12"/>
                  </a:cubicBezTo>
                  <a:cubicBezTo>
                    <a:pt x="4" y="12"/>
                    <a:pt x="3" y="11"/>
                    <a:pt x="3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2"/>
                    <a:pt x="2" y="14"/>
                    <a:pt x="4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9" y="11"/>
                    <a:pt x="9" y="9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3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7" name="iṧlîďé"/>
            <p:cNvSpPr/>
            <p:nvPr/>
          </p:nvSpPr>
          <p:spPr bwMode="auto">
            <a:xfrm>
              <a:off x="10055469" y="854467"/>
              <a:ext cx="27060" cy="30340"/>
            </a:xfrm>
            <a:custGeom>
              <a:avLst/>
              <a:gdLst>
                <a:gd name="T0" fmla="*/ 66 w 66"/>
                <a:gd name="T1" fmla="*/ 12 h 74"/>
                <a:gd name="T2" fmla="*/ 57 w 66"/>
                <a:gd name="T3" fmla="*/ 0 h 74"/>
                <a:gd name="T4" fmla="*/ 0 w 66"/>
                <a:gd name="T5" fmla="*/ 66 h 74"/>
                <a:gd name="T6" fmla="*/ 12 w 66"/>
                <a:gd name="T7" fmla="*/ 74 h 74"/>
                <a:gd name="T8" fmla="*/ 66 w 66"/>
                <a:gd name="T9" fmla="*/ 1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74">
                  <a:moveTo>
                    <a:pt x="66" y="12"/>
                  </a:moveTo>
                  <a:lnTo>
                    <a:pt x="57" y="0"/>
                  </a:lnTo>
                  <a:lnTo>
                    <a:pt x="0" y="66"/>
                  </a:lnTo>
                  <a:lnTo>
                    <a:pt x="12" y="74"/>
                  </a:lnTo>
                  <a:lnTo>
                    <a:pt x="66" y="1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8" name="ïṣlïdè"/>
            <p:cNvSpPr/>
            <p:nvPr/>
          </p:nvSpPr>
          <p:spPr bwMode="auto">
            <a:xfrm>
              <a:off x="10196507" y="779848"/>
              <a:ext cx="15170" cy="23780"/>
            </a:xfrm>
            <a:custGeom>
              <a:avLst/>
              <a:gdLst>
                <a:gd name="T0" fmla="*/ 0 w 9"/>
                <a:gd name="T1" fmla="*/ 4 h 14"/>
                <a:gd name="T2" fmla="*/ 3 w 9"/>
                <a:gd name="T3" fmla="*/ 4 h 14"/>
                <a:gd name="T4" fmla="*/ 4 w 9"/>
                <a:gd name="T5" fmla="*/ 2 h 14"/>
                <a:gd name="T6" fmla="*/ 6 w 9"/>
                <a:gd name="T7" fmla="*/ 3 h 14"/>
                <a:gd name="T8" fmla="*/ 6 w 9"/>
                <a:gd name="T9" fmla="*/ 4 h 14"/>
                <a:gd name="T10" fmla="*/ 0 w 9"/>
                <a:gd name="T11" fmla="*/ 11 h 14"/>
                <a:gd name="T12" fmla="*/ 0 w 9"/>
                <a:gd name="T13" fmla="*/ 14 h 14"/>
                <a:gd name="T14" fmla="*/ 9 w 9"/>
                <a:gd name="T15" fmla="*/ 14 h 14"/>
                <a:gd name="T16" fmla="*/ 9 w 9"/>
                <a:gd name="T17" fmla="*/ 11 h 14"/>
                <a:gd name="T18" fmla="*/ 3 w 9"/>
                <a:gd name="T19" fmla="*/ 11 h 14"/>
                <a:gd name="T20" fmla="*/ 9 w 9"/>
                <a:gd name="T21" fmla="*/ 3 h 14"/>
                <a:gd name="T22" fmla="*/ 6 w 9"/>
                <a:gd name="T23" fmla="*/ 0 h 14"/>
                <a:gd name="T24" fmla="*/ 4 w 9"/>
                <a:gd name="T25" fmla="*/ 0 h 14"/>
                <a:gd name="T26" fmla="*/ 0 w 9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4">
                  <a:moveTo>
                    <a:pt x="0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3" y="2"/>
                    <a:pt x="4" y="2"/>
                  </a:cubicBezTo>
                  <a:cubicBezTo>
                    <a:pt x="5" y="2"/>
                    <a:pt x="6" y="2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6"/>
                    <a:pt x="0" y="10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9"/>
                    <a:pt x="9" y="7"/>
                    <a:pt x="9" y="3"/>
                  </a:cubicBezTo>
                  <a:cubicBezTo>
                    <a:pt x="9" y="2"/>
                    <a:pt x="7" y="0"/>
                    <a:pt x="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89" name="ísľîďê"/>
            <p:cNvSpPr/>
            <p:nvPr/>
          </p:nvSpPr>
          <p:spPr bwMode="auto">
            <a:xfrm>
              <a:off x="10215367" y="779848"/>
              <a:ext cx="14760" cy="23780"/>
            </a:xfrm>
            <a:custGeom>
              <a:avLst/>
              <a:gdLst>
                <a:gd name="T0" fmla="*/ 5 w 9"/>
                <a:gd name="T1" fmla="*/ 4 h 14"/>
                <a:gd name="T2" fmla="*/ 5 w 9"/>
                <a:gd name="T3" fmla="*/ 8 h 14"/>
                <a:gd name="T4" fmla="*/ 2 w 9"/>
                <a:gd name="T5" fmla="*/ 8 h 14"/>
                <a:gd name="T6" fmla="*/ 5 w 9"/>
                <a:gd name="T7" fmla="*/ 4 h 14"/>
                <a:gd name="T8" fmla="*/ 0 w 9"/>
                <a:gd name="T9" fmla="*/ 9 h 14"/>
                <a:gd name="T10" fmla="*/ 0 w 9"/>
                <a:gd name="T11" fmla="*/ 11 h 14"/>
                <a:gd name="T12" fmla="*/ 5 w 9"/>
                <a:gd name="T13" fmla="*/ 11 h 14"/>
                <a:gd name="T14" fmla="*/ 5 w 9"/>
                <a:gd name="T15" fmla="*/ 14 h 14"/>
                <a:gd name="T16" fmla="*/ 7 w 9"/>
                <a:gd name="T17" fmla="*/ 14 h 14"/>
                <a:gd name="T18" fmla="*/ 7 w 9"/>
                <a:gd name="T19" fmla="*/ 11 h 14"/>
                <a:gd name="T20" fmla="*/ 9 w 9"/>
                <a:gd name="T21" fmla="*/ 11 h 14"/>
                <a:gd name="T22" fmla="*/ 9 w 9"/>
                <a:gd name="T23" fmla="*/ 8 h 14"/>
                <a:gd name="T24" fmla="*/ 7 w 9"/>
                <a:gd name="T25" fmla="*/ 8 h 14"/>
                <a:gd name="T26" fmla="*/ 7 w 9"/>
                <a:gd name="T27" fmla="*/ 0 h 14"/>
                <a:gd name="T28" fmla="*/ 6 w 9"/>
                <a:gd name="T29" fmla="*/ 0 h 14"/>
                <a:gd name="T30" fmla="*/ 0 w 9"/>
                <a:gd name="T3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14">
                  <a:moveTo>
                    <a:pt x="5" y="4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5" y="4"/>
                    <a:pt x="5" y="4"/>
                    <a:pt x="5" y="4"/>
                  </a:cubicBezTo>
                  <a:close/>
                  <a:moveTo>
                    <a:pt x="0" y="9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0" y="7"/>
                    <a:pt x="0" y="9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0" name="iś1íḍé"/>
            <p:cNvSpPr/>
            <p:nvPr/>
          </p:nvSpPr>
          <p:spPr bwMode="auto">
            <a:xfrm>
              <a:off x="10005040" y="620360"/>
              <a:ext cx="18450" cy="35670"/>
            </a:xfrm>
            <a:custGeom>
              <a:avLst/>
              <a:gdLst>
                <a:gd name="T0" fmla="*/ 3 w 11"/>
                <a:gd name="T1" fmla="*/ 3 h 21"/>
                <a:gd name="T2" fmla="*/ 3 w 11"/>
                <a:gd name="T3" fmla="*/ 10 h 21"/>
                <a:gd name="T4" fmla="*/ 0 w 11"/>
                <a:gd name="T5" fmla="*/ 11 h 21"/>
                <a:gd name="T6" fmla="*/ 2 w 11"/>
                <a:gd name="T7" fmla="*/ 13 h 21"/>
                <a:gd name="T8" fmla="*/ 6 w 11"/>
                <a:gd name="T9" fmla="*/ 13 h 21"/>
                <a:gd name="T10" fmla="*/ 8 w 11"/>
                <a:gd name="T11" fmla="*/ 21 h 21"/>
                <a:gd name="T12" fmla="*/ 11 w 11"/>
                <a:gd name="T13" fmla="*/ 18 h 21"/>
                <a:gd name="T14" fmla="*/ 7 w 11"/>
                <a:gd name="T15" fmla="*/ 11 h 21"/>
                <a:gd name="T16" fmla="*/ 9 w 11"/>
                <a:gd name="T17" fmla="*/ 4 h 21"/>
                <a:gd name="T18" fmla="*/ 4 w 11"/>
                <a:gd name="T19" fmla="*/ 0 h 21"/>
                <a:gd name="T20" fmla="*/ 2 w 11"/>
                <a:gd name="T21" fmla="*/ 0 h 21"/>
                <a:gd name="T22" fmla="*/ 3 w 11"/>
                <a:gd name="T23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21">
                  <a:moveTo>
                    <a:pt x="3" y="3"/>
                  </a:moveTo>
                  <a:cubicBezTo>
                    <a:pt x="9" y="3"/>
                    <a:pt x="5" y="6"/>
                    <a:pt x="3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9" y="15"/>
                    <a:pt x="8" y="16"/>
                    <a:pt x="8" y="21"/>
                  </a:cubicBezTo>
                  <a:cubicBezTo>
                    <a:pt x="9" y="20"/>
                    <a:pt x="11" y="19"/>
                    <a:pt x="11" y="18"/>
                  </a:cubicBezTo>
                  <a:cubicBezTo>
                    <a:pt x="11" y="15"/>
                    <a:pt x="9" y="12"/>
                    <a:pt x="7" y="11"/>
                  </a:cubicBezTo>
                  <a:cubicBezTo>
                    <a:pt x="7" y="9"/>
                    <a:pt x="9" y="5"/>
                    <a:pt x="9" y="4"/>
                  </a:cubicBezTo>
                  <a:cubicBezTo>
                    <a:pt x="9" y="3"/>
                    <a:pt x="6" y="0"/>
                    <a:pt x="4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1" name="îśḷíḑé"/>
            <p:cNvSpPr/>
            <p:nvPr/>
          </p:nvSpPr>
          <p:spPr bwMode="auto">
            <a:xfrm>
              <a:off x="10301056" y="539181"/>
              <a:ext cx="31980" cy="28700"/>
            </a:xfrm>
            <a:custGeom>
              <a:avLst/>
              <a:gdLst>
                <a:gd name="T0" fmla="*/ 3 w 19"/>
                <a:gd name="T1" fmla="*/ 15 h 17"/>
                <a:gd name="T2" fmla="*/ 5 w 19"/>
                <a:gd name="T3" fmla="*/ 13 h 17"/>
                <a:gd name="T4" fmla="*/ 6 w 19"/>
                <a:gd name="T5" fmla="*/ 13 h 17"/>
                <a:gd name="T6" fmla="*/ 3 w 19"/>
                <a:gd name="T7" fmla="*/ 15 h 17"/>
                <a:gd name="T8" fmla="*/ 13 w 19"/>
                <a:gd name="T9" fmla="*/ 2 h 17"/>
                <a:gd name="T10" fmla="*/ 14 w 19"/>
                <a:gd name="T11" fmla="*/ 4 h 17"/>
                <a:gd name="T12" fmla="*/ 7 w 19"/>
                <a:gd name="T13" fmla="*/ 8 h 17"/>
                <a:gd name="T14" fmla="*/ 8 w 19"/>
                <a:gd name="T15" fmla="*/ 10 h 17"/>
                <a:gd name="T16" fmla="*/ 7 w 19"/>
                <a:gd name="T17" fmla="*/ 10 h 17"/>
                <a:gd name="T18" fmla="*/ 6 w 19"/>
                <a:gd name="T19" fmla="*/ 9 h 17"/>
                <a:gd name="T20" fmla="*/ 4 w 19"/>
                <a:gd name="T21" fmla="*/ 10 h 17"/>
                <a:gd name="T22" fmla="*/ 2 w 19"/>
                <a:gd name="T23" fmla="*/ 10 h 17"/>
                <a:gd name="T24" fmla="*/ 2 w 19"/>
                <a:gd name="T25" fmla="*/ 11 h 17"/>
                <a:gd name="T26" fmla="*/ 0 w 19"/>
                <a:gd name="T27" fmla="*/ 14 h 17"/>
                <a:gd name="T28" fmla="*/ 3 w 19"/>
                <a:gd name="T29" fmla="*/ 17 h 17"/>
                <a:gd name="T30" fmla="*/ 10 w 19"/>
                <a:gd name="T31" fmla="*/ 10 h 17"/>
                <a:gd name="T32" fmla="*/ 10 w 19"/>
                <a:gd name="T33" fmla="*/ 9 h 17"/>
                <a:gd name="T34" fmla="*/ 12 w 19"/>
                <a:gd name="T35" fmla="*/ 6 h 17"/>
                <a:gd name="T36" fmla="*/ 18 w 19"/>
                <a:gd name="T37" fmla="*/ 6 h 17"/>
                <a:gd name="T38" fmla="*/ 19 w 19"/>
                <a:gd name="T39" fmla="*/ 3 h 17"/>
                <a:gd name="T40" fmla="*/ 14 w 19"/>
                <a:gd name="T41" fmla="*/ 0 h 17"/>
                <a:gd name="T42" fmla="*/ 13 w 19"/>
                <a:gd name="T4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17">
                  <a:moveTo>
                    <a:pt x="3" y="15"/>
                  </a:moveTo>
                  <a:cubicBezTo>
                    <a:pt x="3" y="13"/>
                    <a:pt x="4" y="14"/>
                    <a:pt x="5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5"/>
                    <a:pt x="5" y="15"/>
                    <a:pt x="3" y="15"/>
                  </a:cubicBezTo>
                  <a:close/>
                  <a:moveTo>
                    <a:pt x="13" y="2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8" y="6"/>
                    <a:pt x="11" y="6"/>
                    <a:pt x="7" y="8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1" y="13"/>
                    <a:pt x="0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6"/>
                    <a:pt x="10" y="11"/>
                    <a:pt x="1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3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2" name="îṩ1îḋè"/>
            <p:cNvSpPr/>
            <p:nvPr/>
          </p:nvSpPr>
          <p:spPr bwMode="auto">
            <a:xfrm>
              <a:off x="10063669" y="528931"/>
              <a:ext cx="20500" cy="34030"/>
            </a:xfrm>
            <a:custGeom>
              <a:avLst/>
              <a:gdLst>
                <a:gd name="T0" fmla="*/ 5 w 12"/>
                <a:gd name="T1" fmla="*/ 3 h 20"/>
                <a:gd name="T2" fmla="*/ 11 w 12"/>
                <a:gd name="T3" fmla="*/ 12 h 20"/>
                <a:gd name="T4" fmla="*/ 3 w 12"/>
                <a:gd name="T5" fmla="*/ 17 h 20"/>
                <a:gd name="T6" fmla="*/ 3 w 12"/>
                <a:gd name="T7" fmla="*/ 17 h 20"/>
                <a:gd name="T8" fmla="*/ 0 w 12"/>
                <a:gd name="T9" fmla="*/ 16 h 20"/>
                <a:gd name="T10" fmla="*/ 4 w 12"/>
                <a:gd name="T11" fmla="*/ 20 h 20"/>
                <a:gd name="T12" fmla="*/ 12 w 12"/>
                <a:gd name="T13" fmla="*/ 13 h 20"/>
                <a:gd name="T14" fmla="*/ 12 w 12"/>
                <a:gd name="T15" fmla="*/ 12 h 20"/>
                <a:gd name="T16" fmla="*/ 9 w 12"/>
                <a:gd name="T17" fmla="*/ 5 h 20"/>
                <a:gd name="T18" fmla="*/ 5 w 12"/>
                <a:gd name="T19" fmla="*/ 0 h 20"/>
                <a:gd name="T20" fmla="*/ 5 w 12"/>
                <a:gd name="T21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0">
                  <a:moveTo>
                    <a:pt x="5" y="3"/>
                  </a:moveTo>
                  <a:cubicBezTo>
                    <a:pt x="5" y="4"/>
                    <a:pt x="11" y="10"/>
                    <a:pt x="11" y="12"/>
                  </a:cubicBezTo>
                  <a:cubicBezTo>
                    <a:pt x="11" y="13"/>
                    <a:pt x="5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7"/>
                    <a:pt x="1" y="16"/>
                    <a:pt x="0" y="16"/>
                  </a:cubicBezTo>
                  <a:cubicBezTo>
                    <a:pt x="0" y="18"/>
                    <a:pt x="2" y="20"/>
                    <a:pt x="4" y="20"/>
                  </a:cubicBezTo>
                  <a:cubicBezTo>
                    <a:pt x="6" y="20"/>
                    <a:pt x="12" y="16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0"/>
                    <a:pt x="10" y="7"/>
                    <a:pt x="9" y="5"/>
                  </a:cubicBezTo>
                  <a:cubicBezTo>
                    <a:pt x="7" y="3"/>
                    <a:pt x="7" y="0"/>
                    <a:pt x="5" y="0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3" name="îŝliḓe"/>
            <p:cNvSpPr/>
            <p:nvPr/>
          </p:nvSpPr>
          <p:spPr bwMode="auto">
            <a:xfrm>
              <a:off x="10162887" y="779848"/>
              <a:ext cx="10250" cy="23780"/>
            </a:xfrm>
            <a:custGeom>
              <a:avLst/>
              <a:gdLst>
                <a:gd name="T0" fmla="*/ 0 w 6"/>
                <a:gd name="T1" fmla="*/ 2 h 14"/>
                <a:gd name="T2" fmla="*/ 0 w 6"/>
                <a:gd name="T3" fmla="*/ 5 h 14"/>
                <a:gd name="T4" fmla="*/ 3 w 6"/>
                <a:gd name="T5" fmla="*/ 3 h 14"/>
                <a:gd name="T6" fmla="*/ 3 w 6"/>
                <a:gd name="T7" fmla="*/ 14 h 14"/>
                <a:gd name="T8" fmla="*/ 6 w 6"/>
                <a:gd name="T9" fmla="*/ 14 h 14"/>
                <a:gd name="T10" fmla="*/ 6 w 6"/>
                <a:gd name="T11" fmla="*/ 1 h 14"/>
                <a:gd name="T12" fmla="*/ 4 w 6"/>
                <a:gd name="T13" fmla="*/ 0 h 14"/>
                <a:gd name="T14" fmla="*/ 4 w 6"/>
                <a:gd name="T15" fmla="*/ 0 h 14"/>
                <a:gd name="T16" fmla="*/ 0 w 6"/>
                <a:gd name="T17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4">
                  <a:moveTo>
                    <a:pt x="0" y="2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6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4" name="iŝ1îḑé"/>
            <p:cNvSpPr/>
            <p:nvPr/>
          </p:nvSpPr>
          <p:spPr bwMode="auto">
            <a:xfrm>
              <a:off x="10310896" y="859387"/>
              <a:ext cx="13530" cy="11890"/>
            </a:xfrm>
            <a:custGeom>
              <a:avLst/>
              <a:gdLst>
                <a:gd name="T0" fmla="*/ 0 w 8"/>
                <a:gd name="T1" fmla="*/ 4 h 7"/>
                <a:gd name="T2" fmla="*/ 4 w 8"/>
                <a:gd name="T3" fmla="*/ 7 h 7"/>
                <a:gd name="T4" fmla="*/ 8 w 8"/>
                <a:gd name="T5" fmla="*/ 3 h 7"/>
                <a:gd name="T6" fmla="*/ 8 w 8"/>
                <a:gd name="T7" fmla="*/ 2 h 7"/>
                <a:gd name="T8" fmla="*/ 6 w 8"/>
                <a:gd name="T9" fmla="*/ 0 h 7"/>
                <a:gd name="T10" fmla="*/ 0 w 8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8" y="5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3" y="0"/>
                    <a:pt x="2" y="3"/>
                    <a:pt x="0" y="4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5" name="iṧļiďê"/>
            <p:cNvSpPr/>
            <p:nvPr/>
          </p:nvSpPr>
          <p:spPr bwMode="auto">
            <a:xfrm>
              <a:off x="10067359" y="535901"/>
              <a:ext cx="9840" cy="20090"/>
            </a:xfrm>
            <a:custGeom>
              <a:avLst/>
              <a:gdLst>
                <a:gd name="T0" fmla="*/ 1 w 6"/>
                <a:gd name="T1" fmla="*/ 4 h 12"/>
                <a:gd name="T2" fmla="*/ 0 w 6"/>
                <a:gd name="T3" fmla="*/ 7 h 12"/>
                <a:gd name="T4" fmla="*/ 0 w 6"/>
                <a:gd name="T5" fmla="*/ 8 h 12"/>
                <a:gd name="T6" fmla="*/ 5 w 6"/>
                <a:gd name="T7" fmla="*/ 8 h 12"/>
                <a:gd name="T8" fmla="*/ 5 w 6"/>
                <a:gd name="T9" fmla="*/ 8 h 12"/>
                <a:gd name="T10" fmla="*/ 2 w 6"/>
                <a:gd name="T11" fmla="*/ 12 h 12"/>
                <a:gd name="T12" fmla="*/ 6 w 6"/>
                <a:gd name="T13" fmla="*/ 7 h 12"/>
                <a:gd name="T14" fmla="*/ 5 w 6"/>
                <a:gd name="T15" fmla="*/ 6 h 12"/>
                <a:gd name="T16" fmla="*/ 1 w 6"/>
                <a:gd name="T17" fmla="*/ 7 h 12"/>
                <a:gd name="T18" fmla="*/ 4 w 6"/>
                <a:gd name="T19" fmla="*/ 3 h 12"/>
                <a:gd name="T20" fmla="*/ 4 w 6"/>
                <a:gd name="T21" fmla="*/ 3 h 12"/>
                <a:gd name="T22" fmla="*/ 2 w 6"/>
                <a:gd name="T23" fmla="*/ 3 h 12"/>
                <a:gd name="T24" fmla="*/ 3 w 6"/>
                <a:gd name="T25" fmla="*/ 3 h 12"/>
                <a:gd name="T26" fmla="*/ 0 w 6"/>
                <a:gd name="T27" fmla="*/ 0 h 12"/>
                <a:gd name="T28" fmla="*/ 0 w 6"/>
                <a:gd name="T29" fmla="*/ 1 h 12"/>
                <a:gd name="T30" fmla="*/ 1 w 6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" h="12">
                  <a:moveTo>
                    <a:pt x="1" y="4"/>
                  </a:moveTo>
                  <a:cubicBezTo>
                    <a:pt x="1" y="5"/>
                    <a:pt x="0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3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3" y="9"/>
                    <a:pt x="2" y="10"/>
                    <a:pt x="2" y="12"/>
                  </a:cubicBezTo>
                  <a:cubicBezTo>
                    <a:pt x="3" y="12"/>
                    <a:pt x="6" y="9"/>
                    <a:pt x="6" y="7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3" y="6"/>
                    <a:pt x="4" y="7"/>
                    <a:pt x="1" y="7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6" name="iṧlîḋé"/>
            <p:cNvSpPr/>
            <p:nvPr/>
          </p:nvSpPr>
          <p:spPr bwMode="auto">
            <a:xfrm>
              <a:off x="10252266" y="495312"/>
              <a:ext cx="11480" cy="13530"/>
            </a:xfrm>
            <a:custGeom>
              <a:avLst/>
              <a:gdLst>
                <a:gd name="T0" fmla="*/ 2 w 7"/>
                <a:gd name="T1" fmla="*/ 4 h 8"/>
                <a:gd name="T2" fmla="*/ 0 w 7"/>
                <a:gd name="T3" fmla="*/ 7 h 8"/>
                <a:gd name="T4" fmla="*/ 3 w 7"/>
                <a:gd name="T5" fmla="*/ 8 h 8"/>
                <a:gd name="T6" fmla="*/ 3 w 7"/>
                <a:gd name="T7" fmla="*/ 8 h 8"/>
                <a:gd name="T8" fmla="*/ 7 w 7"/>
                <a:gd name="T9" fmla="*/ 4 h 8"/>
                <a:gd name="T10" fmla="*/ 2 w 7"/>
                <a:gd name="T11" fmla="*/ 0 h 8"/>
                <a:gd name="T12" fmla="*/ 2 w 7"/>
                <a:gd name="T13" fmla="*/ 0 h 8"/>
                <a:gd name="T14" fmla="*/ 2 w 7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8">
                  <a:moveTo>
                    <a:pt x="2" y="4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8"/>
                    <a:pt x="6" y="5"/>
                    <a:pt x="7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7" name="iṥ1îdé"/>
            <p:cNvSpPr/>
            <p:nvPr/>
          </p:nvSpPr>
          <p:spPr bwMode="auto">
            <a:xfrm>
              <a:off x="10041939" y="554351"/>
              <a:ext cx="8610" cy="13530"/>
            </a:xfrm>
            <a:custGeom>
              <a:avLst/>
              <a:gdLst>
                <a:gd name="T0" fmla="*/ 0 w 5"/>
                <a:gd name="T1" fmla="*/ 2 h 8"/>
                <a:gd name="T2" fmla="*/ 0 w 5"/>
                <a:gd name="T3" fmla="*/ 3 h 8"/>
                <a:gd name="T4" fmla="*/ 3 w 5"/>
                <a:gd name="T5" fmla="*/ 8 h 8"/>
                <a:gd name="T6" fmla="*/ 4 w 5"/>
                <a:gd name="T7" fmla="*/ 8 h 8"/>
                <a:gd name="T8" fmla="*/ 5 w 5"/>
                <a:gd name="T9" fmla="*/ 2 h 8"/>
                <a:gd name="T10" fmla="*/ 4 w 5"/>
                <a:gd name="T11" fmla="*/ 1 h 8"/>
                <a:gd name="T12" fmla="*/ 2 w 5"/>
                <a:gd name="T13" fmla="*/ 4 h 8"/>
                <a:gd name="T14" fmla="*/ 1 w 5"/>
                <a:gd name="T15" fmla="*/ 3 h 8"/>
                <a:gd name="T16" fmla="*/ 3 w 5"/>
                <a:gd name="T17" fmla="*/ 0 h 8"/>
                <a:gd name="T18" fmla="*/ 1 w 5"/>
                <a:gd name="T19" fmla="*/ 0 h 8"/>
                <a:gd name="T20" fmla="*/ 0 w 5"/>
                <a:gd name="T2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2" y="5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6"/>
                    <a:pt x="5" y="4"/>
                    <a:pt x="5" y="2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8" name="iṧḷïdè"/>
            <p:cNvSpPr/>
            <p:nvPr/>
          </p:nvSpPr>
          <p:spPr bwMode="auto">
            <a:xfrm>
              <a:off x="10164937" y="749099"/>
              <a:ext cx="3280" cy="1722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99" name="îşļïdé"/>
            <p:cNvSpPr/>
            <p:nvPr/>
          </p:nvSpPr>
          <p:spPr bwMode="auto">
            <a:xfrm>
              <a:off x="10252266" y="517042"/>
              <a:ext cx="15170" cy="6970"/>
            </a:xfrm>
            <a:custGeom>
              <a:avLst/>
              <a:gdLst>
                <a:gd name="T0" fmla="*/ 0 w 9"/>
                <a:gd name="T1" fmla="*/ 2 h 4"/>
                <a:gd name="T2" fmla="*/ 2 w 9"/>
                <a:gd name="T3" fmla="*/ 4 h 4"/>
                <a:gd name="T4" fmla="*/ 3 w 9"/>
                <a:gd name="T5" fmla="*/ 4 h 4"/>
                <a:gd name="T6" fmla="*/ 8 w 9"/>
                <a:gd name="T7" fmla="*/ 3 h 4"/>
                <a:gd name="T8" fmla="*/ 9 w 9"/>
                <a:gd name="T9" fmla="*/ 0 h 4"/>
                <a:gd name="T10" fmla="*/ 8 w 9"/>
                <a:gd name="T11" fmla="*/ 0 h 4"/>
                <a:gd name="T12" fmla="*/ 0 w 9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4">
                  <a:moveTo>
                    <a:pt x="0" y="2"/>
                  </a:move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5" y="4"/>
                    <a:pt x="5" y="3"/>
                    <a:pt x="8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0" name="íṧļiḋê"/>
            <p:cNvSpPr/>
            <p:nvPr/>
          </p:nvSpPr>
          <p:spPr bwMode="auto">
            <a:xfrm>
              <a:off x="10082528" y="876197"/>
              <a:ext cx="8200" cy="11890"/>
            </a:xfrm>
            <a:custGeom>
              <a:avLst/>
              <a:gdLst>
                <a:gd name="T0" fmla="*/ 0 w 5"/>
                <a:gd name="T1" fmla="*/ 5 h 7"/>
                <a:gd name="T2" fmla="*/ 3 w 5"/>
                <a:gd name="T3" fmla="*/ 7 h 7"/>
                <a:gd name="T4" fmla="*/ 5 w 5"/>
                <a:gd name="T5" fmla="*/ 0 h 7"/>
                <a:gd name="T6" fmla="*/ 0 w 5"/>
                <a:gd name="T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0" y="5"/>
                  </a:moveTo>
                  <a:cubicBezTo>
                    <a:pt x="0" y="6"/>
                    <a:pt x="2" y="7"/>
                    <a:pt x="3" y="7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0" y="5"/>
                    <a:pt x="0" y="5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1" name="iŝľiḑé"/>
            <p:cNvSpPr/>
            <p:nvPr/>
          </p:nvSpPr>
          <p:spPr bwMode="auto">
            <a:xfrm>
              <a:off x="10221927" y="749099"/>
              <a:ext cx="3280" cy="1722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2" name="iSļîde"/>
            <p:cNvSpPr/>
            <p:nvPr/>
          </p:nvSpPr>
          <p:spPr bwMode="auto">
            <a:xfrm>
              <a:off x="10105898" y="739259"/>
              <a:ext cx="1353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3" name="iŝļîḑê"/>
            <p:cNvSpPr/>
            <p:nvPr/>
          </p:nvSpPr>
          <p:spPr bwMode="auto">
            <a:xfrm>
              <a:off x="10270716" y="739259"/>
              <a:ext cx="1353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4" name="îsḷíḍe"/>
            <p:cNvSpPr/>
            <p:nvPr/>
          </p:nvSpPr>
          <p:spPr bwMode="auto">
            <a:xfrm>
              <a:off x="10289166" y="739259"/>
              <a:ext cx="1189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5" name="ísļîdè"/>
            <p:cNvSpPr/>
            <p:nvPr/>
          </p:nvSpPr>
          <p:spPr bwMode="auto">
            <a:xfrm>
              <a:off x="10087448" y="739259"/>
              <a:ext cx="13530" cy="1640"/>
            </a:xfrm>
            <a:prstGeom prst="rect">
              <a:avLst/>
            </a:pr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6" name="išľiḍè"/>
            <p:cNvSpPr/>
            <p:nvPr/>
          </p:nvSpPr>
          <p:spPr bwMode="auto">
            <a:xfrm>
              <a:off x="10371575" y="679809"/>
              <a:ext cx="8200" cy="8610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4 h 5"/>
                <a:gd name="T6" fmla="*/ 2 w 5"/>
                <a:gd name="T7" fmla="*/ 0 h 5"/>
                <a:gd name="T8" fmla="*/ 3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4"/>
                  </a:cubicBezTo>
                  <a:cubicBezTo>
                    <a:pt x="5" y="2"/>
                    <a:pt x="4" y="1"/>
                    <a:pt x="2" y="0"/>
                  </a:cubicBezTo>
                  <a:cubicBezTo>
                    <a:pt x="2" y="3"/>
                    <a:pt x="0" y="5"/>
                    <a:pt x="3" y="5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7" name="iSlíďe"/>
            <p:cNvSpPr/>
            <p:nvPr/>
          </p:nvSpPr>
          <p:spPr bwMode="auto">
            <a:xfrm>
              <a:off x="10183387" y="783128"/>
              <a:ext cx="4920" cy="6970"/>
            </a:xfrm>
            <a:custGeom>
              <a:avLst/>
              <a:gdLst>
                <a:gd name="T0" fmla="*/ 0 w 3"/>
                <a:gd name="T1" fmla="*/ 3 h 4"/>
                <a:gd name="T2" fmla="*/ 2 w 3"/>
                <a:gd name="T3" fmla="*/ 4 h 4"/>
                <a:gd name="T4" fmla="*/ 3 w 3"/>
                <a:gd name="T5" fmla="*/ 2 h 4"/>
                <a:gd name="T6" fmla="*/ 2 w 3"/>
                <a:gd name="T7" fmla="*/ 0 h 4"/>
                <a:gd name="T8" fmla="*/ 0 w 3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3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8" name="îşḷíḓè"/>
            <p:cNvSpPr/>
            <p:nvPr/>
          </p:nvSpPr>
          <p:spPr bwMode="auto">
            <a:xfrm>
              <a:off x="10003400" y="700309"/>
              <a:ext cx="9840" cy="3280"/>
            </a:xfrm>
            <a:custGeom>
              <a:avLst/>
              <a:gdLst>
                <a:gd name="T0" fmla="*/ 0 w 6"/>
                <a:gd name="T1" fmla="*/ 2 h 2"/>
                <a:gd name="T2" fmla="*/ 1 w 6"/>
                <a:gd name="T3" fmla="*/ 2 h 2"/>
                <a:gd name="T4" fmla="*/ 3 w 6"/>
                <a:gd name="T5" fmla="*/ 2 h 2"/>
                <a:gd name="T6" fmla="*/ 5 w 6"/>
                <a:gd name="T7" fmla="*/ 2 h 2"/>
                <a:gd name="T8" fmla="*/ 6 w 6"/>
                <a:gd name="T9" fmla="*/ 1 h 2"/>
                <a:gd name="T10" fmla="*/ 3 w 6"/>
                <a:gd name="T11" fmla="*/ 1 h 2"/>
                <a:gd name="T12" fmla="*/ 2 w 6"/>
                <a:gd name="T13" fmla="*/ 0 h 2"/>
                <a:gd name="T14" fmla="*/ 0 w 6"/>
                <a:gd name="T1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6" y="0"/>
                    <a:pt x="4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9" name="işlïḍe"/>
            <p:cNvSpPr/>
            <p:nvPr/>
          </p:nvSpPr>
          <p:spPr bwMode="auto">
            <a:xfrm>
              <a:off x="10023489" y="628970"/>
              <a:ext cx="8610" cy="4920"/>
            </a:xfrm>
            <a:custGeom>
              <a:avLst/>
              <a:gdLst>
                <a:gd name="T0" fmla="*/ 0 w 5"/>
                <a:gd name="T1" fmla="*/ 1 h 3"/>
                <a:gd name="T2" fmla="*/ 1 w 5"/>
                <a:gd name="T3" fmla="*/ 2 h 3"/>
                <a:gd name="T4" fmla="*/ 2 w 5"/>
                <a:gd name="T5" fmla="*/ 2 h 3"/>
                <a:gd name="T6" fmla="*/ 2 w 5"/>
                <a:gd name="T7" fmla="*/ 2 h 3"/>
                <a:gd name="T8" fmla="*/ 5 w 5"/>
                <a:gd name="T9" fmla="*/ 3 h 3"/>
                <a:gd name="T10" fmla="*/ 4 w 5"/>
                <a:gd name="T11" fmla="*/ 1 h 3"/>
                <a:gd name="T12" fmla="*/ 3 w 5"/>
                <a:gd name="T13" fmla="*/ 1 h 3"/>
                <a:gd name="T14" fmla="*/ 2 w 5"/>
                <a:gd name="T15" fmla="*/ 1 h 3"/>
                <a:gd name="T16" fmla="*/ 1 w 5"/>
                <a:gd name="T17" fmla="*/ 0 h 3"/>
                <a:gd name="T18" fmla="*/ 0 w 5"/>
                <a:gd name="T1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" y="2"/>
                    <a:pt x="2" y="3"/>
                    <a:pt x="5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0" name="işlíďè"/>
            <p:cNvSpPr/>
            <p:nvPr/>
          </p:nvSpPr>
          <p:spPr bwMode="auto">
            <a:xfrm>
              <a:off x="10383464" y="674889"/>
              <a:ext cx="9840" cy="8200"/>
            </a:xfrm>
            <a:custGeom>
              <a:avLst/>
              <a:gdLst>
                <a:gd name="T0" fmla="*/ 24 w 24"/>
                <a:gd name="T1" fmla="*/ 20 h 20"/>
                <a:gd name="T2" fmla="*/ 24 w 24"/>
                <a:gd name="T3" fmla="*/ 20 h 20"/>
                <a:gd name="T4" fmla="*/ 24 w 24"/>
                <a:gd name="T5" fmla="*/ 12 h 20"/>
                <a:gd name="T6" fmla="*/ 4 w 24"/>
                <a:gd name="T7" fmla="*/ 0 h 20"/>
                <a:gd name="T8" fmla="*/ 0 w 24"/>
                <a:gd name="T9" fmla="*/ 0 h 20"/>
                <a:gd name="T10" fmla="*/ 24 w 24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0">
                  <a:moveTo>
                    <a:pt x="24" y="20"/>
                  </a:moveTo>
                  <a:lnTo>
                    <a:pt x="24" y="20"/>
                  </a:lnTo>
                  <a:lnTo>
                    <a:pt x="24" y="12"/>
                  </a:lnTo>
                  <a:lnTo>
                    <a:pt x="4" y="0"/>
                  </a:lnTo>
                  <a:lnTo>
                    <a:pt x="0" y="0"/>
                  </a:lnTo>
                  <a:lnTo>
                    <a:pt x="24" y="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1" name="ïṥḻiḑè"/>
            <p:cNvSpPr/>
            <p:nvPr/>
          </p:nvSpPr>
          <p:spPr bwMode="auto">
            <a:xfrm>
              <a:off x="10028409" y="567881"/>
              <a:ext cx="8610" cy="6970"/>
            </a:xfrm>
            <a:custGeom>
              <a:avLst/>
              <a:gdLst>
                <a:gd name="T0" fmla="*/ 2 w 5"/>
                <a:gd name="T1" fmla="*/ 3 h 4"/>
                <a:gd name="T2" fmla="*/ 4 w 5"/>
                <a:gd name="T3" fmla="*/ 3 h 4"/>
                <a:gd name="T4" fmla="*/ 4 w 5"/>
                <a:gd name="T5" fmla="*/ 4 h 4"/>
                <a:gd name="T6" fmla="*/ 5 w 5"/>
                <a:gd name="T7" fmla="*/ 4 h 4"/>
                <a:gd name="T8" fmla="*/ 5 w 5"/>
                <a:gd name="T9" fmla="*/ 3 h 4"/>
                <a:gd name="T10" fmla="*/ 3 w 5"/>
                <a:gd name="T11" fmla="*/ 0 h 4"/>
                <a:gd name="T12" fmla="*/ 2 w 5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2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0" y="0"/>
                    <a:pt x="2" y="2"/>
                    <a:pt x="2" y="3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2" name="ïşľiḍè"/>
            <p:cNvSpPr/>
            <p:nvPr/>
          </p:nvSpPr>
          <p:spPr bwMode="auto">
            <a:xfrm>
              <a:off x="10390024" y="683089"/>
              <a:ext cx="6560" cy="10250"/>
            </a:xfrm>
            <a:custGeom>
              <a:avLst/>
              <a:gdLst>
                <a:gd name="T0" fmla="*/ 0 w 4"/>
                <a:gd name="T1" fmla="*/ 1 h 6"/>
                <a:gd name="T2" fmla="*/ 0 w 4"/>
                <a:gd name="T3" fmla="*/ 1 h 6"/>
                <a:gd name="T4" fmla="*/ 1 w 4"/>
                <a:gd name="T5" fmla="*/ 2 h 6"/>
                <a:gd name="T6" fmla="*/ 1 w 4"/>
                <a:gd name="T7" fmla="*/ 2 h 6"/>
                <a:gd name="T8" fmla="*/ 1 w 4"/>
                <a:gd name="T9" fmla="*/ 3 h 6"/>
                <a:gd name="T10" fmla="*/ 4 w 4"/>
                <a:gd name="T11" fmla="*/ 6 h 6"/>
                <a:gd name="T12" fmla="*/ 4 w 4"/>
                <a:gd name="T13" fmla="*/ 6 h 6"/>
                <a:gd name="T14" fmla="*/ 1 w 4"/>
                <a:gd name="T15" fmla="*/ 0 h 6"/>
                <a:gd name="T16" fmla="*/ 0 w 4"/>
                <a:gd name="T1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3" name="îṩlîḑè"/>
            <p:cNvSpPr/>
            <p:nvPr/>
          </p:nvSpPr>
          <p:spPr bwMode="auto">
            <a:xfrm>
              <a:off x="10243656" y="525651"/>
              <a:ext cx="5330" cy="6560"/>
            </a:xfrm>
            <a:custGeom>
              <a:avLst/>
              <a:gdLst>
                <a:gd name="T0" fmla="*/ 0 w 3"/>
                <a:gd name="T1" fmla="*/ 2 h 4"/>
                <a:gd name="T2" fmla="*/ 2 w 3"/>
                <a:gd name="T3" fmla="*/ 4 h 4"/>
                <a:gd name="T4" fmla="*/ 3 w 3"/>
                <a:gd name="T5" fmla="*/ 0 h 4"/>
                <a:gd name="T6" fmla="*/ 0 w 3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3"/>
                    <a:pt x="3" y="2"/>
                    <a:pt x="3" y="0"/>
                  </a:cubicBezTo>
                  <a:cubicBezTo>
                    <a:pt x="2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4" name="íṧľiḍe"/>
            <p:cNvSpPr/>
            <p:nvPr/>
          </p:nvSpPr>
          <p:spPr bwMode="auto">
            <a:xfrm>
              <a:off x="10218647" y="786408"/>
              <a:ext cx="4920" cy="6970"/>
            </a:xfrm>
            <a:custGeom>
              <a:avLst/>
              <a:gdLst>
                <a:gd name="T0" fmla="*/ 0 w 12"/>
                <a:gd name="T1" fmla="*/ 17 h 17"/>
                <a:gd name="T2" fmla="*/ 12 w 12"/>
                <a:gd name="T3" fmla="*/ 17 h 17"/>
                <a:gd name="T4" fmla="*/ 12 w 12"/>
                <a:gd name="T5" fmla="*/ 0 h 17"/>
                <a:gd name="T6" fmla="*/ 0 w 12"/>
                <a:gd name="T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7">
                  <a:moveTo>
                    <a:pt x="0" y="17"/>
                  </a:moveTo>
                  <a:lnTo>
                    <a:pt x="12" y="17"/>
                  </a:lnTo>
                  <a:lnTo>
                    <a:pt x="12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5" name="i$ľídè"/>
            <p:cNvSpPr/>
            <p:nvPr/>
          </p:nvSpPr>
          <p:spPr bwMode="auto">
            <a:xfrm>
              <a:off x="10400274" y="688419"/>
              <a:ext cx="6560" cy="3280"/>
            </a:xfrm>
            <a:custGeom>
              <a:avLst/>
              <a:gdLst>
                <a:gd name="T0" fmla="*/ 4 w 4"/>
                <a:gd name="T1" fmla="*/ 2 h 2"/>
                <a:gd name="T2" fmla="*/ 2 w 4"/>
                <a:gd name="T3" fmla="*/ 0 h 2"/>
                <a:gd name="T4" fmla="*/ 0 w 4"/>
                <a:gd name="T5" fmla="*/ 0 h 2"/>
                <a:gd name="T6" fmla="*/ 4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2" y="2"/>
                    <a:pt x="4" y="2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6" name="iṧ1îḋè"/>
            <p:cNvSpPr/>
            <p:nvPr/>
          </p:nvSpPr>
          <p:spPr bwMode="auto">
            <a:xfrm>
              <a:off x="10112458" y="542461"/>
              <a:ext cx="3690" cy="5330"/>
            </a:xfrm>
            <a:custGeom>
              <a:avLst/>
              <a:gdLst>
                <a:gd name="T0" fmla="*/ 0 w 2"/>
                <a:gd name="T1" fmla="*/ 2 h 3"/>
                <a:gd name="T2" fmla="*/ 2 w 2"/>
                <a:gd name="T3" fmla="*/ 3 h 3"/>
                <a:gd name="T4" fmla="*/ 2 w 2"/>
                <a:gd name="T5" fmla="*/ 1 h 3"/>
                <a:gd name="T6" fmla="*/ 0 w 2"/>
                <a:gd name="T7" fmla="*/ 0 h 3"/>
                <a:gd name="T8" fmla="*/ 0 w 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0"/>
                    <a:pt x="2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7" name="iṣlîḓê"/>
            <p:cNvSpPr/>
            <p:nvPr/>
          </p:nvSpPr>
          <p:spPr bwMode="auto">
            <a:xfrm>
              <a:off x="10021849" y="579771"/>
              <a:ext cx="4920" cy="3280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2 h 2"/>
                <a:gd name="T4" fmla="*/ 3 w 3"/>
                <a:gd name="T5" fmla="*/ 2 h 2"/>
                <a:gd name="T6" fmla="*/ 2 w 3"/>
                <a:gd name="T7" fmla="*/ 0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8" name="işļïde"/>
            <p:cNvSpPr/>
            <p:nvPr/>
          </p:nvSpPr>
          <p:spPr bwMode="auto">
            <a:xfrm>
              <a:off x="10006679" y="610520"/>
              <a:ext cx="4920" cy="3280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3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1" y="2"/>
                    <a:pt x="3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19" name="ïṥľïde"/>
            <p:cNvSpPr/>
            <p:nvPr/>
          </p:nvSpPr>
          <p:spPr bwMode="auto">
            <a:xfrm>
              <a:off x="10008319" y="605190"/>
              <a:ext cx="4920" cy="3280"/>
            </a:xfrm>
            <a:custGeom>
              <a:avLst/>
              <a:gdLst>
                <a:gd name="T0" fmla="*/ 2 w 3"/>
                <a:gd name="T1" fmla="*/ 2 h 2"/>
                <a:gd name="T2" fmla="*/ 3 w 3"/>
                <a:gd name="T3" fmla="*/ 2 h 2"/>
                <a:gd name="T4" fmla="*/ 1 w 3"/>
                <a:gd name="T5" fmla="*/ 0 h 2"/>
                <a:gd name="T6" fmla="*/ 0 w 3"/>
                <a:gd name="T7" fmla="*/ 0 h 2"/>
                <a:gd name="T8" fmla="*/ 2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0" name="iṧ1ïďè"/>
            <p:cNvSpPr/>
            <p:nvPr/>
          </p:nvSpPr>
          <p:spPr bwMode="auto">
            <a:xfrm>
              <a:off x="9979620" y="686779"/>
              <a:ext cx="5330" cy="3280"/>
            </a:xfrm>
            <a:custGeom>
              <a:avLst/>
              <a:gdLst>
                <a:gd name="T0" fmla="*/ 0 w 3"/>
                <a:gd name="T1" fmla="*/ 1 h 2"/>
                <a:gd name="T2" fmla="*/ 1 w 3"/>
                <a:gd name="T3" fmla="*/ 2 h 2"/>
                <a:gd name="T4" fmla="*/ 3 w 3"/>
                <a:gd name="T5" fmla="*/ 2 h 2"/>
                <a:gd name="T6" fmla="*/ 1 w 3"/>
                <a:gd name="T7" fmla="*/ 0 h 2"/>
                <a:gd name="T8" fmla="*/ 0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1" name="ïṥḻïdé"/>
            <p:cNvSpPr/>
            <p:nvPr/>
          </p:nvSpPr>
          <p:spPr bwMode="auto">
            <a:xfrm>
              <a:off x="9979620" y="681449"/>
              <a:ext cx="5330" cy="3280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2 h 2"/>
                <a:gd name="T4" fmla="*/ 3 w 3"/>
                <a:gd name="T5" fmla="*/ 1 h 2"/>
                <a:gd name="T6" fmla="*/ 1 w 3"/>
                <a:gd name="T7" fmla="*/ 0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2" name="íş1ïḍê"/>
            <p:cNvSpPr/>
            <p:nvPr/>
          </p:nvSpPr>
          <p:spPr bwMode="auto">
            <a:xfrm>
              <a:off x="10153047" y="501872"/>
              <a:ext cx="1640" cy="6970"/>
            </a:xfrm>
            <a:custGeom>
              <a:avLst/>
              <a:gdLst>
                <a:gd name="T0" fmla="*/ 0 w 1"/>
                <a:gd name="T1" fmla="*/ 2 h 4"/>
                <a:gd name="T2" fmla="*/ 1 w 1"/>
                <a:gd name="T3" fmla="*/ 4 h 4"/>
                <a:gd name="T4" fmla="*/ 1 w 1"/>
                <a:gd name="T5" fmla="*/ 2 h 4"/>
                <a:gd name="T6" fmla="*/ 0 w 1"/>
                <a:gd name="T7" fmla="*/ 0 h 4"/>
                <a:gd name="T8" fmla="*/ 0 w 1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4">
                  <a:moveTo>
                    <a:pt x="0" y="2"/>
                  </a:moveTo>
                  <a:cubicBezTo>
                    <a:pt x="0" y="3"/>
                    <a:pt x="0" y="3"/>
                    <a:pt x="1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3" name="iŝ1îdè"/>
            <p:cNvSpPr/>
            <p:nvPr/>
          </p:nvSpPr>
          <p:spPr bwMode="auto">
            <a:xfrm>
              <a:off x="10114098" y="510482"/>
              <a:ext cx="2050" cy="4920"/>
            </a:xfrm>
            <a:custGeom>
              <a:avLst/>
              <a:gdLst>
                <a:gd name="T0" fmla="*/ 0 w 1"/>
                <a:gd name="T1" fmla="*/ 1 h 3"/>
                <a:gd name="T2" fmla="*/ 1 w 1"/>
                <a:gd name="T3" fmla="*/ 3 h 3"/>
                <a:gd name="T4" fmla="*/ 0 w 1"/>
                <a:gd name="T5" fmla="*/ 0 h 3"/>
                <a:gd name="T6" fmla="*/ 0 w 1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1"/>
                  </a:moveTo>
                  <a:cubicBezTo>
                    <a:pt x="0" y="3"/>
                    <a:pt x="0" y="2"/>
                    <a:pt x="1" y="3"/>
                  </a:cubicBezTo>
                  <a:cubicBezTo>
                    <a:pt x="1" y="0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4" name="îś1íḍè"/>
            <p:cNvSpPr/>
            <p:nvPr/>
          </p:nvSpPr>
          <p:spPr bwMode="auto">
            <a:xfrm>
              <a:off x="9977980" y="717119"/>
              <a:ext cx="5330" cy="3280"/>
            </a:xfrm>
            <a:custGeom>
              <a:avLst/>
              <a:gdLst>
                <a:gd name="T0" fmla="*/ 0 w 3"/>
                <a:gd name="T1" fmla="*/ 1 h 2"/>
                <a:gd name="T2" fmla="*/ 1 w 3"/>
                <a:gd name="T3" fmla="*/ 2 h 2"/>
                <a:gd name="T4" fmla="*/ 3 w 3"/>
                <a:gd name="T5" fmla="*/ 1 h 2"/>
                <a:gd name="T6" fmla="*/ 1 w 3"/>
                <a:gd name="T7" fmla="*/ 0 h 2"/>
                <a:gd name="T8" fmla="*/ 0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2" y="2"/>
                    <a:pt x="1" y="2"/>
                    <a:pt x="3" y="1"/>
                  </a:cubicBezTo>
                  <a:cubicBezTo>
                    <a:pt x="2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5" name="iṡļiḑé"/>
            <p:cNvSpPr/>
            <p:nvPr/>
          </p:nvSpPr>
          <p:spPr bwMode="auto">
            <a:xfrm>
              <a:off x="9977980" y="712199"/>
              <a:ext cx="3280" cy="3280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1 h 2"/>
                <a:gd name="T6" fmla="*/ 1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6" name="íśḷïḑe"/>
            <p:cNvSpPr/>
            <p:nvPr/>
          </p:nvSpPr>
          <p:spPr bwMode="auto">
            <a:xfrm>
              <a:off x="10146078" y="505152"/>
              <a:ext cx="3690" cy="3690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2 h 2"/>
                <a:gd name="T4" fmla="*/ 2 w 2"/>
                <a:gd name="T5" fmla="*/ 1 h 2"/>
                <a:gd name="T6" fmla="*/ 1 w 2"/>
                <a:gd name="T7" fmla="*/ 0 h 2"/>
                <a:gd name="T8" fmla="*/ 0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7" name="ï$ḻïḍe"/>
            <p:cNvSpPr/>
            <p:nvPr/>
          </p:nvSpPr>
          <p:spPr bwMode="auto">
            <a:xfrm>
              <a:off x="10148128" y="498592"/>
              <a:ext cx="3280" cy="4920"/>
            </a:xfrm>
            <a:custGeom>
              <a:avLst/>
              <a:gdLst>
                <a:gd name="T0" fmla="*/ 0 w 2"/>
                <a:gd name="T1" fmla="*/ 1 h 3"/>
                <a:gd name="T2" fmla="*/ 1 w 2"/>
                <a:gd name="T3" fmla="*/ 3 h 3"/>
                <a:gd name="T4" fmla="*/ 2 w 2"/>
                <a:gd name="T5" fmla="*/ 2 h 3"/>
                <a:gd name="T6" fmla="*/ 0 w 2"/>
                <a:gd name="T7" fmla="*/ 0 h 3"/>
                <a:gd name="T8" fmla="*/ 0 w 2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2"/>
                    <a:pt x="1" y="3"/>
                    <a:pt x="1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1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8" name="ïs1îḑè"/>
            <p:cNvSpPr/>
            <p:nvPr/>
          </p:nvSpPr>
          <p:spPr bwMode="auto">
            <a:xfrm>
              <a:off x="10393304" y="676529"/>
              <a:ext cx="5330" cy="492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3"/>
                    <a:pt x="1" y="3"/>
                    <a:pt x="3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29" name="ïṥḷîḋé"/>
            <p:cNvSpPr/>
            <p:nvPr/>
          </p:nvSpPr>
          <p:spPr bwMode="auto">
            <a:xfrm>
              <a:off x="10063669" y="540821"/>
              <a:ext cx="2050" cy="3280"/>
            </a:xfrm>
            <a:custGeom>
              <a:avLst/>
              <a:gdLst>
                <a:gd name="T0" fmla="*/ 1 w 1"/>
                <a:gd name="T1" fmla="*/ 2 h 2"/>
                <a:gd name="T2" fmla="*/ 1 w 1"/>
                <a:gd name="T3" fmla="*/ 0 h 2"/>
                <a:gd name="T4" fmla="*/ 0 w 1"/>
                <a:gd name="T5" fmla="*/ 0 h 2"/>
                <a:gd name="T6" fmla="*/ 1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0" name="íṣ1íďé"/>
            <p:cNvSpPr/>
            <p:nvPr/>
          </p:nvSpPr>
          <p:spPr bwMode="auto">
            <a:xfrm>
              <a:off x="10062029" y="535901"/>
              <a:ext cx="3690" cy="3280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0"/>
                    <a:pt x="2" y="0"/>
                    <a:pt x="0" y="0"/>
                  </a:cubicBezTo>
                  <a:cubicBezTo>
                    <a:pt x="0" y="2"/>
                    <a:pt x="0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1" name="ïśľîḍe"/>
            <p:cNvSpPr/>
            <p:nvPr/>
          </p:nvSpPr>
          <p:spPr bwMode="auto">
            <a:xfrm>
              <a:off x="10003400" y="605190"/>
              <a:ext cx="3280" cy="3280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0"/>
                    <a:pt x="2" y="0"/>
                    <a:pt x="0" y="0"/>
                  </a:cubicBezTo>
                  <a:cubicBezTo>
                    <a:pt x="0" y="2"/>
                    <a:pt x="0" y="2"/>
                    <a:pt x="2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2" name="iṡ1ïḑê"/>
            <p:cNvSpPr/>
            <p:nvPr/>
          </p:nvSpPr>
          <p:spPr bwMode="auto">
            <a:xfrm>
              <a:off x="10394944" y="681449"/>
              <a:ext cx="5330" cy="5330"/>
            </a:xfrm>
            <a:custGeom>
              <a:avLst/>
              <a:gdLst>
                <a:gd name="T0" fmla="*/ 3 w 3"/>
                <a:gd name="T1" fmla="*/ 3 h 3"/>
                <a:gd name="T2" fmla="*/ 3 w 3"/>
                <a:gd name="T3" fmla="*/ 2 h 3"/>
                <a:gd name="T4" fmla="*/ 1 w 3"/>
                <a:gd name="T5" fmla="*/ 2 h 3"/>
                <a:gd name="T6" fmla="*/ 1 w 3"/>
                <a:gd name="T7" fmla="*/ 0 h 3"/>
                <a:gd name="T8" fmla="*/ 0 w 3"/>
                <a:gd name="T9" fmla="*/ 0 h 3"/>
                <a:gd name="T10" fmla="*/ 3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3"/>
                    <a:pt x="3" y="3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3" name="íṥḻïḍè"/>
            <p:cNvSpPr/>
            <p:nvPr/>
          </p:nvSpPr>
          <p:spPr bwMode="auto">
            <a:xfrm>
              <a:off x="10305976" y="561321"/>
              <a:ext cx="4920" cy="3280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2 w 3"/>
                <a:gd name="T5" fmla="*/ 0 h 2"/>
                <a:gd name="T6" fmla="*/ 0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2" y="2"/>
                    <a:pt x="2" y="2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4" name="íṩḷíde"/>
            <p:cNvSpPr/>
            <p:nvPr/>
          </p:nvSpPr>
          <p:spPr bwMode="auto">
            <a:xfrm>
              <a:off x="10018569" y="613800"/>
              <a:ext cx="3280" cy="3280"/>
            </a:xfrm>
            <a:custGeom>
              <a:avLst/>
              <a:gdLst>
                <a:gd name="T0" fmla="*/ 0 w 2"/>
                <a:gd name="T1" fmla="*/ 1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5" name="îŝḻiḍe"/>
            <p:cNvSpPr/>
            <p:nvPr/>
          </p:nvSpPr>
          <p:spPr bwMode="auto">
            <a:xfrm>
              <a:off x="10041939" y="579771"/>
              <a:ext cx="3280" cy="1640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0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2" y="1"/>
                    <a:pt x="2" y="1"/>
                    <a:pt x="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192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6" name="iṥlíde"/>
            <p:cNvSpPr/>
            <p:nvPr/>
          </p:nvSpPr>
          <p:spPr bwMode="auto">
            <a:xfrm>
              <a:off x="10563862" y="830687"/>
              <a:ext cx="67649" cy="85279"/>
            </a:xfrm>
            <a:custGeom>
              <a:avLst/>
              <a:gdLst>
                <a:gd name="T0" fmla="*/ 64 w 70"/>
                <a:gd name="T1" fmla="*/ 78 h 86"/>
                <a:gd name="T2" fmla="*/ 61 w 70"/>
                <a:gd name="T3" fmla="*/ 74 h 86"/>
                <a:gd name="T4" fmla="*/ 56 w 70"/>
                <a:gd name="T5" fmla="*/ 66 h 86"/>
                <a:gd name="T6" fmla="*/ 41 w 70"/>
                <a:gd name="T7" fmla="*/ 40 h 86"/>
                <a:gd name="T8" fmla="*/ 55 w 70"/>
                <a:gd name="T9" fmla="*/ 18 h 86"/>
                <a:gd name="T10" fmla="*/ 61 w 70"/>
                <a:gd name="T11" fmla="*/ 10 h 86"/>
                <a:gd name="T12" fmla="*/ 65 w 70"/>
                <a:gd name="T13" fmla="*/ 5 h 86"/>
                <a:gd name="T14" fmla="*/ 69 w 70"/>
                <a:gd name="T15" fmla="*/ 3 h 86"/>
                <a:gd name="T16" fmla="*/ 69 w 70"/>
                <a:gd name="T17" fmla="*/ 0 h 86"/>
                <a:gd name="T18" fmla="*/ 46 w 70"/>
                <a:gd name="T19" fmla="*/ 0 h 86"/>
                <a:gd name="T20" fmla="*/ 46 w 70"/>
                <a:gd name="T21" fmla="*/ 3 h 86"/>
                <a:gd name="T22" fmla="*/ 49 w 70"/>
                <a:gd name="T23" fmla="*/ 5 h 86"/>
                <a:gd name="T24" fmla="*/ 50 w 70"/>
                <a:gd name="T25" fmla="*/ 8 h 86"/>
                <a:gd name="T26" fmla="*/ 50 w 70"/>
                <a:gd name="T27" fmla="*/ 11 h 86"/>
                <a:gd name="T28" fmla="*/ 49 w 70"/>
                <a:gd name="T29" fmla="*/ 14 h 86"/>
                <a:gd name="T30" fmla="*/ 46 w 70"/>
                <a:gd name="T31" fmla="*/ 19 h 86"/>
                <a:gd name="T32" fmla="*/ 37 w 70"/>
                <a:gd name="T33" fmla="*/ 34 h 86"/>
                <a:gd name="T34" fmla="*/ 28 w 70"/>
                <a:gd name="T35" fmla="*/ 19 h 86"/>
                <a:gd name="T36" fmla="*/ 24 w 70"/>
                <a:gd name="T37" fmla="*/ 12 h 86"/>
                <a:gd name="T38" fmla="*/ 23 w 70"/>
                <a:gd name="T39" fmla="*/ 8 h 86"/>
                <a:gd name="T40" fmla="*/ 24 w 70"/>
                <a:gd name="T41" fmla="*/ 5 h 86"/>
                <a:gd name="T42" fmla="*/ 29 w 70"/>
                <a:gd name="T43" fmla="*/ 3 h 86"/>
                <a:gd name="T44" fmla="*/ 29 w 70"/>
                <a:gd name="T45" fmla="*/ 0 h 86"/>
                <a:gd name="T46" fmla="*/ 2 w 70"/>
                <a:gd name="T47" fmla="*/ 0 h 86"/>
                <a:gd name="T48" fmla="*/ 2 w 70"/>
                <a:gd name="T49" fmla="*/ 3 h 86"/>
                <a:gd name="T50" fmla="*/ 4 w 70"/>
                <a:gd name="T51" fmla="*/ 4 h 86"/>
                <a:gd name="T52" fmla="*/ 6 w 70"/>
                <a:gd name="T53" fmla="*/ 6 h 86"/>
                <a:gd name="T54" fmla="*/ 8 w 70"/>
                <a:gd name="T55" fmla="*/ 9 h 86"/>
                <a:gd name="T56" fmla="*/ 12 w 70"/>
                <a:gd name="T57" fmla="*/ 14 h 86"/>
                <a:gd name="T58" fmla="*/ 30 w 70"/>
                <a:gd name="T59" fmla="*/ 43 h 86"/>
                <a:gd name="T60" fmla="*/ 15 w 70"/>
                <a:gd name="T61" fmla="*/ 66 h 86"/>
                <a:gd name="T62" fmla="*/ 10 w 70"/>
                <a:gd name="T63" fmla="*/ 75 h 86"/>
                <a:gd name="T64" fmla="*/ 7 w 70"/>
                <a:gd name="T65" fmla="*/ 78 h 86"/>
                <a:gd name="T66" fmla="*/ 4 w 70"/>
                <a:gd name="T67" fmla="*/ 81 h 86"/>
                <a:gd name="T68" fmla="*/ 0 w 70"/>
                <a:gd name="T69" fmla="*/ 82 h 86"/>
                <a:gd name="T70" fmla="*/ 0 w 70"/>
                <a:gd name="T71" fmla="*/ 86 h 86"/>
                <a:gd name="T72" fmla="*/ 24 w 70"/>
                <a:gd name="T73" fmla="*/ 86 h 86"/>
                <a:gd name="T74" fmla="*/ 24 w 70"/>
                <a:gd name="T75" fmla="*/ 82 h 86"/>
                <a:gd name="T76" fmla="*/ 20 w 70"/>
                <a:gd name="T77" fmla="*/ 81 h 86"/>
                <a:gd name="T78" fmla="*/ 19 w 70"/>
                <a:gd name="T79" fmla="*/ 77 h 86"/>
                <a:gd name="T80" fmla="*/ 22 w 70"/>
                <a:gd name="T81" fmla="*/ 69 h 86"/>
                <a:gd name="T82" fmla="*/ 34 w 70"/>
                <a:gd name="T83" fmla="*/ 50 h 86"/>
                <a:gd name="T84" fmla="*/ 45 w 70"/>
                <a:gd name="T85" fmla="*/ 68 h 86"/>
                <a:gd name="T86" fmla="*/ 48 w 70"/>
                <a:gd name="T87" fmla="*/ 74 h 86"/>
                <a:gd name="T88" fmla="*/ 49 w 70"/>
                <a:gd name="T89" fmla="*/ 78 h 86"/>
                <a:gd name="T90" fmla="*/ 47 w 70"/>
                <a:gd name="T91" fmla="*/ 81 h 86"/>
                <a:gd name="T92" fmla="*/ 43 w 70"/>
                <a:gd name="T93" fmla="*/ 82 h 86"/>
                <a:gd name="T94" fmla="*/ 43 w 70"/>
                <a:gd name="T95" fmla="*/ 86 h 86"/>
                <a:gd name="T96" fmla="*/ 70 w 70"/>
                <a:gd name="T97" fmla="*/ 86 h 86"/>
                <a:gd name="T98" fmla="*/ 70 w 70"/>
                <a:gd name="T99" fmla="*/ 82 h 86"/>
                <a:gd name="T100" fmla="*/ 67 w 70"/>
                <a:gd name="T101" fmla="*/ 81 h 86"/>
                <a:gd name="T102" fmla="*/ 64 w 70"/>
                <a:gd name="T103" fmla="*/ 7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0" h="86">
                  <a:moveTo>
                    <a:pt x="64" y="78"/>
                  </a:moveTo>
                  <a:cubicBezTo>
                    <a:pt x="63" y="77"/>
                    <a:pt x="62" y="76"/>
                    <a:pt x="61" y="74"/>
                  </a:cubicBezTo>
                  <a:cubicBezTo>
                    <a:pt x="60" y="73"/>
                    <a:pt x="59" y="70"/>
                    <a:pt x="56" y="66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7" y="14"/>
                    <a:pt x="59" y="11"/>
                    <a:pt x="61" y="10"/>
                  </a:cubicBezTo>
                  <a:cubicBezTo>
                    <a:pt x="62" y="8"/>
                    <a:pt x="63" y="6"/>
                    <a:pt x="65" y="5"/>
                  </a:cubicBezTo>
                  <a:cubicBezTo>
                    <a:pt x="66" y="4"/>
                    <a:pt x="67" y="4"/>
                    <a:pt x="69" y="3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7" y="4"/>
                    <a:pt x="49" y="4"/>
                    <a:pt x="49" y="5"/>
                  </a:cubicBezTo>
                  <a:cubicBezTo>
                    <a:pt x="50" y="6"/>
                    <a:pt x="50" y="7"/>
                    <a:pt x="50" y="8"/>
                  </a:cubicBezTo>
                  <a:cubicBezTo>
                    <a:pt x="50" y="9"/>
                    <a:pt x="50" y="10"/>
                    <a:pt x="50" y="11"/>
                  </a:cubicBezTo>
                  <a:cubicBezTo>
                    <a:pt x="50" y="12"/>
                    <a:pt x="49" y="13"/>
                    <a:pt x="49" y="14"/>
                  </a:cubicBezTo>
                  <a:cubicBezTo>
                    <a:pt x="48" y="16"/>
                    <a:pt x="47" y="17"/>
                    <a:pt x="46" y="19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6" y="16"/>
                    <a:pt x="25" y="14"/>
                    <a:pt x="24" y="12"/>
                  </a:cubicBezTo>
                  <a:cubicBezTo>
                    <a:pt x="23" y="11"/>
                    <a:pt x="23" y="9"/>
                    <a:pt x="23" y="8"/>
                  </a:cubicBezTo>
                  <a:cubicBezTo>
                    <a:pt x="23" y="7"/>
                    <a:pt x="23" y="6"/>
                    <a:pt x="24" y="5"/>
                  </a:cubicBezTo>
                  <a:cubicBezTo>
                    <a:pt x="25" y="4"/>
                    <a:pt x="27" y="3"/>
                    <a:pt x="29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4"/>
                    <a:pt x="4" y="4"/>
                  </a:cubicBezTo>
                  <a:cubicBezTo>
                    <a:pt x="5" y="4"/>
                    <a:pt x="5" y="5"/>
                    <a:pt x="6" y="6"/>
                  </a:cubicBezTo>
                  <a:cubicBezTo>
                    <a:pt x="7" y="6"/>
                    <a:pt x="7" y="7"/>
                    <a:pt x="8" y="9"/>
                  </a:cubicBezTo>
                  <a:cubicBezTo>
                    <a:pt x="9" y="10"/>
                    <a:pt x="10" y="12"/>
                    <a:pt x="12" y="14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3" y="70"/>
                    <a:pt x="11" y="73"/>
                    <a:pt x="10" y="75"/>
                  </a:cubicBezTo>
                  <a:cubicBezTo>
                    <a:pt x="9" y="76"/>
                    <a:pt x="7" y="77"/>
                    <a:pt x="7" y="78"/>
                  </a:cubicBezTo>
                  <a:cubicBezTo>
                    <a:pt x="6" y="79"/>
                    <a:pt x="5" y="80"/>
                    <a:pt x="4" y="81"/>
                  </a:cubicBezTo>
                  <a:cubicBezTo>
                    <a:pt x="3" y="81"/>
                    <a:pt x="1" y="82"/>
                    <a:pt x="0" y="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2" y="82"/>
                    <a:pt x="21" y="82"/>
                    <a:pt x="20" y="81"/>
                  </a:cubicBezTo>
                  <a:cubicBezTo>
                    <a:pt x="19" y="80"/>
                    <a:pt x="19" y="79"/>
                    <a:pt x="19" y="77"/>
                  </a:cubicBezTo>
                  <a:cubicBezTo>
                    <a:pt x="19" y="75"/>
                    <a:pt x="20" y="72"/>
                    <a:pt x="22" y="69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6" y="71"/>
                    <a:pt x="47" y="72"/>
                    <a:pt x="48" y="74"/>
                  </a:cubicBezTo>
                  <a:cubicBezTo>
                    <a:pt x="48" y="75"/>
                    <a:pt x="49" y="76"/>
                    <a:pt x="49" y="78"/>
                  </a:cubicBezTo>
                  <a:cubicBezTo>
                    <a:pt x="49" y="79"/>
                    <a:pt x="48" y="80"/>
                    <a:pt x="47" y="81"/>
                  </a:cubicBezTo>
                  <a:cubicBezTo>
                    <a:pt x="46" y="82"/>
                    <a:pt x="45" y="82"/>
                    <a:pt x="43" y="82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69" y="82"/>
                    <a:pt x="68" y="81"/>
                    <a:pt x="67" y="81"/>
                  </a:cubicBezTo>
                  <a:cubicBezTo>
                    <a:pt x="66" y="80"/>
                    <a:pt x="65" y="79"/>
                    <a:pt x="64" y="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7" name="îṡļïḍe"/>
            <p:cNvSpPr/>
            <p:nvPr/>
          </p:nvSpPr>
          <p:spPr bwMode="auto">
            <a:xfrm>
              <a:off x="10638481" y="855697"/>
              <a:ext cx="24190" cy="60269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5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7 w 25"/>
                <a:gd name="T15" fmla="*/ 7 h 61"/>
                <a:gd name="T16" fmla="*/ 8 w 25"/>
                <a:gd name="T17" fmla="*/ 11 h 61"/>
                <a:gd name="T18" fmla="*/ 8 w 25"/>
                <a:gd name="T19" fmla="*/ 18 h 61"/>
                <a:gd name="T20" fmla="*/ 8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9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4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8" name="iSḻïdé"/>
            <p:cNvSpPr/>
            <p:nvPr/>
          </p:nvSpPr>
          <p:spPr bwMode="auto">
            <a:xfrm>
              <a:off x="10645451" y="831917"/>
              <a:ext cx="1148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39" name="ïṣlïdè"/>
            <p:cNvSpPr/>
            <p:nvPr/>
          </p:nvSpPr>
          <p:spPr bwMode="auto">
            <a:xfrm>
              <a:off x="10673331" y="855697"/>
              <a:ext cx="60269" cy="60269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4 w 62"/>
                <a:gd name="T5" fmla="*/ 45 h 61"/>
                <a:gd name="T6" fmla="*/ 54 w 62"/>
                <a:gd name="T7" fmla="*/ 21 h 61"/>
                <a:gd name="T8" fmla="*/ 54 w 62"/>
                <a:gd name="T9" fmla="*/ 13 h 61"/>
                <a:gd name="T10" fmla="*/ 52 w 62"/>
                <a:gd name="T11" fmla="*/ 7 h 61"/>
                <a:gd name="T12" fmla="*/ 48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6 w 62"/>
                <a:gd name="T21" fmla="*/ 4 h 61"/>
                <a:gd name="T22" fmla="*/ 18 w 62"/>
                <a:gd name="T23" fmla="*/ 11 h 61"/>
                <a:gd name="T24" fmla="*/ 17 w 62"/>
                <a:gd name="T25" fmla="*/ 10 h 61"/>
                <a:gd name="T26" fmla="*/ 18 w 62"/>
                <a:gd name="T27" fmla="*/ 0 h 61"/>
                <a:gd name="T28" fmla="*/ 14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4 w 62"/>
                <a:gd name="T35" fmla="*/ 5 h 61"/>
                <a:gd name="T36" fmla="*/ 6 w 62"/>
                <a:gd name="T37" fmla="*/ 7 h 61"/>
                <a:gd name="T38" fmla="*/ 7 w 62"/>
                <a:gd name="T39" fmla="*/ 11 h 61"/>
                <a:gd name="T40" fmla="*/ 7 w 62"/>
                <a:gd name="T41" fmla="*/ 18 h 61"/>
                <a:gd name="T42" fmla="*/ 7 w 62"/>
                <a:gd name="T43" fmla="*/ 45 h 61"/>
                <a:gd name="T44" fmla="*/ 7 w 62"/>
                <a:gd name="T45" fmla="*/ 52 h 61"/>
                <a:gd name="T46" fmla="*/ 6 w 62"/>
                <a:gd name="T47" fmla="*/ 55 h 61"/>
                <a:gd name="T48" fmla="*/ 4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5 w 62"/>
                <a:gd name="T55" fmla="*/ 61 h 61"/>
                <a:gd name="T56" fmla="*/ 25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8 w 62"/>
                <a:gd name="T63" fmla="*/ 45 h 61"/>
                <a:gd name="T64" fmla="*/ 18 w 62"/>
                <a:gd name="T65" fmla="*/ 22 h 61"/>
                <a:gd name="T66" fmla="*/ 19 w 62"/>
                <a:gd name="T67" fmla="*/ 16 h 61"/>
                <a:gd name="T68" fmla="*/ 23 w 62"/>
                <a:gd name="T69" fmla="*/ 12 h 61"/>
                <a:gd name="T70" fmla="*/ 28 w 62"/>
                <a:gd name="T71" fmla="*/ 8 h 61"/>
                <a:gd name="T72" fmla="*/ 33 w 62"/>
                <a:gd name="T73" fmla="*/ 7 h 61"/>
                <a:gd name="T74" fmla="*/ 36 w 62"/>
                <a:gd name="T75" fmla="*/ 8 h 61"/>
                <a:gd name="T76" fmla="*/ 39 w 62"/>
                <a:gd name="T77" fmla="*/ 9 h 61"/>
                <a:gd name="T78" fmla="*/ 41 w 62"/>
                <a:gd name="T79" fmla="*/ 11 h 61"/>
                <a:gd name="T80" fmla="*/ 43 w 62"/>
                <a:gd name="T81" fmla="*/ 15 h 61"/>
                <a:gd name="T82" fmla="*/ 43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3 w 62"/>
                <a:gd name="T89" fmla="*/ 51 h 61"/>
                <a:gd name="T90" fmla="*/ 42 w 62"/>
                <a:gd name="T91" fmla="*/ 55 h 61"/>
                <a:gd name="T92" fmla="*/ 40 w 62"/>
                <a:gd name="T93" fmla="*/ 56 h 61"/>
                <a:gd name="T94" fmla="*/ 37 w 62"/>
                <a:gd name="T95" fmla="*/ 57 h 61"/>
                <a:gd name="T96" fmla="*/ 37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7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5" y="53"/>
                    <a:pt x="55" y="52"/>
                    <a:pt x="55" y="51"/>
                  </a:cubicBezTo>
                  <a:cubicBezTo>
                    <a:pt x="55" y="50"/>
                    <a:pt x="54" y="48"/>
                    <a:pt x="54" y="45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18"/>
                    <a:pt x="54" y="15"/>
                    <a:pt x="54" y="13"/>
                  </a:cubicBezTo>
                  <a:cubicBezTo>
                    <a:pt x="53" y="10"/>
                    <a:pt x="53" y="9"/>
                    <a:pt x="52" y="7"/>
                  </a:cubicBezTo>
                  <a:cubicBezTo>
                    <a:pt x="51" y="5"/>
                    <a:pt x="50" y="4"/>
                    <a:pt x="48" y="3"/>
                  </a:cubicBezTo>
                  <a:cubicBezTo>
                    <a:pt x="47" y="2"/>
                    <a:pt x="46" y="1"/>
                    <a:pt x="44" y="0"/>
                  </a:cubicBezTo>
                  <a:cubicBezTo>
                    <a:pt x="42" y="0"/>
                    <a:pt x="40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6" y="4"/>
                  </a:cubicBezTo>
                  <a:cubicBezTo>
                    <a:pt x="24" y="5"/>
                    <a:pt x="21" y="7"/>
                    <a:pt x="18" y="11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7" y="15"/>
                    <a:pt x="7" y="18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8"/>
                    <a:pt x="7" y="50"/>
                    <a:pt x="7" y="52"/>
                  </a:cubicBezTo>
                  <a:cubicBezTo>
                    <a:pt x="7" y="53"/>
                    <a:pt x="6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3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1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ubicBezTo>
                    <a:pt x="18" y="51"/>
                    <a:pt x="18" y="48"/>
                    <a:pt x="18" y="45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0"/>
                    <a:pt x="18" y="18"/>
                    <a:pt x="19" y="16"/>
                  </a:cubicBezTo>
                  <a:cubicBezTo>
                    <a:pt x="20" y="15"/>
                    <a:pt x="21" y="13"/>
                    <a:pt x="23" y="12"/>
                  </a:cubicBezTo>
                  <a:cubicBezTo>
                    <a:pt x="25" y="10"/>
                    <a:pt x="26" y="9"/>
                    <a:pt x="28" y="8"/>
                  </a:cubicBezTo>
                  <a:cubicBezTo>
                    <a:pt x="29" y="8"/>
                    <a:pt x="31" y="7"/>
                    <a:pt x="33" y="7"/>
                  </a:cubicBezTo>
                  <a:cubicBezTo>
                    <a:pt x="34" y="7"/>
                    <a:pt x="35" y="7"/>
                    <a:pt x="36" y="8"/>
                  </a:cubicBezTo>
                  <a:cubicBezTo>
                    <a:pt x="37" y="8"/>
                    <a:pt x="38" y="9"/>
                    <a:pt x="39" y="9"/>
                  </a:cubicBezTo>
                  <a:cubicBezTo>
                    <a:pt x="40" y="10"/>
                    <a:pt x="41" y="11"/>
                    <a:pt x="41" y="11"/>
                  </a:cubicBezTo>
                  <a:cubicBezTo>
                    <a:pt x="42" y="12"/>
                    <a:pt x="42" y="13"/>
                    <a:pt x="43" y="15"/>
                  </a:cubicBezTo>
                  <a:cubicBezTo>
                    <a:pt x="43" y="16"/>
                    <a:pt x="43" y="18"/>
                    <a:pt x="43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3" y="51"/>
                  </a:cubicBezTo>
                  <a:cubicBezTo>
                    <a:pt x="43" y="53"/>
                    <a:pt x="43" y="54"/>
                    <a:pt x="42" y="55"/>
                  </a:cubicBezTo>
                  <a:cubicBezTo>
                    <a:pt x="42" y="55"/>
                    <a:pt x="41" y="56"/>
                    <a:pt x="40" y="56"/>
                  </a:cubicBezTo>
                  <a:cubicBezTo>
                    <a:pt x="40" y="57"/>
                    <a:pt x="38" y="57"/>
                    <a:pt x="37" y="57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8" y="56"/>
                    <a:pt x="57" y="56"/>
                  </a:cubicBezTo>
                  <a:cubicBezTo>
                    <a:pt x="57" y="55"/>
                    <a:pt x="56" y="55"/>
                    <a:pt x="56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0" name="ïŝlíďê"/>
            <p:cNvSpPr/>
            <p:nvPr/>
          </p:nvSpPr>
          <p:spPr bwMode="auto">
            <a:xfrm>
              <a:off x="10737700" y="855697"/>
              <a:ext cx="22140" cy="87329"/>
            </a:xfrm>
            <a:custGeom>
              <a:avLst/>
              <a:gdLst>
                <a:gd name="T0" fmla="*/ 5 w 23"/>
                <a:gd name="T1" fmla="*/ 1 h 88"/>
                <a:gd name="T2" fmla="*/ 5 w 23"/>
                <a:gd name="T3" fmla="*/ 4 h 88"/>
                <a:gd name="T4" fmla="*/ 9 w 23"/>
                <a:gd name="T5" fmla="*/ 5 h 88"/>
                <a:gd name="T6" fmla="*/ 11 w 23"/>
                <a:gd name="T7" fmla="*/ 7 h 88"/>
                <a:gd name="T8" fmla="*/ 12 w 23"/>
                <a:gd name="T9" fmla="*/ 11 h 88"/>
                <a:gd name="T10" fmla="*/ 12 w 23"/>
                <a:gd name="T11" fmla="*/ 18 h 88"/>
                <a:gd name="T12" fmla="*/ 12 w 23"/>
                <a:gd name="T13" fmla="*/ 64 h 88"/>
                <a:gd name="T14" fmla="*/ 12 w 23"/>
                <a:gd name="T15" fmla="*/ 72 h 88"/>
                <a:gd name="T16" fmla="*/ 10 w 23"/>
                <a:gd name="T17" fmla="*/ 77 h 88"/>
                <a:gd name="T18" fmla="*/ 6 w 23"/>
                <a:gd name="T19" fmla="*/ 80 h 88"/>
                <a:gd name="T20" fmla="*/ 0 w 23"/>
                <a:gd name="T21" fmla="*/ 83 h 88"/>
                <a:gd name="T22" fmla="*/ 2 w 23"/>
                <a:gd name="T23" fmla="*/ 88 h 88"/>
                <a:gd name="T24" fmla="*/ 15 w 23"/>
                <a:gd name="T25" fmla="*/ 82 h 88"/>
                <a:gd name="T26" fmla="*/ 21 w 23"/>
                <a:gd name="T27" fmla="*/ 73 h 88"/>
                <a:gd name="T28" fmla="*/ 23 w 23"/>
                <a:gd name="T29" fmla="*/ 59 h 88"/>
                <a:gd name="T30" fmla="*/ 23 w 23"/>
                <a:gd name="T31" fmla="*/ 0 h 88"/>
                <a:gd name="T32" fmla="*/ 19 w 23"/>
                <a:gd name="T33" fmla="*/ 0 h 88"/>
                <a:gd name="T34" fmla="*/ 5 w 23"/>
                <a:gd name="T35" fmla="*/ 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" h="88">
                  <a:moveTo>
                    <a:pt x="5" y="1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7" y="4"/>
                    <a:pt x="8" y="5"/>
                    <a:pt x="9" y="5"/>
                  </a:cubicBezTo>
                  <a:cubicBezTo>
                    <a:pt x="10" y="6"/>
                    <a:pt x="11" y="7"/>
                    <a:pt x="11" y="7"/>
                  </a:cubicBezTo>
                  <a:cubicBezTo>
                    <a:pt x="12" y="8"/>
                    <a:pt x="12" y="9"/>
                    <a:pt x="12" y="11"/>
                  </a:cubicBezTo>
                  <a:cubicBezTo>
                    <a:pt x="12" y="12"/>
                    <a:pt x="12" y="15"/>
                    <a:pt x="12" y="1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7"/>
                    <a:pt x="12" y="70"/>
                    <a:pt x="12" y="72"/>
                  </a:cubicBezTo>
                  <a:cubicBezTo>
                    <a:pt x="11" y="74"/>
                    <a:pt x="10" y="76"/>
                    <a:pt x="10" y="77"/>
                  </a:cubicBezTo>
                  <a:cubicBezTo>
                    <a:pt x="9" y="78"/>
                    <a:pt x="8" y="79"/>
                    <a:pt x="6" y="80"/>
                  </a:cubicBezTo>
                  <a:cubicBezTo>
                    <a:pt x="5" y="81"/>
                    <a:pt x="3" y="82"/>
                    <a:pt x="0" y="83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8" y="87"/>
                    <a:pt x="12" y="85"/>
                    <a:pt x="15" y="82"/>
                  </a:cubicBezTo>
                  <a:cubicBezTo>
                    <a:pt x="18" y="80"/>
                    <a:pt x="20" y="77"/>
                    <a:pt x="21" y="73"/>
                  </a:cubicBezTo>
                  <a:cubicBezTo>
                    <a:pt x="22" y="70"/>
                    <a:pt x="23" y="65"/>
                    <a:pt x="23" y="59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1" name="isḻiďe"/>
            <p:cNvSpPr/>
            <p:nvPr/>
          </p:nvSpPr>
          <p:spPr bwMode="auto">
            <a:xfrm>
              <a:off x="10749180" y="831917"/>
              <a:ext cx="1066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2" name="îsļîde"/>
            <p:cNvSpPr/>
            <p:nvPr/>
          </p:nvSpPr>
          <p:spPr bwMode="auto">
            <a:xfrm>
              <a:off x="10775419" y="855697"/>
              <a:ext cx="25420" cy="60269"/>
            </a:xfrm>
            <a:custGeom>
              <a:avLst/>
              <a:gdLst>
                <a:gd name="T0" fmla="*/ 19 w 26"/>
                <a:gd name="T1" fmla="*/ 52 h 61"/>
                <a:gd name="T2" fmla="*/ 19 w 26"/>
                <a:gd name="T3" fmla="*/ 45 h 61"/>
                <a:gd name="T4" fmla="*/ 19 w 26"/>
                <a:gd name="T5" fmla="*/ 0 h 61"/>
                <a:gd name="T6" fmla="*/ 15 w 26"/>
                <a:gd name="T7" fmla="*/ 0 h 61"/>
                <a:gd name="T8" fmla="*/ 0 w 26"/>
                <a:gd name="T9" fmla="*/ 1 h 61"/>
                <a:gd name="T10" fmla="*/ 0 w 26"/>
                <a:gd name="T11" fmla="*/ 4 h 61"/>
                <a:gd name="T12" fmla="*/ 5 w 26"/>
                <a:gd name="T13" fmla="*/ 5 h 61"/>
                <a:gd name="T14" fmla="*/ 7 w 26"/>
                <a:gd name="T15" fmla="*/ 7 h 61"/>
                <a:gd name="T16" fmla="*/ 8 w 26"/>
                <a:gd name="T17" fmla="*/ 11 h 61"/>
                <a:gd name="T18" fmla="*/ 8 w 26"/>
                <a:gd name="T19" fmla="*/ 18 h 61"/>
                <a:gd name="T20" fmla="*/ 8 w 26"/>
                <a:gd name="T21" fmla="*/ 45 h 61"/>
                <a:gd name="T22" fmla="*/ 8 w 26"/>
                <a:gd name="T23" fmla="*/ 52 h 61"/>
                <a:gd name="T24" fmla="*/ 6 w 26"/>
                <a:gd name="T25" fmla="*/ 55 h 61"/>
                <a:gd name="T26" fmla="*/ 5 w 26"/>
                <a:gd name="T27" fmla="*/ 56 h 61"/>
                <a:gd name="T28" fmla="*/ 1 w 26"/>
                <a:gd name="T29" fmla="*/ 57 h 61"/>
                <a:gd name="T30" fmla="*/ 1 w 26"/>
                <a:gd name="T31" fmla="*/ 61 h 61"/>
                <a:gd name="T32" fmla="*/ 26 w 26"/>
                <a:gd name="T33" fmla="*/ 61 h 61"/>
                <a:gd name="T34" fmla="*/ 26 w 26"/>
                <a:gd name="T35" fmla="*/ 57 h 61"/>
                <a:gd name="T36" fmla="*/ 21 w 26"/>
                <a:gd name="T37" fmla="*/ 56 h 61"/>
                <a:gd name="T38" fmla="*/ 19 w 26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61">
                  <a:moveTo>
                    <a:pt x="19" y="52"/>
                  </a:moveTo>
                  <a:cubicBezTo>
                    <a:pt x="19" y="51"/>
                    <a:pt x="19" y="48"/>
                    <a:pt x="19" y="4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8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20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3" name="îṩ1îde"/>
            <p:cNvSpPr/>
            <p:nvPr/>
          </p:nvSpPr>
          <p:spPr bwMode="auto">
            <a:xfrm>
              <a:off x="10783209" y="831917"/>
              <a:ext cx="1066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4" name="iṧļíḋê"/>
            <p:cNvSpPr/>
            <p:nvPr/>
          </p:nvSpPr>
          <p:spPr bwMode="auto">
            <a:xfrm>
              <a:off x="10810269" y="855697"/>
              <a:ext cx="52479" cy="61499"/>
            </a:xfrm>
            <a:custGeom>
              <a:avLst/>
              <a:gdLst>
                <a:gd name="T0" fmla="*/ 48 w 54"/>
                <a:gd name="T1" fmla="*/ 54 h 62"/>
                <a:gd name="T2" fmla="*/ 47 w 54"/>
                <a:gd name="T3" fmla="*/ 52 h 62"/>
                <a:gd name="T4" fmla="*/ 47 w 54"/>
                <a:gd name="T5" fmla="*/ 48 h 62"/>
                <a:gd name="T6" fmla="*/ 47 w 54"/>
                <a:gd name="T7" fmla="*/ 42 h 62"/>
                <a:gd name="T8" fmla="*/ 47 w 54"/>
                <a:gd name="T9" fmla="*/ 20 h 62"/>
                <a:gd name="T10" fmla="*/ 45 w 54"/>
                <a:gd name="T11" fmla="*/ 8 h 62"/>
                <a:gd name="T12" fmla="*/ 39 w 54"/>
                <a:gd name="T13" fmla="*/ 2 h 62"/>
                <a:gd name="T14" fmla="*/ 29 w 54"/>
                <a:gd name="T15" fmla="*/ 0 h 62"/>
                <a:gd name="T16" fmla="*/ 21 w 54"/>
                <a:gd name="T17" fmla="*/ 0 h 62"/>
                <a:gd name="T18" fmla="*/ 13 w 54"/>
                <a:gd name="T19" fmla="*/ 3 h 62"/>
                <a:gd name="T20" fmla="*/ 3 w 54"/>
                <a:gd name="T21" fmla="*/ 7 h 62"/>
                <a:gd name="T22" fmla="*/ 3 w 54"/>
                <a:gd name="T23" fmla="*/ 16 h 62"/>
                <a:gd name="T24" fmla="*/ 11 w 54"/>
                <a:gd name="T25" fmla="*/ 16 h 62"/>
                <a:gd name="T26" fmla="*/ 16 w 54"/>
                <a:gd name="T27" fmla="*/ 8 h 62"/>
                <a:gd name="T28" fmla="*/ 24 w 54"/>
                <a:gd name="T29" fmla="*/ 5 h 62"/>
                <a:gd name="T30" fmla="*/ 31 w 54"/>
                <a:gd name="T31" fmla="*/ 7 h 62"/>
                <a:gd name="T32" fmla="*/ 35 w 54"/>
                <a:gd name="T33" fmla="*/ 13 h 62"/>
                <a:gd name="T34" fmla="*/ 36 w 54"/>
                <a:gd name="T35" fmla="*/ 23 h 62"/>
                <a:gd name="T36" fmla="*/ 36 w 54"/>
                <a:gd name="T37" fmla="*/ 27 h 62"/>
                <a:gd name="T38" fmla="*/ 9 w 54"/>
                <a:gd name="T39" fmla="*/ 33 h 62"/>
                <a:gd name="T40" fmla="*/ 0 w 54"/>
                <a:gd name="T41" fmla="*/ 47 h 62"/>
                <a:gd name="T42" fmla="*/ 2 w 54"/>
                <a:gd name="T43" fmla="*/ 54 h 62"/>
                <a:gd name="T44" fmla="*/ 7 w 54"/>
                <a:gd name="T45" fmla="*/ 60 h 62"/>
                <a:gd name="T46" fmla="*/ 16 w 54"/>
                <a:gd name="T47" fmla="*/ 62 h 62"/>
                <a:gd name="T48" fmla="*/ 26 w 54"/>
                <a:gd name="T49" fmla="*/ 59 h 62"/>
                <a:gd name="T50" fmla="*/ 36 w 54"/>
                <a:gd name="T51" fmla="*/ 51 h 62"/>
                <a:gd name="T52" fmla="*/ 37 w 54"/>
                <a:gd name="T53" fmla="*/ 52 h 62"/>
                <a:gd name="T54" fmla="*/ 37 w 54"/>
                <a:gd name="T55" fmla="*/ 61 h 62"/>
                <a:gd name="T56" fmla="*/ 54 w 54"/>
                <a:gd name="T57" fmla="*/ 61 h 62"/>
                <a:gd name="T58" fmla="*/ 54 w 54"/>
                <a:gd name="T59" fmla="*/ 57 h 62"/>
                <a:gd name="T60" fmla="*/ 50 w 54"/>
                <a:gd name="T61" fmla="*/ 56 h 62"/>
                <a:gd name="T62" fmla="*/ 48 w 54"/>
                <a:gd name="T63" fmla="*/ 54 h 62"/>
                <a:gd name="T64" fmla="*/ 36 w 54"/>
                <a:gd name="T65" fmla="*/ 41 h 62"/>
                <a:gd name="T66" fmla="*/ 34 w 54"/>
                <a:gd name="T67" fmla="*/ 47 h 62"/>
                <a:gd name="T68" fmla="*/ 29 w 54"/>
                <a:gd name="T69" fmla="*/ 52 h 62"/>
                <a:gd name="T70" fmla="*/ 21 w 54"/>
                <a:gd name="T71" fmla="*/ 54 h 62"/>
                <a:gd name="T72" fmla="*/ 16 w 54"/>
                <a:gd name="T73" fmla="*/ 54 h 62"/>
                <a:gd name="T74" fmla="*/ 12 w 54"/>
                <a:gd name="T75" fmla="*/ 51 h 62"/>
                <a:gd name="T76" fmla="*/ 11 w 54"/>
                <a:gd name="T77" fmla="*/ 45 h 62"/>
                <a:gd name="T78" fmla="*/ 17 w 54"/>
                <a:gd name="T79" fmla="*/ 35 h 62"/>
                <a:gd name="T80" fmla="*/ 36 w 54"/>
                <a:gd name="T81" fmla="*/ 32 h 62"/>
                <a:gd name="T82" fmla="*/ 36 w 54"/>
                <a:gd name="T83" fmla="*/ 4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4" h="62">
                  <a:moveTo>
                    <a:pt x="48" y="54"/>
                  </a:moveTo>
                  <a:cubicBezTo>
                    <a:pt x="48" y="54"/>
                    <a:pt x="47" y="53"/>
                    <a:pt x="47" y="52"/>
                  </a:cubicBezTo>
                  <a:cubicBezTo>
                    <a:pt x="47" y="51"/>
                    <a:pt x="47" y="50"/>
                    <a:pt x="47" y="48"/>
                  </a:cubicBezTo>
                  <a:cubicBezTo>
                    <a:pt x="47" y="47"/>
                    <a:pt x="47" y="45"/>
                    <a:pt x="47" y="42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4"/>
                    <a:pt x="46" y="10"/>
                    <a:pt x="45" y="8"/>
                  </a:cubicBezTo>
                  <a:cubicBezTo>
                    <a:pt x="43" y="5"/>
                    <a:pt x="42" y="3"/>
                    <a:pt x="39" y="2"/>
                  </a:cubicBezTo>
                  <a:cubicBezTo>
                    <a:pt x="37" y="0"/>
                    <a:pt x="33" y="0"/>
                    <a:pt x="29" y="0"/>
                  </a:cubicBezTo>
                  <a:cubicBezTo>
                    <a:pt x="26" y="0"/>
                    <a:pt x="24" y="0"/>
                    <a:pt x="21" y="0"/>
                  </a:cubicBezTo>
                  <a:cubicBezTo>
                    <a:pt x="18" y="1"/>
                    <a:pt x="16" y="2"/>
                    <a:pt x="13" y="3"/>
                  </a:cubicBezTo>
                  <a:cubicBezTo>
                    <a:pt x="10" y="4"/>
                    <a:pt x="7" y="5"/>
                    <a:pt x="3" y="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2"/>
                    <a:pt x="14" y="10"/>
                    <a:pt x="16" y="8"/>
                  </a:cubicBezTo>
                  <a:cubicBezTo>
                    <a:pt x="18" y="6"/>
                    <a:pt x="20" y="5"/>
                    <a:pt x="24" y="5"/>
                  </a:cubicBezTo>
                  <a:cubicBezTo>
                    <a:pt x="27" y="5"/>
                    <a:pt x="29" y="6"/>
                    <a:pt x="31" y="7"/>
                  </a:cubicBezTo>
                  <a:cubicBezTo>
                    <a:pt x="33" y="8"/>
                    <a:pt x="34" y="10"/>
                    <a:pt x="35" y="13"/>
                  </a:cubicBezTo>
                  <a:cubicBezTo>
                    <a:pt x="36" y="15"/>
                    <a:pt x="36" y="18"/>
                    <a:pt x="36" y="23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24" y="27"/>
                    <a:pt x="15" y="29"/>
                    <a:pt x="9" y="33"/>
                  </a:cubicBezTo>
                  <a:cubicBezTo>
                    <a:pt x="3" y="36"/>
                    <a:pt x="0" y="41"/>
                    <a:pt x="0" y="47"/>
                  </a:cubicBezTo>
                  <a:cubicBezTo>
                    <a:pt x="0" y="50"/>
                    <a:pt x="0" y="52"/>
                    <a:pt x="2" y="54"/>
                  </a:cubicBezTo>
                  <a:cubicBezTo>
                    <a:pt x="3" y="57"/>
                    <a:pt x="5" y="58"/>
                    <a:pt x="7" y="60"/>
                  </a:cubicBezTo>
                  <a:cubicBezTo>
                    <a:pt x="10" y="61"/>
                    <a:pt x="12" y="62"/>
                    <a:pt x="16" y="62"/>
                  </a:cubicBezTo>
                  <a:cubicBezTo>
                    <a:pt x="19" y="62"/>
                    <a:pt x="23" y="61"/>
                    <a:pt x="26" y="59"/>
                  </a:cubicBezTo>
                  <a:cubicBezTo>
                    <a:pt x="29" y="58"/>
                    <a:pt x="32" y="55"/>
                    <a:pt x="36" y="51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4" y="57"/>
                    <a:pt x="54" y="57"/>
                    <a:pt x="54" y="57"/>
                  </a:cubicBezTo>
                  <a:cubicBezTo>
                    <a:pt x="52" y="57"/>
                    <a:pt x="51" y="56"/>
                    <a:pt x="50" y="56"/>
                  </a:cubicBezTo>
                  <a:cubicBezTo>
                    <a:pt x="49" y="56"/>
                    <a:pt x="48" y="55"/>
                    <a:pt x="48" y="54"/>
                  </a:cubicBezTo>
                  <a:close/>
                  <a:moveTo>
                    <a:pt x="36" y="41"/>
                  </a:moveTo>
                  <a:cubicBezTo>
                    <a:pt x="36" y="43"/>
                    <a:pt x="35" y="45"/>
                    <a:pt x="34" y="47"/>
                  </a:cubicBezTo>
                  <a:cubicBezTo>
                    <a:pt x="33" y="49"/>
                    <a:pt x="31" y="51"/>
                    <a:pt x="29" y="52"/>
                  </a:cubicBezTo>
                  <a:cubicBezTo>
                    <a:pt x="26" y="54"/>
                    <a:pt x="24" y="54"/>
                    <a:pt x="21" y="54"/>
                  </a:cubicBezTo>
                  <a:cubicBezTo>
                    <a:pt x="19" y="54"/>
                    <a:pt x="17" y="54"/>
                    <a:pt x="16" y="54"/>
                  </a:cubicBezTo>
                  <a:cubicBezTo>
                    <a:pt x="14" y="53"/>
                    <a:pt x="13" y="52"/>
                    <a:pt x="12" y="51"/>
                  </a:cubicBezTo>
                  <a:cubicBezTo>
                    <a:pt x="11" y="49"/>
                    <a:pt x="11" y="48"/>
                    <a:pt x="11" y="45"/>
                  </a:cubicBezTo>
                  <a:cubicBezTo>
                    <a:pt x="11" y="41"/>
                    <a:pt x="13" y="38"/>
                    <a:pt x="17" y="35"/>
                  </a:cubicBezTo>
                  <a:cubicBezTo>
                    <a:pt x="21" y="33"/>
                    <a:pt x="27" y="32"/>
                    <a:pt x="36" y="32"/>
                  </a:cubicBezTo>
                  <a:lnTo>
                    <a:pt x="36" y="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5" name="ïsļïḍè"/>
            <p:cNvSpPr/>
            <p:nvPr/>
          </p:nvSpPr>
          <p:spPr bwMode="auto">
            <a:xfrm>
              <a:off x="10870538" y="855697"/>
              <a:ext cx="60269" cy="60269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5 w 62"/>
                <a:gd name="T5" fmla="*/ 45 h 61"/>
                <a:gd name="T6" fmla="*/ 55 w 62"/>
                <a:gd name="T7" fmla="*/ 21 h 61"/>
                <a:gd name="T8" fmla="*/ 54 w 62"/>
                <a:gd name="T9" fmla="*/ 13 h 61"/>
                <a:gd name="T10" fmla="*/ 53 w 62"/>
                <a:gd name="T11" fmla="*/ 7 h 61"/>
                <a:gd name="T12" fmla="*/ 49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7 w 62"/>
                <a:gd name="T21" fmla="*/ 4 h 61"/>
                <a:gd name="T22" fmla="*/ 19 w 62"/>
                <a:gd name="T23" fmla="*/ 11 h 61"/>
                <a:gd name="T24" fmla="*/ 18 w 62"/>
                <a:gd name="T25" fmla="*/ 10 h 61"/>
                <a:gd name="T26" fmla="*/ 19 w 62"/>
                <a:gd name="T27" fmla="*/ 0 h 61"/>
                <a:gd name="T28" fmla="*/ 15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5 w 62"/>
                <a:gd name="T35" fmla="*/ 5 h 61"/>
                <a:gd name="T36" fmla="*/ 7 w 62"/>
                <a:gd name="T37" fmla="*/ 7 h 61"/>
                <a:gd name="T38" fmla="*/ 8 w 62"/>
                <a:gd name="T39" fmla="*/ 11 h 61"/>
                <a:gd name="T40" fmla="*/ 8 w 62"/>
                <a:gd name="T41" fmla="*/ 18 h 61"/>
                <a:gd name="T42" fmla="*/ 8 w 62"/>
                <a:gd name="T43" fmla="*/ 45 h 61"/>
                <a:gd name="T44" fmla="*/ 8 w 62"/>
                <a:gd name="T45" fmla="*/ 52 h 61"/>
                <a:gd name="T46" fmla="*/ 6 w 62"/>
                <a:gd name="T47" fmla="*/ 55 h 61"/>
                <a:gd name="T48" fmla="*/ 5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6 w 62"/>
                <a:gd name="T55" fmla="*/ 61 h 61"/>
                <a:gd name="T56" fmla="*/ 26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9 w 62"/>
                <a:gd name="T63" fmla="*/ 45 h 61"/>
                <a:gd name="T64" fmla="*/ 19 w 62"/>
                <a:gd name="T65" fmla="*/ 22 h 61"/>
                <a:gd name="T66" fmla="*/ 20 w 62"/>
                <a:gd name="T67" fmla="*/ 16 h 61"/>
                <a:gd name="T68" fmla="*/ 24 w 62"/>
                <a:gd name="T69" fmla="*/ 12 h 61"/>
                <a:gd name="T70" fmla="*/ 29 w 62"/>
                <a:gd name="T71" fmla="*/ 8 h 61"/>
                <a:gd name="T72" fmla="*/ 33 w 62"/>
                <a:gd name="T73" fmla="*/ 7 h 61"/>
                <a:gd name="T74" fmla="*/ 37 w 62"/>
                <a:gd name="T75" fmla="*/ 8 h 61"/>
                <a:gd name="T76" fmla="*/ 40 w 62"/>
                <a:gd name="T77" fmla="*/ 9 h 61"/>
                <a:gd name="T78" fmla="*/ 42 w 62"/>
                <a:gd name="T79" fmla="*/ 11 h 61"/>
                <a:gd name="T80" fmla="*/ 43 w 62"/>
                <a:gd name="T81" fmla="*/ 15 h 61"/>
                <a:gd name="T82" fmla="*/ 44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4 w 62"/>
                <a:gd name="T89" fmla="*/ 51 h 61"/>
                <a:gd name="T90" fmla="*/ 43 w 62"/>
                <a:gd name="T91" fmla="*/ 55 h 61"/>
                <a:gd name="T92" fmla="*/ 41 w 62"/>
                <a:gd name="T93" fmla="*/ 56 h 61"/>
                <a:gd name="T94" fmla="*/ 38 w 62"/>
                <a:gd name="T95" fmla="*/ 57 h 61"/>
                <a:gd name="T96" fmla="*/ 38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8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6" y="53"/>
                    <a:pt x="56" y="52"/>
                    <a:pt x="55" y="51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18"/>
                    <a:pt x="55" y="15"/>
                    <a:pt x="54" y="13"/>
                  </a:cubicBezTo>
                  <a:cubicBezTo>
                    <a:pt x="54" y="10"/>
                    <a:pt x="53" y="9"/>
                    <a:pt x="53" y="7"/>
                  </a:cubicBezTo>
                  <a:cubicBezTo>
                    <a:pt x="52" y="5"/>
                    <a:pt x="51" y="4"/>
                    <a:pt x="49" y="3"/>
                  </a:cubicBezTo>
                  <a:cubicBezTo>
                    <a:pt x="48" y="2"/>
                    <a:pt x="46" y="1"/>
                    <a:pt x="44" y="0"/>
                  </a:cubicBezTo>
                  <a:cubicBezTo>
                    <a:pt x="43" y="0"/>
                    <a:pt x="41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7" y="4"/>
                  </a:cubicBezTo>
                  <a:cubicBezTo>
                    <a:pt x="25" y="5"/>
                    <a:pt x="22" y="7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8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8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20" y="54"/>
                    <a:pt x="19" y="52"/>
                  </a:cubicBezTo>
                  <a:cubicBezTo>
                    <a:pt x="19" y="51"/>
                    <a:pt x="19" y="48"/>
                    <a:pt x="19" y="45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0"/>
                    <a:pt x="19" y="18"/>
                    <a:pt x="20" y="16"/>
                  </a:cubicBezTo>
                  <a:cubicBezTo>
                    <a:pt x="21" y="15"/>
                    <a:pt x="22" y="13"/>
                    <a:pt x="24" y="12"/>
                  </a:cubicBezTo>
                  <a:cubicBezTo>
                    <a:pt x="26" y="10"/>
                    <a:pt x="27" y="9"/>
                    <a:pt x="29" y="8"/>
                  </a:cubicBezTo>
                  <a:cubicBezTo>
                    <a:pt x="30" y="8"/>
                    <a:pt x="32" y="7"/>
                    <a:pt x="33" y="7"/>
                  </a:cubicBezTo>
                  <a:cubicBezTo>
                    <a:pt x="35" y="7"/>
                    <a:pt x="36" y="7"/>
                    <a:pt x="37" y="8"/>
                  </a:cubicBezTo>
                  <a:cubicBezTo>
                    <a:pt x="38" y="8"/>
                    <a:pt x="39" y="9"/>
                    <a:pt x="40" y="9"/>
                  </a:cubicBezTo>
                  <a:cubicBezTo>
                    <a:pt x="41" y="10"/>
                    <a:pt x="41" y="11"/>
                    <a:pt x="42" y="11"/>
                  </a:cubicBezTo>
                  <a:cubicBezTo>
                    <a:pt x="42" y="12"/>
                    <a:pt x="43" y="13"/>
                    <a:pt x="43" y="15"/>
                  </a:cubicBezTo>
                  <a:cubicBezTo>
                    <a:pt x="44" y="16"/>
                    <a:pt x="44" y="18"/>
                    <a:pt x="44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4" y="51"/>
                  </a:cubicBezTo>
                  <a:cubicBezTo>
                    <a:pt x="44" y="53"/>
                    <a:pt x="43" y="54"/>
                    <a:pt x="43" y="55"/>
                  </a:cubicBezTo>
                  <a:cubicBezTo>
                    <a:pt x="42" y="55"/>
                    <a:pt x="42" y="56"/>
                    <a:pt x="41" y="56"/>
                  </a:cubicBezTo>
                  <a:cubicBezTo>
                    <a:pt x="40" y="57"/>
                    <a:pt x="39" y="57"/>
                    <a:pt x="38" y="57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9" y="56"/>
                    <a:pt x="58" y="56"/>
                  </a:cubicBezTo>
                  <a:cubicBezTo>
                    <a:pt x="57" y="55"/>
                    <a:pt x="57" y="55"/>
                    <a:pt x="56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6" name="ïṡľïḓe"/>
            <p:cNvSpPr/>
            <p:nvPr/>
          </p:nvSpPr>
          <p:spPr bwMode="auto">
            <a:xfrm>
              <a:off x="10939417" y="855697"/>
              <a:ext cx="56579" cy="87329"/>
            </a:xfrm>
            <a:custGeom>
              <a:avLst/>
              <a:gdLst>
                <a:gd name="T0" fmla="*/ 17 w 58"/>
                <a:gd name="T1" fmla="*/ 1 h 88"/>
                <a:gd name="T2" fmla="*/ 5 w 58"/>
                <a:gd name="T3" fmla="*/ 11 h 88"/>
                <a:gd name="T4" fmla="*/ 6 w 58"/>
                <a:gd name="T5" fmla="*/ 31 h 88"/>
                <a:gd name="T6" fmla="*/ 5 w 58"/>
                <a:gd name="T7" fmla="*/ 45 h 88"/>
                <a:gd name="T8" fmla="*/ 5 w 58"/>
                <a:gd name="T9" fmla="*/ 57 h 88"/>
                <a:gd name="T10" fmla="*/ 2 w 58"/>
                <a:gd name="T11" fmla="*/ 66 h 88"/>
                <a:gd name="T12" fmla="*/ 2 w 58"/>
                <a:gd name="T13" fmla="*/ 81 h 88"/>
                <a:gd name="T14" fmla="*/ 16 w 58"/>
                <a:gd name="T15" fmla="*/ 88 h 88"/>
                <a:gd name="T16" fmla="*/ 43 w 58"/>
                <a:gd name="T17" fmla="*/ 86 h 88"/>
                <a:gd name="T18" fmla="*/ 56 w 58"/>
                <a:gd name="T19" fmla="*/ 68 h 88"/>
                <a:gd name="T20" fmla="*/ 48 w 58"/>
                <a:gd name="T21" fmla="*/ 55 h 88"/>
                <a:gd name="T22" fmla="*/ 22 w 58"/>
                <a:gd name="T23" fmla="*/ 53 h 88"/>
                <a:gd name="T24" fmla="*/ 13 w 58"/>
                <a:gd name="T25" fmla="*/ 50 h 88"/>
                <a:gd name="T26" fmla="*/ 17 w 58"/>
                <a:gd name="T27" fmla="*/ 40 h 88"/>
                <a:gd name="T28" fmla="*/ 44 w 58"/>
                <a:gd name="T29" fmla="*/ 36 h 88"/>
                <a:gd name="T30" fmla="*/ 49 w 58"/>
                <a:gd name="T31" fmla="*/ 13 h 88"/>
                <a:gd name="T32" fmla="*/ 46 w 58"/>
                <a:gd name="T33" fmla="*/ 7 h 88"/>
                <a:gd name="T34" fmla="*/ 58 w 58"/>
                <a:gd name="T35" fmla="*/ 1 h 88"/>
                <a:gd name="T36" fmla="*/ 27 w 58"/>
                <a:gd name="T37" fmla="*/ 0 h 88"/>
                <a:gd name="T38" fmla="*/ 25 w 58"/>
                <a:gd name="T39" fmla="*/ 62 h 88"/>
                <a:gd name="T40" fmla="*/ 40 w 58"/>
                <a:gd name="T41" fmla="*/ 63 h 88"/>
                <a:gd name="T42" fmla="*/ 45 w 58"/>
                <a:gd name="T43" fmla="*/ 68 h 88"/>
                <a:gd name="T44" fmla="*/ 44 w 58"/>
                <a:gd name="T45" fmla="*/ 78 h 88"/>
                <a:gd name="T46" fmla="*/ 28 w 58"/>
                <a:gd name="T47" fmla="*/ 84 h 88"/>
                <a:gd name="T48" fmla="*/ 10 w 58"/>
                <a:gd name="T49" fmla="*/ 73 h 88"/>
                <a:gd name="T50" fmla="*/ 16 w 58"/>
                <a:gd name="T51" fmla="*/ 62 h 88"/>
                <a:gd name="T52" fmla="*/ 38 w 58"/>
                <a:gd name="T53" fmla="*/ 27 h 88"/>
                <a:gd name="T54" fmla="*/ 32 w 58"/>
                <a:gd name="T55" fmla="*/ 35 h 88"/>
                <a:gd name="T56" fmla="*/ 18 w 58"/>
                <a:gd name="T57" fmla="*/ 32 h 88"/>
                <a:gd name="T58" fmla="*/ 18 w 58"/>
                <a:gd name="T59" fmla="*/ 8 h 88"/>
                <a:gd name="T60" fmla="*/ 33 w 58"/>
                <a:gd name="T61" fmla="*/ 6 h 88"/>
                <a:gd name="T62" fmla="*/ 39 w 58"/>
                <a:gd name="T63" fmla="*/ 2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8" h="88">
                  <a:moveTo>
                    <a:pt x="27" y="0"/>
                  </a:moveTo>
                  <a:cubicBezTo>
                    <a:pt x="23" y="0"/>
                    <a:pt x="20" y="0"/>
                    <a:pt x="17" y="1"/>
                  </a:cubicBezTo>
                  <a:cubicBezTo>
                    <a:pt x="15" y="2"/>
                    <a:pt x="12" y="3"/>
                    <a:pt x="10" y="5"/>
                  </a:cubicBezTo>
                  <a:cubicBezTo>
                    <a:pt x="8" y="7"/>
                    <a:pt x="6" y="9"/>
                    <a:pt x="5" y="11"/>
                  </a:cubicBezTo>
                  <a:cubicBezTo>
                    <a:pt x="4" y="14"/>
                    <a:pt x="3" y="17"/>
                    <a:pt x="3" y="21"/>
                  </a:cubicBezTo>
                  <a:cubicBezTo>
                    <a:pt x="3" y="25"/>
                    <a:pt x="4" y="28"/>
                    <a:pt x="6" y="31"/>
                  </a:cubicBezTo>
                  <a:cubicBezTo>
                    <a:pt x="7" y="34"/>
                    <a:pt x="9" y="36"/>
                    <a:pt x="12" y="38"/>
                  </a:cubicBezTo>
                  <a:cubicBezTo>
                    <a:pt x="9" y="41"/>
                    <a:pt x="7" y="43"/>
                    <a:pt x="5" y="45"/>
                  </a:cubicBezTo>
                  <a:cubicBezTo>
                    <a:pt x="4" y="47"/>
                    <a:pt x="3" y="49"/>
                    <a:pt x="3" y="51"/>
                  </a:cubicBezTo>
                  <a:cubicBezTo>
                    <a:pt x="3" y="54"/>
                    <a:pt x="4" y="55"/>
                    <a:pt x="5" y="57"/>
                  </a:cubicBezTo>
                  <a:cubicBezTo>
                    <a:pt x="6" y="58"/>
                    <a:pt x="8" y="60"/>
                    <a:pt x="10" y="60"/>
                  </a:cubicBezTo>
                  <a:cubicBezTo>
                    <a:pt x="7" y="62"/>
                    <a:pt x="4" y="64"/>
                    <a:pt x="2" y="66"/>
                  </a:cubicBezTo>
                  <a:cubicBezTo>
                    <a:pt x="1" y="68"/>
                    <a:pt x="0" y="71"/>
                    <a:pt x="0" y="73"/>
                  </a:cubicBezTo>
                  <a:cubicBezTo>
                    <a:pt x="0" y="76"/>
                    <a:pt x="0" y="79"/>
                    <a:pt x="2" y="81"/>
                  </a:cubicBezTo>
                  <a:cubicBezTo>
                    <a:pt x="3" y="82"/>
                    <a:pt x="5" y="84"/>
                    <a:pt x="7" y="85"/>
                  </a:cubicBezTo>
                  <a:cubicBezTo>
                    <a:pt x="10" y="86"/>
                    <a:pt x="13" y="87"/>
                    <a:pt x="16" y="88"/>
                  </a:cubicBezTo>
                  <a:cubicBezTo>
                    <a:pt x="20" y="88"/>
                    <a:pt x="24" y="88"/>
                    <a:pt x="28" y="88"/>
                  </a:cubicBezTo>
                  <a:cubicBezTo>
                    <a:pt x="34" y="88"/>
                    <a:pt x="39" y="88"/>
                    <a:pt x="43" y="86"/>
                  </a:cubicBezTo>
                  <a:cubicBezTo>
                    <a:pt x="47" y="84"/>
                    <a:pt x="50" y="82"/>
                    <a:pt x="53" y="79"/>
                  </a:cubicBezTo>
                  <a:cubicBezTo>
                    <a:pt x="55" y="76"/>
                    <a:pt x="56" y="72"/>
                    <a:pt x="56" y="68"/>
                  </a:cubicBezTo>
                  <a:cubicBezTo>
                    <a:pt x="56" y="65"/>
                    <a:pt x="55" y="62"/>
                    <a:pt x="54" y="60"/>
                  </a:cubicBezTo>
                  <a:cubicBezTo>
                    <a:pt x="53" y="58"/>
                    <a:pt x="51" y="56"/>
                    <a:pt x="48" y="55"/>
                  </a:cubicBezTo>
                  <a:cubicBezTo>
                    <a:pt x="45" y="53"/>
                    <a:pt x="42" y="53"/>
                    <a:pt x="37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0" y="53"/>
                    <a:pt x="17" y="52"/>
                    <a:pt x="16" y="52"/>
                  </a:cubicBezTo>
                  <a:cubicBezTo>
                    <a:pt x="15" y="52"/>
                    <a:pt x="14" y="51"/>
                    <a:pt x="13" y="50"/>
                  </a:cubicBezTo>
                  <a:cubicBezTo>
                    <a:pt x="12" y="50"/>
                    <a:pt x="12" y="48"/>
                    <a:pt x="12" y="47"/>
                  </a:cubicBezTo>
                  <a:cubicBezTo>
                    <a:pt x="12" y="45"/>
                    <a:pt x="14" y="42"/>
                    <a:pt x="17" y="40"/>
                  </a:cubicBezTo>
                  <a:cubicBezTo>
                    <a:pt x="19" y="41"/>
                    <a:pt x="22" y="41"/>
                    <a:pt x="26" y="41"/>
                  </a:cubicBezTo>
                  <a:cubicBezTo>
                    <a:pt x="34" y="41"/>
                    <a:pt x="39" y="39"/>
                    <a:pt x="44" y="36"/>
                  </a:cubicBezTo>
                  <a:cubicBezTo>
                    <a:pt x="48" y="32"/>
                    <a:pt x="50" y="27"/>
                    <a:pt x="50" y="20"/>
                  </a:cubicBezTo>
                  <a:cubicBezTo>
                    <a:pt x="50" y="17"/>
                    <a:pt x="50" y="15"/>
                    <a:pt x="49" y="13"/>
                  </a:cubicBezTo>
                  <a:cubicBezTo>
                    <a:pt x="48" y="10"/>
                    <a:pt x="47" y="9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3" y="0"/>
                    <a:pt x="30" y="0"/>
                    <a:pt x="27" y="0"/>
                  </a:cubicBezTo>
                  <a:close/>
                  <a:moveTo>
                    <a:pt x="16" y="62"/>
                  </a:moveTo>
                  <a:cubicBezTo>
                    <a:pt x="19" y="62"/>
                    <a:pt x="22" y="62"/>
                    <a:pt x="25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7" y="62"/>
                    <a:pt x="39" y="62"/>
                    <a:pt x="40" y="63"/>
                  </a:cubicBezTo>
                  <a:cubicBezTo>
                    <a:pt x="42" y="63"/>
                    <a:pt x="43" y="64"/>
                    <a:pt x="44" y="65"/>
                  </a:cubicBezTo>
                  <a:cubicBezTo>
                    <a:pt x="44" y="66"/>
                    <a:pt x="45" y="67"/>
                    <a:pt x="45" y="68"/>
                  </a:cubicBezTo>
                  <a:cubicBezTo>
                    <a:pt x="46" y="69"/>
                    <a:pt x="46" y="70"/>
                    <a:pt x="46" y="71"/>
                  </a:cubicBezTo>
                  <a:cubicBezTo>
                    <a:pt x="46" y="74"/>
                    <a:pt x="45" y="76"/>
                    <a:pt x="44" y="78"/>
                  </a:cubicBezTo>
                  <a:cubicBezTo>
                    <a:pt x="42" y="80"/>
                    <a:pt x="40" y="81"/>
                    <a:pt x="37" y="82"/>
                  </a:cubicBezTo>
                  <a:cubicBezTo>
                    <a:pt x="35" y="83"/>
                    <a:pt x="32" y="84"/>
                    <a:pt x="28" y="84"/>
                  </a:cubicBezTo>
                  <a:cubicBezTo>
                    <a:pt x="22" y="84"/>
                    <a:pt x="17" y="83"/>
                    <a:pt x="14" y="81"/>
                  </a:cubicBezTo>
                  <a:cubicBezTo>
                    <a:pt x="11" y="79"/>
                    <a:pt x="10" y="76"/>
                    <a:pt x="10" y="73"/>
                  </a:cubicBezTo>
                  <a:cubicBezTo>
                    <a:pt x="10" y="70"/>
                    <a:pt x="10" y="68"/>
                    <a:pt x="11" y="67"/>
                  </a:cubicBezTo>
                  <a:cubicBezTo>
                    <a:pt x="12" y="65"/>
                    <a:pt x="14" y="63"/>
                    <a:pt x="16" y="62"/>
                  </a:cubicBezTo>
                  <a:close/>
                  <a:moveTo>
                    <a:pt x="39" y="21"/>
                  </a:moveTo>
                  <a:cubicBezTo>
                    <a:pt x="39" y="23"/>
                    <a:pt x="38" y="25"/>
                    <a:pt x="38" y="27"/>
                  </a:cubicBezTo>
                  <a:cubicBezTo>
                    <a:pt x="38" y="28"/>
                    <a:pt x="37" y="30"/>
                    <a:pt x="36" y="31"/>
                  </a:cubicBezTo>
                  <a:cubicBezTo>
                    <a:pt x="35" y="33"/>
                    <a:pt x="34" y="34"/>
                    <a:pt x="32" y="35"/>
                  </a:cubicBezTo>
                  <a:cubicBezTo>
                    <a:pt x="31" y="36"/>
                    <a:pt x="29" y="36"/>
                    <a:pt x="27" y="36"/>
                  </a:cubicBezTo>
                  <a:cubicBezTo>
                    <a:pt x="23" y="36"/>
                    <a:pt x="20" y="35"/>
                    <a:pt x="18" y="32"/>
                  </a:cubicBezTo>
                  <a:cubicBezTo>
                    <a:pt x="16" y="29"/>
                    <a:pt x="14" y="25"/>
                    <a:pt x="14" y="20"/>
                  </a:cubicBezTo>
                  <a:cubicBezTo>
                    <a:pt x="14" y="15"/>
                    <a:pt x="16" y="11"/>
                    <a:pt x="18" y="8"/>
                  </a:cubicBezTo>
                  <a:cubicBezTo>
                    <a:pt x="20" y="6"/>
                    <a:pt x="23" y="4"/>
                    <a:pt x="27" y="4"/>
                  </a:cubicBezTo>
                  <a:cubicBezTo>
                    <a:pt x="29" y="4"/>
                    <a:pt x="31" y="5"/>
                    <a:pt x="33" y="6"/>
                  </a:cubicBezTo>
                  <a:cubicBezTo>
                    <a:pt x="35" y="7"/>
                    <a:pt x="36" y="9"/>
                    <a:pt x="37" y="12"/>
                  </a:cubicBezTo>
                  <a:cubicBezTo>
                    <a:pt x="38" y="14"/>
                    <a:pt x="39" y="17"/>
                    <a:pt x="39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7" name="ís1ïḍe"/>
            <p:cNvSpPr/>
            <p:nvPr/>
          </p:nvSpPr>
          <p:spPr bwMode="auto">
            <a:xfrm>
              <a:off x="11062686" y="830687"/>
              <a:ext cx="69699" cy="86509"/>
            </a:xfrm>
            <a:custGeom>
              <a:avLst/>
              <a:gdLst>
                <a:gd name="T0" fmla="*/ 47 w 72"/>
                <a:gd name="T1" fmla="*/ 3 h 87"/>
                <a:gd name="T2" fmla="*/ 52 w 72"/>
                <a:gd name="T3" fmla="*/ 5 h 87"/>
                <a:gd name="T4" fmla="*/ 54 w 72"/>
                <a:gd name="T5" fmla="*/ 8 h 87"/>
                <a:gd name="T6" fmla="*/ 54 w 72"/>
                <a:gd name="T7" fmla="*/ 16 h 87"/>
                <a:gd name="T8" fmla="*/ 54 w 72"/>
                <a:gd name="T9" fmla="*/ 55 h 87"/>
                <a:gd name="T10" fmla="*/ 53 w 72"/>
                <a:gd name="T11" fmla="*/ 67 h 87"/>
                <a:gd name="T12" fmla="*/ 50 w 72"/>
                <a:gd name="T13" fmla="*/ 75 h 87"/>
                <a:gd name="T14" fmla="*/ 45 w 72"/>
                <a:gd name="T15" fmla="*/ 79 h 87"/>
                <a:gd name="T16" fmla="*/ 37 w 72"/>
                <a:gd name="T17" fmla="*/ 81 h 87"/>
                <a:gd name="T18" fmla="*/ 29 w 72"/>
                <a:gd name="T19" fmla="*/ 80 h 87"/>
                <a:gd name="T20" fmla="*/ 24 w 72"/>
                <a:gd name="T21" fmla="*/ 77 h 87"/>
                <a:gd name="T22" fmla="*/ 20 w 72"/>
                <a:gd name="T23" fmla="*/ 70 h 87"/>
                <a:gd name="T24" fmla="*/ 19 w 72"/>
                <a:gd name="T25" fmla="*/ 60 h 87"/>
                <a:gd name="T26" fmla="*/ 19 w 72"/>
                <a:gd name="T27" fmla="*/ 16 h 87"/>
                <a:gd name="T28" fmla="*/ 19 w 72"/>
                <a:gd name="T29" fmla="*/ 8 h 87"/>
                <a:gd name="T30" fmla="*/ 21 w 72"/>
                <a:gd name="T31" fmla="*/ 5 h 87"/>
                <a:gd name="T32" fmla="*/ 26 w 72"/>
                <a:gd name="T33" fmla="*/ 3 h 87"/>
                <a:gd name="T34" fmla="*/ 26 w 72"/>
                <a:gd name="T35" fmla="*/ 0 h 87"/>
                <a:gd name="T36" fmla="*/ 0 w 72"/>
                <a:gd name="T37" fmla="*/ 0 h 87"/>
                <a:gd name="T38" fmla="*/ 0 w 72"/>
                <a:gd name="T39" fmla="*/ 3 h 87"/>
                <a:gd name="T40" fmla="*/ 4 w 72"/>
                <a:gd name="T41" fmla="*/ 5 h 87"/>
                <a:gd name="T42" fmla="*/ 6 w 72"/>
                <a:gd name="T43" fmla="*/ 6 h 87"/>
                <a:gd name="T44" fmla="*/ 6 w 72"/>
                <a:gd name="T45" fmla="*/ 9 h 87"/>
                <a:gd name="T46" fmla="*/ 7 w 72"/>
                <a:gd name="T47" fmla="*/ 16 h 87"/>
                <a:gd name="T48" fmla="*/ 7 w 72"/>
                <a:gd name="T49" fmla="*/ 57 h 87"/>
                <a:gd name="T50" fmla="*/ 8 w 72"/>
                <a:gd name="T51" fmla="*/ 70 h 87"/>
                <a:gd name="T52" fmla="*/ 13 w 72"/>
                <a:gd name="T53" fmla="*/ 79 h 87"/>
                <a:gd name="T54" fmla="*/ 22 w 72"/>
                <a:gd name="T55" fmla="*/ 85 h 87"/>
                <a:gd name="T56" fmla="*/ 35 w 72"/>
                <a:gd name="T57" fmla="*/ 87 h 87"/>
                <a:gd name="T58" fmla="*/ 46 w 72"/>
                <a:gd name="T59" fmla="*/ 85 h 87"/>
                <a:gd name="T60" fmla="*/ 54 w 72"/>
                <a:gd name="T61" fmla="*/ 82 h 87"/>
                <a:gd name="T62" fmla="*/ 60 w 72"/>
                <a:gd name="T63" fmla="*/ 76 h 87"/>
                <a:gd name="T64" fmla="*/ 63 w 72"/>
                <a:gd name="T65" fmla="*/ 68 h 87"/>
                <a:gd name="T66" fmla="*/ 64 w 72"/>
                <a:gd name="T67" fmla="*/ 56 h 87"/>
                <a:gd name="T68" fmla="*/ 64 w 72"/>
                <a:gd name="T69" fmla="*/ 16 h 87"/>
                <a:gd name="T70" fmla="*/ 65 w 72"/>
                <a:gd name="T71" fmla="*/ 8 h 87"/>
                <a:gd name="T72" fmla="*/ 67 w 72"/>
                <a:gd name="T73" fmla="*/ 5 h 87"/>
                <a:gd name="T74" fmla="*/ 72 w 72"/>
                <a:gd name="T75" fmla="*/ 3 h 87"/>
                <a:gd name="T76" fmla="*/ 72 w 72"/>
                <a:gd name="T77" fmla="*/ 0 h 87"/>
                <a:gd name="T78" fmla="*/ 47 w 72"/>
                <a:gd name="T79" fmla="*/ 0 h 87"/>
                <a:gd name="T80" fmla="*/ 47 w 72"/>
                <a:gd name="T81" fmla="*/ 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2" h="87">
                  <a:moveTo>
                    <a:pt x="47" y="3"/>
                  </a:moveTo>
                  <a:cubicBezTo>
                    <a:pt x="49" y="4"/>
                    <a:pt x="51" y="5"/>
                    <a:pt x="52" y="5"/>
                  </a:cubicBezTo>
                  <a:cubicBezTo>
                    <a:pt x="53" y="6"/>
                    <a:pt x="53" y="7"/>
                    <a:pt x="54" y="8"/>
                  </a:cubicBezTo>
                  <a:cubicBezTo>
                    <a:pt x="54" y="10"/>
                    <a:pt x="54" y="12"/>
                    <a:pt x="54" y="16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60"/>
                    <a:pt x="54" y="64"/>
                    <a:pt x="53" y="67"/>
                  </a:cubicBezTo>
                  <a:cubicBezTo>
                    <a:pt x="53" y="70"/>
                    <a:pt x="52" y="73"/>
                    <a:pt x="50" y="75"/>
                  </a:cubicBezTo>
                  <a:cubicBezTo>
                    <a:pt x="49" y="77"/>
                    <a:pt x="47" y="78"/>
                    <a:pt x="45" y="79"/>
                  </a:cubicBezTo>
                  <a:cubicBezTo>
                    <a:pt x="42" y="81"/>
                    <a:pt x="40" y="81"/>
                    <a:pt x="37" y="81"/>
                  </a:cubicBezTo>
                  <a:cubicBezTo>
                    <a:pt x="34" y="81"/>
                    <a:pt x="31" y="81"/>
                    <a:pt x="29" y="80"/>
                  </a:cubicBezTo>
                  <a:cubicBezTo>
                    <a:pt x="27" y="79"/>
                    <a:pt x="25" y="78"/>
                    <a:pt x="24" y="77"/>
                  </a:cubicBezTo>
                  <a:cubicBezTo>
                    <a:pt x="22" y="75"/>
                    <a:pt x="21" y="73"/>
                    <a:pt x="20" y="70"/>
                  </a:cubicBezTo>
                  <a:cubicBezTo>
                    <a:pt x="19" y="68"/>
                    <a:pt x="19" y="64"/>
                    <a:pt x="19" y="6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2"/>
                    <a:pt x="19" y="10"/>
                    <a:pt x="19" y="8"/>
                  </a:cubicBezTo>
                  <a:cubicBezTo>
                    <a:pt x="20" y="7"/>
                    <a:pt x="20" y="6"/>
                    <a:pt x="21" y="5"/>
                  </a:cubicBezTo>
                  <a:cubicBezTo>
                    <a:pt x="22" y="4"/>
                    <a:pt x="24" y="4"/>
                    <a:pt x="26" y="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4"/>
                    <a:pt x="3" y="4"/>
                    <a:pt x="4" y="5"/>
                  </a:cubicBezTo>
                  <a:cubicBezTo>
                    <a:pt x="5" y="5"/>
                    <a:pt x="5" y="6"/>
                    <a:pt x="6" y="6"/>
                  </a:cubicBezTo>
                  <a:cubicBezTo>
                    <a:pt x="6" y="7"/>
                    <a:pt x="6" y="8"/>
                    <a:pt x="6" y="9"/>
                  </a:cubicBezTo>
                  <a:cubicBezTo>
                    <a:pt x="7" y="10"/>
                    <a:pt x="7" y="12"/>
                    <a:pt x="7" y="16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62"/>
                    <a:pt x="7" y="67"/>
                    <a:pt x="8" y="70"/>
                  </a:cubicBezTo>
                  <a:cubicBezTo>
                    <a:pt x="9" y="74"/>
                    <a:pt x="11" y="77"/>
                    <a:pt x="13" y="79"/>
                  </a:cubicBezTo>
                  <a:cubicBezTo>
                    <a:pt x="16" y="82"/>
                    <a:pt x="19" y="84"/>
                    <a:pt x="22" y="85"/>
                  </a:cubicBezTo>
                  <a:cubicBezTo>
                    <a:pt x="26" y="86"/>
                    <a:pt x="30" y="87"/>
                    <a:pt x="35" y="87"/>
                  </a:cubicBezTo>
                  <a:cubicBezTo>
                    <a:pt x="40" y="87"/>
                    <a:pt x="43" y="86"/>
                    <a:pt x="46" y="85"/>
                  </a:cubicBezTo>
                  <a:cubicBezTo>
                    <a:pt x="49" y="84"/>
                    <a:pt x="52" y="83"/>
                    <a:pt x="54" y="82"/>
                  </a:cubicBezTo>
                  <a:cubicBezTo>
                    <a:pt x="56" y="80"/>
                    <a:pt x="58" y="78"/>
                    <a:pt x="60" y="76"/>
                  </a:cubicBezTo>
                  <a:cubicBezTo>
                    <a:pt x="61" y="74"/>
                    <a:pt x="62" y="71"/>
                    <a:pt x="63" y="68"/>
                  </a:cubicBezTo>
                  <a:cubicBezTo>
                    <a:pt x="64" y="64"/>
                    <a:pt x="64" y="61"/>
                    <a:pt x="64" y="5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2"/>
                    <a:pt x="65" y="10"/>
                    <a:pt x="65" y="8"/>
                  </a:cubicBezTo>
                  <a:cubicBezTo>
                    <a:pt x="65" y="7"/>
                    <a:pt x="66" y="6"/>
                    <a:pt x="67" y="5"/>
                  </a:cubicBezTo>
                  <a:cubicBezTo>
                    <a:pt x="68" y="4"/>
                    <a:pt x="69" y="4"/>
                    <a:pt x="72" y="3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8" name="isľiḋé"/>
            <p:cNvSpPr/>
            <p:nvPr/>
          </p:nvSpPr>
          <p:spPr bwMode="auto">
            <a:xfrm>
              <a:off x="11142225" y="855697"/>
              <a:ext cx="60269" cy="60269"/>
            </a:xfrm>
            <a:custGeom>
              <a:avLst/>
              <a:gdLst>
                <a:gd name="T0" fmla="*/ 56 w 62"/>
                <a:gd name="T1" fmla="*/ 54 h 61"/>
                <a:gd name="T2" fmla="*/ 55 w 62"/>
                <a:gd name="T3" fmla="*/ 51 h 61"/>
                <a:gd name="T4" fmla="*/ 55 w 62"/>
                <a:gd name="T5" fmla="*/ 45 h 61"/>
                <a:gd name="T6" fmla="*/ 55 w 62"/>
                <a:gd name="T7" fmla="*/ 21 h 61"/>
                <a:gd name="T8" fmla="*/ 54 w 62"/>
                <a:gd name="T9" fmla="*/ 13 h 61"/>
                <a:gd name="T10" fmla="*/ 52 w 62"/>
                <a:gd name="T11" fmla="*/ 7 h 61"/>
                <a:gd name="T12" fmla="*/ 49 w 62"/>
                <a:gd name="T13" fmla="*/ 3 h 61"/>
                <a:gd name="T14" fmla="*/ 44 w 62"/>
                <a:gd name="T15" fmla="*/ 0 h 61"/>
                <a:gd name="T16" fmla="*/ 38 w 62"/>
                <a:gd name="T17" fmla="*/ 0 h 61"/>
                <a:gd name="T18" fmla="*/ 32 w 62"/>
                <a:gd name="T19" fmla="*/ 1 h 61"/>
                <a:gd name="T20" fmla="*/ 26 w 62"/>
                <a:gd name="T21" fmla="*/ 4 h 61"/>
                <a:gd name="T22" fmla="*/ 19 w 62"/>
                <a:gd name="T23" fmla="*/ 11 h 61"/>
                <a:gd name="T24" fmla="*/ 18 w 62"/>
                <a:gd name="T25" fmla="*/ 10 h 61"/>
                <a:gd name="T26" fmla="*/ 19 w 62"/>
                <a:gd name="T27" fmla="*/ 0 h 61"/>
                <a:gd name="T28" fmla="*/ 15 w 62"/>
                <a:gd name="T29" fmla="*/ 0 h 61"/>
                <a:gd name="T30" fmla="*/ 0 w 62"/>
                <a:gd name="T31" fmla="*/ 1 h 61"/>
                <a:gd name="T32" fmla="*/ 0 w 62"/>
                <a:gd name="T33" fmla="*/ 4 h 61"/>
                <a:gd name="T34" fmla="*/ 5 w 62"/>
                <a:gd name="T35" fmla="*/ 5 h 61"/>
                <a:gd name="T36" fmla="*/ 7 w 62"/>
                <a:gd name="T37" fmla="*/ 7 h 61"/>
                <a:gd name="T38" fmla="*/ 8 w 62"/>
                <a:gd name="T39" fmla="*/ 11 h 61"/>
                <a:gd name="T40" fmla="*/ 8 w 62"/>
                <a:gd name="T41" fmla="*/ 18 h 61"/>
                <a:gd name="T42" fmla="*/ 8 w 62"/>
                <a:gd name="T43" fmla="*/ 45 h 61"/>
                <a:gd name="T44" fmla="*/ 7 w 62"/>
                <a:gd name="T45" fmla="*/ 52 h 61"/>
                <a:gd name="T46" fmla="*/ 6 w 62"/>
                <a:gd name="T47" fmla="*/ 55 h 61"/>
                <a:gd name="T48" fmla="*/ 5 w 62"/>
                <a:gd name="T49" fmla="*/ 56 h 61"/>
                <a:gd name="T50" fmla="*/ 1 w 62"/>
                <a:gd name="T51" fmla="*/ 57 h 61"/>
                <a:gd name="T52" fmla="*/ 1 w 62"/>
                <a:gd name="T53" fmla="*/ 61 h 61"/>
                <a:gd name="T54" fmla="*/ 26 w 62"/>
                <a:gd name="T55" fmla="*/ 61 h 61"/>
                <a:gd name="T56" fmla="*/ 26 w 62"/>
                <a:gd name="T57" fmla="*/ 57 h 61"/>
                <a:gd name="T58" fmla="*/ 21 w 62"/>
                <a:gd name="T59" fmla="*/ 56 h 61"/>
                <a:gd name="T60" fmla="*/ 19 w 62"/>
                <a:gd name="T61" fmla="*/ 52 h 61"/>
                <a:gd name="T62" fmla="*/ 19 w 62"/>
                <a:gd name="T63" fmla="*/ 45 h 61"/>
                <a:gd name="T64" fmla="*/ 19 w 62"/>
                <a:gd name="T65" fmla="*/ 22 h 61"/>
                <a:gd name="T66" fmla="*/ 20 w 62"/>
                <a:gd name="T67" fmla="*/ 16 h 61"/>
                <a:gd name="T68" fmla="*/ 24 w 62"/>
                <a:gd name="T69" fmla="*/ 12 h 61"/>
                <a:gd name="T70" fmla="*/ 28 w 62"/>
                <a:gd name="T71" fmla="*/ 8 h 61"/>
                <a:gd name="T72" fmla="*/ 33 w 62"/>
                <a:gd name="T73" fmla="*/ 7 h 61"/>
                <a:gd name="T74" fmla="*/ 37 w 62"/>
                <a:gd name="T75" fmla="*/ 8 h 61"/>
                <a:gd name="T76" fmla="*/ 40 w 62"/>
                <a:gd name="T77" fmla="*/ 9 h 61"/>
                <a:gd name="T78" fmla="*/ 42 w 62"/>
                <a:gd name="T79" fmla="*/ 11 h 61"/>
                <a:gd name="T80" fmla="*/ 43 w 62"/>
                <a:gd name="T81" fmla="*/ 15 h 61"/>
                <a:gd name="T82" fmla="*/ 44 w 62"/>
                <a:gd name="T83" fmla="*/ 21 h 61"/>
                <a:gd name="T84" fmla="*/ 44 w 62"/>
                <a:gd name="T85" fmla="*/ 29 h 61"/>
                <a:gd name="T86" fmla="*/ 44 w 62"/>
                <a:gd name="T87" fmla="*/ 45 h 61"/>
                <a:gd name="T88" fmla="*/ 44 w 62"/>
                <a:gd name="T89" fmla="*/ 51 h 61"/>
                <a:gd name="T90" fmla="*/ 43 w 62"/>
                <a:gd name="T91" fmla="*/ 55 h 61"/>
                <a:gd name="T92" fmla="*/ 41 w 62"/>
                <a:gd name="T93" fmla="*/ 56 h 61"/>
                <a:gd name="T94" fmla="*/ 37 w 62"/>
                <a:gd name="T95" fmla="*/ 57 h 61"/>
                <a:gd name="T96" fmla="*/ 37 w 62"/>
                <a:gd name="T97" fmla="*/ 61 h 61"/>
                <a:gd name="T98" fmla="*/ 62 w 62"/>
                <a:gd name="T99" fmla="*/ 61 h 61"/>
                <a:gd name="T100" fmla="*/ 62 w 62"/>
                <a:gd name="T101" fmla="*/ 57 h 61"/>
                <a:gd name="T102" fmla="*/ 58 w 62"/>
                <a:gd name="T103" fmla="*/ 56 h 61"/>
                <a:gd name="T104" fmla="*/ 56 w 62"/>
                <a:gd name="T10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2" h="61">
                  <a:moveTo>
                    <a:pt x="56" y="54"/>
                  </a:moveTo>
                  <a:cubicBezTo>
                    <a:pt x="56" y="53"/>
                    <a:pt x="55" y="52"/>
                    <a:pt x="55" y="51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18"/>
                    <a:pt x="55" y="15"/>
                    <a:pt x="54" y="13"/>
                  </a:cubicBezTo>
                  <a:cubicBezTo>
                    <a:pt x="54" y="10"/>
                    <a:pt x="53" y="9"/>
                    <a:pt x="52" y="7"/>
                  </a:cubicBezTo>
                  <a:cubicBezTo>
                    <a:pt x="52" y="5"/>
                    <a:pt x="50" y="4"/>
                    <a:pt x="49" y="3"/>
                  </a:cubicBezTo>
                  <a:cubicBezTo>
                    <a:pt x="48" y="2"/>
                    <a:pt x="46" y="1"/>
                    <a:pt x="44" y="0"/>
                  </a:cubicBezTo>
                  <a:cubicBezTo>
                    <a:pt x="43" y="0"/>
                    <a:pt x="41" y="0"/>
                    <a:pt x="38" y="0"/>
                  </a:cubicBezTo>
                  <a:cubicBezTo>
                    <a:pt x="36" y="0"/>
                    <a:pt x="34" y="0"/>
                    <a:pt x="32" y="1"/>
                  </a:cubicBezTo>
                  <a:cubicBezTo>
                    <a:pt x="30" y="2"/>
                    <a:pt x="28" y="3"/>
                    <a:pt x="26" y="4"/>
                  </a:cubicBezTo>
                  <a:cubicBezTo>
                    <a:pt x="24" y="5"/>
                    <a:pt x="22" y="7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4" y="5"/>
                    <a:pt x="5" y="5"/>
                  </a:cubicBezTo>
                  <a:cubicBezTo>
                    <a:pt x="6" y="6"/>
                    <a:pt x="6" y="6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8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5" y="56"/>
                  </a:cubicBezTo>
                  <a:cubicBezTo>
                    <a:pt x="4" y="57"/>
                    <a:pt x="3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ubicBezTo>
                    <a:pt x="19" y="51"/>
                    <a:pt x="19" y="48"/>
                    <a:pt x="19" y="45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0"/>
                    <a:pt x="19" y="18"/>
                    <a:pt x="20" y="16"/>
                  </a:cubicBezTo>
                  <a:cubicBezTo>
                    <a:pt x="21" y="15"/>
                    <a:pt x="22" y="13"/>
                    <a:pt x="24" y="12"/>
                  </a:cubicBezTo>
                  <a:cubicBezTo>
                    <a:pt x="25" y="10"/>
                    <a:pt x="27" y="9"/>
                    <a:pt x="28" y="8"/>
                  </a:cubicBezTo>
                  <a:cubicBezTo>
                    <a:pt x="30" y="8"/>
                    <a:pt x="31" y="7"/>
                    <a:pt x="33" y="7"/>
                  </a:cubicBezTo>
                  <a:cubicBezTo>
                    <a:pt x="35" y="7"/>
                    <a:pt x="36" y="7"/>
                    <a:pt x="37" y="8"/>
                  </a:cubicBezTo>
                  <a:cubicBezTo>
                    <a:pt x="38" y="8"/>
                    <a:pt x="39" y="9"/>
                    <a:pt x="40" y="9"/>
                  </a:cubicBezTo>
                  <a:cubicBezTo>
                    <a:pt x="40" y="10"/>
                    <a:pt x="41" y="11"/>
                    <a:pt x="42" y="11"/>
                  </a:cubicBezTo>
                  <a:cubicBezTo>
                    <a:pt x="42" y="12"/>
                    <a:pt x="43" y="13"/>
                    <a:pt x="43" y="15"/>
                  </a:cubicBezTo>
                  <a:cubicBezTo>
                    <a:pt x="44" y="16"/>
                    <a:pt x="44" y="18"/>
                    <a:pt x="44" y="21"/>
                  </a:cubicBezTo>
                  <a:cubicBezTo>
                    <a:pt x="44" y="23"/>
                    <a:pt x="44" y="26"/>
                    <a:pt x="44" y="29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8"/>
                    <a:pt x="44" y="50"/>
                    <a:pt x="44" y="51"/>
                  </a:cubicBezTo>
                  <a:cubicBezTo>
                    <a:pt x="44" y="53"/>
                    <a:pt x="43" y="54"/>
                    <a:pt x="43" y="55"/>
                  </a:cubicBezTo>
                  <a:cubicBezTo>
                    <a:pt x="42" y="55"/>
                    <a:pt x="42" y="56"/>
                    <a:pt x="41" y="56"/>
                  </a:cubicBezTo>
                  <a:cubicBezTo>
                    <a:pt x="40" y="57"/>
                    <a:pt x="39" y="57"/>
                    <a:pt x="37" y="57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0" y="57"/>
                    <a:pt x="59" y="56"/>
                    <a:pt x="58" y="56"/>
                  </a:cubicBezTo>
                  <a:cubicBezTo>
                    <a:pt x="57" y="55"/>
                    <a:pt x="57" y="55"/>
                    <a:pt x="56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9" name="íṡḷiḋe"/>
            <p:cNvSpPr/>
            <p:nvPr/>
          </p:nvSpPr>
          <p:spPr bwMode="auto">
            <a:xfrm>
              <a:off x="11212334" y="855697"/>
              <a:ext cx="24190" cy="60269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4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6 w 25"/>
                <a:gd name="T15" fmla="*/ 7 h 61"/>
                <a:gd name="T16" fmla="*/ 7 w 25"/>
                <a:gd name="T17" fmla="*/ 11 h 61"/>
                <a:gd name="T18" fmla="*/ 7 w 25"/>
                <a:gd name="T19" fmla="*/ 18 h 61"/>
                <a:gd name="T20" fmla="*/ 7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8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7" y="15"/>
                    <a:pt x="7" y="18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8"/>
                    <a:pt x="7" y="50"/>
                    <a:pt x="7" y="52"/>
                  </a:cubicBezTo>
                  <a:cubicBezTo>
                    <a:pt x="7" y="53"/>
                    <a:pt x="6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3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0" name="išḻiḍê"/>
            <p:cNvSpPr/>
            <p:nvPr/>
          </p:nvSpPr>
          <p:spPr bwMode="auto">
            <a:xfrm>
              <a:off x="11218894" y="831917"/>
              <a:ext cx="1189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1" name="îŝļiḓê"/>
            <p:cNvSpPr/>
            <p:nvPr/>
          </p:nvSpPr>
          <p:spPr bwMode="auto">
            <a:xfrm>
              <a:off x="11240214" y="856517"/>
              <a:ext cx="61499" cy="59449"/>
            </a:xfrm>
            <a:custGeom>
              <a:avLst/>
              <a:gdLst>
                <a:gd name="T0" fmla="*/ 40 w 63"/>
                <a:gd name="T1" fmla="*/ 3 h 60"/>
                <a:gd name="T2" fmla="*/ 45 w 63"/>
                <a:gd name="T3" fmla="*/ 5 h 60"/>
                <a:gd name="T4" fmla="*/ 47 w 63"/>
                <a:gd name="T5" fmla="*/ 9 h 60"/>
                <a:gd name="T6" fmla="*/ 46 w 63"/>
                <a:gd name="T7" fmla="*/ 13 h 60"/>
                <a:gd name="T8" fmla="*/ 44 w 63"/>
                <a:gd name="T9" fmla="*/ 18 h 60"/>
                <a:gd name="T10" fmla="*/ 32 w 63"/>
                <a:gd name="T11" fmla="*/ 48 h 60"/>
                <a:gd name="T12" fmla="*/ 21 w 63"/>
                <a:gd name="T13" fmla="*/ 16 h 60"/>
                <a:gd name="T14" fmla="*/ 19 w 63"/>
                <a:gd name="T15" fmla="*/ 12 h 60"/>
                <a:gd name="T16" fmla="*/ 19 w 63"/>
                <a:gd name="T17" fmla="*/ 8 h 60"/>
                <a:gd name="T18" fmla="*/ 20 w 63"/>
                <a:gd name="T19" fmla="*/ 6 h 60"/>
                <a:gd name="T20" fmla="*/ 21 w 63"/>
                <a:gd name="T21" fmla="*/ 4 h 60"/>
                <a:gd name="T22" fmla="*/ 25 w 63"/>
                <a:gd name="T23" fmla="*/ 3 h 60"/>
                <a:gd name="T24" fmla="*/ 25 w 63"/>
                <a:gd name="T25" fmla="*/ 0 h 60"/>
                <a:gd name="T26" fmla="*/ 0 w 63"/>
                <a:gd name="T27" fmla="*/ 0 h 60"/>
                <a:gd name="T28" fmla="*/ 0 w 63"/>
                <a:gd name="T29" fmla="*/ 3 h 60"/>
                <a:gd name="T30" fmla="*/ 3 w 63"/>
                <a:gd name="T31" fmla="*/ 4 h 60"/>
                <a:gd name="T32" fmla="*/ 6 w 63"/>
                <a:gd name="T33" fmla="*/ 7 h 60"/>
                <a:gd name="T34" fmla="*/ 9 w 63"/>
                <a:gd name="T35" fmla="*/ 13 h 60"/>
                <a:gd name="T36" fmla="*/ 25 w 63"/>
                <a:gd name="T37" fmla="*/ 60 h 60"/>
                <a:gd name="T38" fmla="*/ 33 w 63"/>
                <a:gd name="T39" fmla="*/ 60 h 60"/>
                <a:gd name="T40" fmla="*/ 54 w 63"/>
                <a:gd name="T41" fmla="*/ 14 h 60"/>
                <a:gd name="T42" fmla="*/ 57 w 63"/>
                <a:gd name="T43" fmla="*/ 8 h 60"/>
                <a:gd name="T44" fmla="*/ 60 w 63"/>
                <a:gd name="T45" fmla="*/ 4 h 60"/>
                <a:gd name="T46" fmla="*/ 63 w 63"/>
                <a:gd name="T47" fmla="*/ 3 h 60"/>
                <a:gd name="T48" fmla="*/ 63 w 63"/>
                <a:gd name="T49" fmla="*/ 0 h 60"/>
                <a:gd name="T50" fmla="*/ 40 w 63"/>
                <a:gd name="T51" fmla="*/ 0 h 60"/>
                <a:gd name="T52" fmla="*/ 40 w 63"/>
                <a:gd name="T53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3" h="60">
                  <a:moveTo>
                    <a:pt x="40" y="3"/>
                  </a:moveTo>
                  <a:cubicBezTo>
                    <a:pt x="43" y="3"/>
                    <a:pt x="44" y="4"/>
                    <a:pt x="45" y="5"/>
                  </a:cubicBezTo>
                  <a:cubicBezTo>
                    <a:pt x="46" y="6"/>
                    <a:pt x="47" y="7"/>
                    <a:pt x="47" y="9"/>
                  </a:cubicBezTo>
                  <a:cubicBezTo>
                    <a:pt x="47" y="10"/>
                    <a:pt x="46" y="11"/>
                    <a:pt x="46" y="13"/>
                  </a:cubicBezTo>
                  <a:cubicBezTo>
                    <a:pt x="46" y="14"/>
                    <a:pt x="45" y="16"/>
                    <a:pt x="44" y="1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5"/>
                    <a:pt x="20" y="13"/>
                    <a:pt x="19" y="12"/>
                  </a:cubicBezTo>
                  <a:cubicBezTo>
                    <a:pt x="19" y="11"/>
                    <a:pt x="19" y="10"/>
                    <a:pt x="19" y="8"/>
                  </a:cubicBezTo>
                  <a:cubicBezTo>
                    <a:pt x="19" y="7"/>
                    <a:pt x="19" y="6"/>
                    <a:pt x="20" y="6"/>
                  </a:cubicBezTo>
                  <a:cubicBezTo>
                    <a:pt x="20" y="5"/>
                    <a:pt x="21" y="4"/>
                    <a:pt x="21" y="4"/>
                  </a:cubicBezTo>
                  <a:cubicBezTo>
                    <a:pt x="22" y="4"/>
                    <a:pt x="24" y="3"/>
                    <a:pt x="25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3" y="4"/>
                    <a:pt x="3" y="4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6" y="8"/>
                    <a:pt x="7" y="10"/>
                    <a:pt x="9" y="13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1"/>
                    <a:pt x="56" y="9"/>
                    <a:pt x="57" y="8"/>
                  </a:cubicBezTo>
                  <a:cubicBezTo>
                    <a:pt x="58" y="6"/>
                    <a:pt x="59" y="5"/>
                    <a:pt x="60" y="4"/>
                  </a:cubicBezTo>
                  <a:cubicBezTo>
                    <a:pt x="61" y="4"/>
                    <a:pt x="62" y="3"/>
                    <a:pt x="63" y="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4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2" name="îšḷïḋê"/>
            <p:cNvSpPr/>
            <p:nvPr/>
          </p:nvSpPr>
          <p:spPr bwMode="auto">
            <a:xfrm>
              <a:off x="11306223" y="855697"/>
              <a:ext cx="48789" cy="61499"/>
            </a:xfrm>
            <a:custGeom>
              <a:avLst/>
              <a:gdLst>
                <a:gd name="T0" fmla="*/ 50 w 50"/>
                <a:gd name="T1" fmla="*/ 30 h 62"/>
                <a:gd name="T2" fmla="*/ 49 w 50"/>
                <a:gd name="T3" fmla="*/ 16 h 62"/>
                <a:gd name="T4" fmla="*/ 45 w 50"/>
                <a:gd name="T5" fmla="*/ 7 h 62"/>
                <a:gd name="T6" fmla="*/ 38 w 50"/>
                <a:gd name="T7" fmla="*/ 2 h 62"/>
                <a:gd name="T8" fmla="*/ 27 w 50"/>
                <a:gd name="T9" fmla="*/ 0 h 62"/>
                <a:gd name="T10" fmla="*/ 13 w 50"/>
                <a:gd name="T11" fmla="*/ 4 h 62"/>
                <a:gd name="T12" fmla="*/ 3 w 50"/>
                <a:gd name="T13" fmla="*/ 15 h 62"/>
                <a:gd name="T14" fmla="*/ 0 w 50"/>
                <a:gd name="T15" fmla="*/ 31 h 62"/>
                <a:gd name="T16" fmla="*/ 6 w 50"/>
                <a:gd name="T17" fmla="*/ 54 h 62"/>
                <a:gd name="T18" fmla="*/ 26 w 50"/>
                <a:gd name="T19" fmla="*/ 62 h 62"/>
                <a:gd name="T20" fmla="*/ 35 w 50"/>
                <a:gd name="T21" fmla="*/ 60 h 62"/>
                <a:gd name="T22" fmla="*/ 42 w 50"/>
                <a:gd name="T23" fmla="*/ 56 h 62"/>
                <a:gd name="T24" fmla="*/ 49 w 50"/>
                <a:gd name="T25" fmla="*/ 50 h 62"/>
                <a:gd name="T26" fmla="*/ 45 w 50"/>
                <a:gd name="T27" fmla="*/ 46 h 62"/>
                <a:gd name="T28" fmla="*/ 37 w 50"/>
                <a:gd name="T29" fmla="*/ 52 h 62"/>
                <a:gd name="T30" fmla="*/ 28 w 50"/>
                <a:gd name="T31" fmla="*/ 54 h 62"/>
                <a:gd name="T32" fmla="*/ 18 w 50"/>
                <a:gd name="T33" fmla="*/ 51 h 62"/>
                <a:gd name="T34" fmla="*/ 13 w 50"/>
                <a:gd name="T35" fmla="*/ 43 h 62"/>
                <a:gd name="T36" fmla="*/ 11 w 50"/>
                <a:gd name="T37" fmla="*/ 31 h 62"/>
                <a:gd name="T38" fmla="*/ 11 w 50"/>
                <a:gd name="T39" fmla="*/ 30 h 62"/>
                <a:gd name="T40" fmla="*/ 50 w 50"/>
                <a:gd name="T41" fmla="*/ 30 h 62"/>
                <a:gd name="T42" fmla="*/ 16 w 50"/>
                <a:gd name="T43" fmla="*/ 10 h 62"/>
                <a:gd name="T44" fmla="*/ 26 w 50"/>
                <a:gd name="T45" fmla="*/ 5 h 62"/>
                <a:gd name="T46" fmla="*/ 33 w 50"/>
                <a:gd name="T47" fmla="*/ 7 h 62"/>
                <a:gd name="T48" fmla="*/ 37 w 50"/>
                <a:gd name="T49" fmla="*/ 13 h 62"/>
                <a:gd name="T50" fmla="*/ 39 w 50"/>
                <a:gd name="T51" fmla="*/ 24 h 62"/>
                <a:gd name="T52" fmla="*/ 11 w 50"/>
                <a:gd name="T53" fmla="*/ 24 h 62"/>
                <a:gd name="T54" fmla="*/ 16 w 50"/>
                <a:gd name="T5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0" h="62">
                  <a:moveTo>
                    <a:pt x="50" y="30"/>
                  </a:moveTo>
                  <a:cubicBezTo>
                    <a:pt x="50" y="24"/>
                    <a:pt x="50" y="19"/>
                    <a:pt x="49" y="16"/>
                  </a:cubicBezTo>
                  <a:cubicBezTo>
                    <a:pt x="48" y="12"/>
                    <a:pt x="46" y="9"/>
                    <a:pt x="45" y="7"/>
                  </a:cubicBezTo>
                  <a:cubicBezTo>
                    <a:pt x="43" y="5"/>
                    <a:pt x="41" y="3"/>
                    <a:pt x="38" y="2"/>
                  </a:cubicBezTo>
                  <a:cubicBezTo>
                    <a:pt x="35" y="0"/>
                    <a:pt x="31" y="0"/>
                    <a:pt x="27" y="0"/>
                  </a:cubicBezTo>
                  <a:cubicBezTo>
                    <a:pt x="21" y="0"/>
                    <a:pt x="17" y="1"/>
                    <a:pt x="13" y="4"/>
                  </a:cubicBezTo>
                  <a:cubicBezTo>
                    <a:pt x="8" y="6"/>
                    <a:pt x="5" y="10"/>
                    <a:pt x="3" y="15"/>
                  </a:cubicBezTo>
                  <a:cubicBezTo>
                    <a:pt x="1" y="19"/>
                    <a:pt x="0" y="25"/>
                    <a:pt x="0" y="31"/>
                  </a:cubicBezTo>
                  <a:cubicBezTo>
                    <a:pt x="0" y="41"/>
                    <a:pt x="2" y="49"/>
                    <a:pt x="6" y="54"/>
                  </a:cubicBezTo>
                  <a:cubicBezTo>
                    <a:pt x="11" y="59"/>
                    <a:pt x="17" y="62"/>
                    <a:pt x="26" y="62"/>
                  </a:cubicBezTo>
                  <a:cubicBezTo>
                    <a:pt x="29" y="62"/>
                    <a:pt x="32" y="61"/>
                    <a:pt x="35" y="60"/>
                  </a:cubicBezTo>
                  <a:cubicBezTo>
                    <a:pt x="37" y="59"/>
                    <a:pt x="40" y="58"/>
                    <a:pt x="42" y="56"/>
                  </a:cubicBezTo>
                  <a:cubicBezTo>
                    <a:pt x="44" y="55"/>
                    <a:pt x="47" y="53"/>
                    <a:pt x="49" y="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3" y="49"/>
                    <a:pt x="40" y="51"/>
                    <a:pt x="37" y="52"/>
                  </a:cubicBezTo>
                  <a:cubicBezTo>
                    <a:pt x="35" y="53"/>
                    <a:pt x="31" y="54"/>
                    <a:pt x="28" y="54"/>
                  </a:cubicBezTo>
                  <a:cubicBezTo>
                    <a:pt x="24" y="54"/>
                    <a:pt x="21" y="53"/>
                    <a:pt x="18" y="51"/>
                  </a:cubicBezTo>
                  <a:cubicBezTo>
                    <a:pt x="16" y="49"/>
                    <a:pt x="14" y="47"/>
                    <a:pt x="13" y="43"/>
                  </a:cubicBezTo>
                  <a:cubicBezTo>
                    <a:pt x="12" y="40"/>
                    <a:pt x="11" y="36"/>
                    <a:pt x="11" y="31"/>
                  </a:cubicBezTo>
                  <a:cubicBezTo>
                    <a:pt x="11" y="30"/>
                    <a:pt x="11" y="30"/>
                    <a:pt x="11" y="30"/>
                  </a:cubicBezTo>
                  <a:lnTo>
                    <a:pt x="50" y="30"/>
                  </a:lnTo>
                  <a:close/>
                  <a:moveTo>
                    <a:pt x="16" y="10"/>
                  </a:moveTo>
                  <a:cubicBezTo>
                    <a:pt x="18" y="6"/>
                    <a:pt x="22" y="5"/>
                    <a:pt x="26" y="5"/>
                  </a:cubicBezTo>
                  <a:cubicBezTo>
                    <a:pt x="29" y="5"/>
                    <a:pt x="31" y="5"/>
                    <a:pt x="33" y="7"/>
                  </a:cubicBezTo>
                  <a:cubicBezTo>
                    <a:pt x="35" y="8"/>
                    <a:pt x="36" y="11"/>
                    <a:pt x="37" y="13"/>
                  </a:cubicBezTo>
                  <a:cubicBezTo>
                    <a:pt x="38" y="16"/>
                    <a:pt x="38" y="20"/>
                    <a:pt x="39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18"/>
                    <a:pt x="13" y="13"/>
                    <a:pt x="16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3" name="ïṡlîde"/>
            <p:cNvSpPr/>
            <p:nvPr/>
          </p:nvSpPr>
          <p:spPr bwMode="auto">
            <a:xfrm>
              <a:off x="11365672" y="855697"/>
              <a:ext cx="44690" cy="60269"/>
            </a:xfrm>
            <a:custGeom>
              <a:avLst/>
              <a:gdLst>
                <a:gd name="T0" fmla="*/ 31 w 46"/>
                <a:gd name="T1" fmla="*/ 1 h 61"/>
                <a:gd name="T2" fmla="*/ 25 w 46"/>
                <a:gd name="T3" fmla="*/ 5 h 61"/>
                <a:gd name="T4" fmla="*/ 19 w 46"/>
                <a:gd name="T5" fmla="*/ 11 h 61"/>
                <a:gd name="T6" fmla="*/ 18 w 46"/>
                <a:gd name="T7" fmla="*/ 11 h 61"/>
                <a:gd name="T8" fmla="*/ 18 w 46"/>
                <a:gd name="T9" fmla="*/ 0 h 61"/>
                <a:gd name="T10" fmla="*/ 15 w 46"/>
                <a:gd name="T11" fmla="*/ 0 h 61"/>
                <a:gd name="T12" fmla="*/ 0 w 46"/>
                <a:gd name="T13" fmla="*/ 1 h 61"/>
                <a:gd name="T14" fmla="*/ 0 w 46"/>
                <a:gd name="T15" fmla="*/ 4 h 61"/>
                <a:gd name="T16" fmla="*/ 4 w 46"/>
                <a:gd name="T17" fmla="*/ 5 h 61"/>
                <a:gd name="T18" fmla="*/ 7 w 46"/>
                <a:gd name="T19" fmla="*/ 7 h 61"/>
                <a:gd name="T20" fmla="*/ 7 w 46"/>
                <a:gd name="T21" fmla="*/ 11 h 61"/>
                <a:gd name="T22" fmla="*/ 8 w 46"/>
                <a:gd name="T23" fmla="*/ 18 h 61"/>
                <a:gd name="T24" fmla="*/ 8 w 46"/>
                <a:gd name="T25" fmla="*/ 45 h 61"/>
                <a:gd name="T26" fmla="*/ 7 w 46"/>
                <a:gd name="T27" fmla="*/ 52 h 61"/>
                <a:gd name="T28" fmla="*/ 6 w 46"/>
                <a:gd name="T29" fmla="*/ 55 h 61"/>
                <a:gd name="T30" fmla="*/ 4 w 46"/>
                <a:gd name="T31" fmla="*/ 56 h 61"/>
                <a:gd name="T32" fmla="*/ 1 w 46"/>
                <a:gd name="T33" fmla="*/ 57 h 61"/>
                <a:gd name="T34" fmla="*/ 1 w 46"/>
                <a:gd name="T35" fmla="*/ 61 h 61"/>
                <a:gd name="T36" fmla="*/ 26 w 46"/>
                <a:gd name="T37" fmla="*/ 61 h 61"/>
                <a:gd name="T38" fmla="*/ 26 w 46"/>
                <a:gd name="T39" fmla="*/ 57 h 61"/>
                <a:gd name="T40" fmla="*/ 21 w 46"/>
                <a:gd name="T41" fmla="*/ 56 h 61"/>
                <a:gd name="T42" fmla="*/ 19 w 46"/>
                <a:gd name="T43" fmla="*/ 53 h 61"/>
                <a:gd name="T44" fmla="*/ 18 w 46"/>
                <a:gd name="T45" fmla="*/ 45 h 61"/>
                <a:gd name="T46" fmla="*/ 18 w 46"/>
                <a:gd name="T47" fmla="*/ 23 h 61"/>
                <a:gd name="T48" fmla="*/ 19 w 46"/>
                <a:gd name="T49" fmla="*/ 18 h 61"/>
                <a:gd name="T50" fmla="*/ 22 w 46"/>
                <a:gd name="T51" fmla="*/ 13 h 61"/>
                <a:gd name="T52" fmla="*/ 26 w 46"/>
                <a:gd name="T53" fmla="*/ 9 h 61"/>
                <a:gd name="T54" fmla="*/ 31 w 46"/>
                <a:gd name="T55" fmla="*/ 8 h 61"/>
                <a:gd name="T56" fmla="*/ 35 w 46"/>
                <a:gd name="T57" fmla="*/ 9 h 61"/>
                <a:gd name="T58" fmla="*/ 38 w 46"/>
                <a:gd name="T59" fmla="*/ 14 h 61"/>
                <a:gd name="T60" fmla="*/ 46 w 46"/>
                <a:gd name="T61" fmla="*/ 14 h 61"/>
                <a:gd name="T62" fmla="*/ 46 w 46"/>
                <a:gd name="T63" fmla="*/ 0 h 61"/>
                <a:gd name="T64" fmla="*/ 39 w 46"/>
                <a:gd name="T65" fmla="*/ 0 h 61"/>
                <a:gd name="T66" fmla="*/ 31 w 46"/>
                <a:gd name="T67" fmla="*/ 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6" h="61">
                  <a:moveTo>
                    <a:pt x="31" y="1"/>
                  </a:moveTo>
                  <a:cubicBezTo>
                    <a:pt x="29" y="2"/>
                    <a:pt x="27" y="3"/>
                    <a:pt x="25" y="5"/>
                  </a:cubicBezTo>
                  <a:cubicBezTo>
                    <a:pt x="23" y="6"/>
                    <a:pt x="21" y="8"/>
                    <a:pt x="1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7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4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7"/>
                    <a:pt x="22" y="57"/>
                    <a:pt x="21" y="56"/>
                  </a:cubicBezTo>
                  <a:cubicBezTo>
                    <a:pt x="20" y="55"/>
                    <a:pt x="19" y="54"/>
                    <a:pt x="19" y="53"/>
                  </a:cubicBezTo>
                  <a:cubicBezTo>
                    <a:pt x="18" y="51"/>
                    <a:pt x="18" y="49"/>
                    <a:pt x="18" y="45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1"/>
                    <a:pt x="19" y="19"/>
                    <a:pt x="19" y="18"/>
                  </a:cubicBezTo>
                  <a:cubicBezTo>
                    <a:pt x="20" y="16"/>
                    <a:pt x="21" y="15"/>
                    <a:pt x="22" y="13"/>
                  </a:cubicBezTo>
                  <a:cubicBezTo>
                    <a:pt x="23" y="11"/>
                    <a:pt x="25" y="10"/>
                    <a:pt x="26" y="9"/>
                  </a:cubicBezTo>
                  <a:cubicBezTo>
                    <a:pt x="28" y="8"/>
                    <a:pt x="29" y="8"/>
                    <a:pt x="31" y="8"/>
                  </a:cubicBezTo>
                  <a:cubicBezTo>
                    <a:pt x="33" y="8"/>
                    <a:pt x="34" y="8"/>
                    <a:pt x="35" y="9"/>
                  </a:cubicBezTo>
                  <a:cubicBezTo>
                    <a:pt x="36" y="11"/>
                    <a:pt x="37" y="12"/>
                    <a:pt x="38" y="14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4" y="0"/>
                    <a:pt x="41" y="0"/>
                    <a:pt x="39" y="0"/>
                  </a:cubicBezTo>
                  <a:cubicBezTo>
                    <a:pt x="36" y="0"/>
                    <a:pt x="34" y="0"/>
                    <a:pt x="3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4" name="íṣḻïḑe"/>
            <p:cNvSpPr/>
            <p:nvPr/>
          </p:nvSpPr>
          <p:spPr bwMode="auto">
            <a:xfrm>
              <a:off x="11416922" y="855697"/>
              <a:ext cx="41819" cy="61499"/>
            </a:xfrm>
            <a:custGeom>
              <a:avLst/>
              <a:gdLst>
                <a:gd name="T0" fmla="*/ 36 w 43"/>
                <a:gd name="T1" fmla="*/ 31 h 62"/>
                <a:gd name="T2" fmla="*/ 26 w 43"/>
                <a:gd name="T3" fmla="*/ 26 h 62"/>
                <a:gd name="T4" fmla="*/ 17 w 43"/>
                <a:gd name="T5" fmla="*/ 22 h 62"/>
                <a:gd name="T6" fmla="*/ 13 w 43"/>
                <a:gd name="T7" fmla="*/ 18 h 62"/>
                <a:gd name="T8" fmla="*/ 12 w 43"/>
                <a:gd name="T9" fmla="*/ 13 h 62"/>
                <a:gd name="T10" fmla="*/ 15 w 43"/>
                <a:gd name="T11" fmla="*/ 7 h 62"/>
                <a:gd name="T12" fmla="*/ 23 w 43"/>
                <a:gd name="T13" fmla="*/ 5 h 62"/>
                <a:gd name="T14" fmla="*/ 29 w 43"/>
                <a:gd name="T15" fmla="*/ 5 h 62"/>
                <a:gd name="T16" fmla="*/ 33 w 43"/>
                <a:gd name="T17" fmla="*/ 8 h 62"/>
                <a:gd name="T18" fmla="*/ 37 w 43"/>
                <a:gd name="T19" fmla="*/ 14 h 62"/>
                <a:gd name="T20" fmla="*/ 43 w 43"/>
                <a:gd name="T21" fmla="*/ 14 h 62"/>
                <a:gd name="T22" fmla="*/ 43 w 43"/>
                <a:gd name="T23" fmla="*/ 2 h 62"/>
                <a:gd name="T24" fmla="*/ 33 w 43"/>
                <a:gd name="T25" fmla="*/ 0 h 62"/>
                <a:gd name="T26" fmla="*/ 25 w 43"/>
                <a:gd name="T27" fmla="*/ 0 h 62"/>
                <a:gd name="T28" fmla="*/ 13 w 43"/>
                <a:gd name="T29" fmla="*/ 2 h 62"/>
                <a:gd name="T30" fmla="*/ 5 w 43"/>
                <a:gd name="T31" fmla="*/ 7 h 62"/>
                <a:gd name="T32" fmla="*/ 2 w 43"/>
                <a:gd name="T33" fmla="*/ 16 h 62"/>
                <a:gd name="T34" fmla="*/ 4 w 43"/>
                <a:gd name="T35" fmla="*/ 24 h 62"/>
                <a:gd name="T36" fmla="*/ 9 w 43"/>
                <a:gd name="T37" fmla="*/ 29 h 62"/>
                <a:gd name="T38" fmla="*/ 18 w 43"/>
                <a:gd name="T39" fmla="*/ 34 h 62"/>
                <a:gd name="T40" fmla="*/ 28 w 43"/>
                <a:gd name="T41" fmla="*/ 38 h 62"/>
                <a:gd name="T42" fmla="*/ 31 w 43"/>
                <a:gd name="T43" fmla="*/ 42 h 62"/>
                <a:gd name="T44" fmla="*/ 33 w 43"/>
                <a:gd name="T45" fmla="*/ 47 h 62"/>
                <a:gd name="T46" fmla="*/ 32 w 43"/>
                <a:gd name="T47" fmla="*/ 52 h 62"/>
                <a:gd name="T48" fmla="*/ 29 w 43"/>
                <a:gd name="T49" fmla="*/ 55 h 62"/>
                <a:gd name="T50" fmla="*/ 25 w 43"/>
                <a:gd name="T51" fmla="*/ 56 h 62"/>
                <a:gd name="T52" fmla="*/ 21 w 43"/>
                <a:gd name="T53" fmla="*/ 57 h 62"/>
                <a:gd name="T54" fmla="*/ 12 w 43"/>
                <a:gd name="T55" fmla="*/ 54 h 62"/>
                <a:gd name="T56" fmla="*/ 7 w 43"/>
                <a:gd name="T57" fmla="*/ 46 h 62"/>
                <a:gd name="T58" fmla="*/ 0 w 43"/>
                <a:gd name="T59" fmla="*/ 46 h 62"/>
                <a:gd name="T60" fmla="*/ 0 w 43"/>
                <a:gd name="T61" fmla="*/ 59 h 62"/>
                <a:gd name="T62" fmla="*/ 10 w 43"/>
                <a:gd name="T63" fmla="*/ 61 h 62"/>
                <a:gd name="T64" fmla="*/ 20 w 43"/>
                <a:gd name="T65" fmla="*/ 62 h 62"/>
                <a:gd name="T66" fmla="*/ 29 w 43"/>
                <a:gd name="T67" fmla="*/ 61 h 62"/>
                <a:gd name="T68" fmla="*/ 37 w 43"/>
                <a:gd name="T69" fmla="*/ 58 h 62"/>
                <a:gd name="T70" fmla="*/ 42 w 43"/>
                <a:gd name="T71" fmla="*/ 52 h 62"/>
                <a:gd name="T72" fmla="*/ 43 w 43"/>
                <a:gd name="T73" fmla="*/ 44 h 62"/>
                <a:gd name="T74" fmla="*/ 41 w 43"/>
                <a:gd name="T75" fmla="*/ 36 h 62"/>
                <a:gd name="T76" fmla="*/ 36 w 43"/>
                <a:gd name="T77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3" h="62">
                  <a:moveTo>
                    <a:pt x="36" y="31"/>
                  </a:moveTo>
                  <a:cubicBezTo>
                    <a:pt x="34" y="29"/>
                    <a:pt x="30" y="28"/>
                    <a:pt x="26" y="26"/>
                  </a:cubicBezTo>
                  <a:cubicBezTo>
                    <a:pt x="22" y="24"/>
                    <a:pt x="19" y="23"/>
                    <a:pt x="17" y="22"/>
                  </a:cubicBezTo>
                  <a:cubicBezTo>
                    <a:pt x="15" y="21"/>
                    <a:pt x="14" y="19"/>
                    <a:pt x="13" y="18"/>
                  </a:cubicBezTo>
                  <a:cubicBezTo>
                    <a:pt x="13" y="17"/>
                    <a:pt x="12" y="15"/>
                    <a:pt x="12" y="13"/>
                  </a:cubicBezTo>
                  <a:cubicBezTo>
                    <a:pt x="12" y="11"/>
                    <a:pt x="13" y="8"/>
                    <a:pt x="15" y="7"/>
                  </a:cubicBezTo>
                  <a:cubicBezTo>
                    <a:pt x="17" y="5"/>
                    <a:pt x="20" y="5"/>
                    <a:pt x="23" y="5"/>
                  </a:cubicBezTo>
                  <a:cubicBezTo>
                    <a:pt x="26" y="5"/>
                    <a:pt x="27" y="5"/>
                    <a:pt x="29" y="5"/>
                  </a:cubicBezTo>
                  <a:cubicBezTo>
                    <a:pt x="31" y="6"/>
                    <a:pt x="32" y="7"/>
                    <a:pt x="33" y="8"/>
                  </a:cubicBezTo>
                  <a:cubicBezTo>
                    <a:pt x="35" y="10"/>
                    <a:pt x="36" y="12"/>
                    <a:pt x="37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39" y="1"/>
                    <a:pt x="35" y="0"/>
                    <a:pt x="33" y="0"/>
                  </a:cubicBezTo>
                  <a:cubicBezTo>
                    <a:pt x="30" y="0"/>
                    <a:pt x="28" y="0"/>
                    <a:pt x="25" y="0"/>
                  </a:cubicBezTo>
                  <a:cubicBezTo>
                    <a:pt x="20" y="0"/>
                    <a:pt x="16" y="0"/>
                    <a:pt x="13" y="2"/>
                  </a:cubicBezTo>
                  <a:cubicBezTo>
                    <a:pt x="9" y="3"/>
                    <a:pt x="6" y="5"/>
                    <a:pt x="5" y="7"/>
                  </a:cubicBezTo>
                  <a:cubicBezTo>
                    <a:pt x="3" y="10"/>
                    <a:pt x="2" y="13"/>
                    <a:pt x="2" y="16"/>
                  </a:cubicBezTo>
                  <a:cubicBezTo>
                    <a:pt x="2" y="19"/>
                    <a:pt x="2" y="22"/>
                    <a:pt x="4" y="24"/>
                  </a:cubicBezTo>
                  <a:cubicBezTo>
                    <a:pt x="5" y="26"/>
                    <a:pt x="7" y="27"/>
                    <a:pt x="9" y="29"/>
                  </a:cubicBezTo>
                  <a:cubicBezTo>
                    <a:pt x="11" y="30"/>
                    <a:pt x="14" y="32"/>
                    <a:pt x="18" y="34"/>
                  </a:cubicBezTo>
                  <a:cubicBezTo>
                    <a:pt x="23" y="35"/>
                    <a:pt x="26" y="37"/>
                    <a:pt x="28" y="38"/>
                  </a:cubicBezTo>
                  <a:cubicBezTo>
                    <a:pt x="29" y="39"/>
                    <a:pt x="31" y="40"/>
                    <a:pt x="31" y="42"/>
                  </a:cubicBezTo>
                  <a:cubicBezTo>
                    <a:pt x="32" y="43"/>
                    <a:pt x="33" y="45"/>
                    <a:pt x="33" y="47"/>
                  </a:cubicBezTo>
                  <a:cubicBezTo>
                    <a:pt x="33" y="49"/>
                    <a:pt x="32" y="50"/>
                    <a:pt x="32" y="52"/>
                  </a:cubicBezTo>
                  <a:cubicBezTo>
                    <a:pt x="31" y="53"/>
                    <a:pt x="30" y="54"/>
                    <a:pt x="29" y="55"/>
                  </a:cubicBezTo>
                  <a:cubicBezTo>
                    <a:pt x="28" y="55"/>
                    <a:pt x="27" y="56"/>
                    <a:pt x="25" y="56"/>
                  </a:cubicBezTo>
                  <a:cubicBezTo>
                    <a:pt x="24" y="56"/>
                    <a:pt x="22" y="57"/>
                    <a:pt x="21" y="57"/>
                  </a:cubicBezTo>
                  <a:cubicBezTo>
                    <a:pt x="17" y="57"/>
                    <a:pt x="14" y="56"/>
                    <a:pt x="12" y="54"/>
                  </a:cubicBezTo>
                  <a:cubicBezTo>
                    <a:pt x="9" y="52"/>
                    <a:pt x="8" y="49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0"/>
                    <a:pt x="7" y="60"/>
                    <a:pt x="10" y="61"/>
                  </a:cubicBezTo>
                  <a:cubicBezTo>
                    <a:pt x="13" y="61"/>
                    <a:pt x="17" y="62"/>
                    <a:pt x="20" y="62"/>
                  </a:cubicBezTo>
                  <a:cubicBezTo>
                    <a:pt x="24" y="62"/>
                    <a:pt x="27" y="61"/>
                    <a:pt x="29" y="61"/>
                  </a:cubicBezTo>
                  <a:cubicBezTo>
                    <a:pt x="32" y="60"/>
                    <a:pt x="35" y="59"/>
                    <a:pt x="37" y="58"/>
                  </a:cubicBezTo>
                  <a:cubicBezTo>
                    <a:pt x="39" y="56"/>
                    <a:pt x="40" y="54"/>
                    <a:pt x="42" y="52"/>
                  </a:cubicBezTo>
                  <a:cubicBezTo>
                    <a:pt x="43" y="50"/>
                    <a:pt x="43" y="47"/>
                    <a:pt x="43" y="44"/>
                  </a:cubicBezTo>
                  <a:cubicBezTo>
                    <a:pt x="43" y="41"/>
                    <a:pt x="43" y="38"/>
                    <a:pt x="41" y="36"/>
                  </a:cubicBezTo>
                  <a:cubicBezTo>
                    <a:pt x="40" y="34"/>
                    <a:pt x="38" y="33"/>
                    <a:pt x="36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5" name="îŝ1íḑê"/>
            <p:cNvSpPr/>
            <p:nvPr/>
          </p:nvSpPr>
          <p:spPr bwMode="auto">
            <a:xfrm>
              <a:off x="11470631" y="855697"/>
              <a:ext cx="24190" cy="60269"/>
            </a:xfrm>
            <a:custGeom>
              <a:avLst/>
              <a:gdLst>
                <a:gd name="T0" fmla="*/ 19 w 25"/>
                <a:gd name="T1" fmla="*/ 52 h 61"/>
                <a:gd name="T2" fmla="*/ 18 w 25"/>
                <a:gd name="T3" fmla="*/ 45 h 61"/>
                <a:gd name="T4" fmla="*/ 18 w 25"/>
                <a:gd name="T5" fmla="*/ 0 h 61"/>
                <a:gd name="T6" fmla="*/ 15 w 25"/>
                <a:gd name="T7" fmla="*/ 0 h 61"/>
                <a:gd name="T8" fmla="*/ 0 w 25"/>
                <a:gd name="T9" fmla="*/ 1 h 61"/>
                <a:gd name="T10" fmla="*/ 0 w 25"/>
                <a:gd name="T11" fmla="*/ 4 h 61"/>
                <a:gd name="T12" fmla="*/ 4 w 25"/>
                <a:gd name="T13" fmla="*/ 5 h 61"/>
                <a:gd name="T14" fmla="*/ 7 w 25"/>
                <a:gd name="T15" fmla="*/ 7 h 61"/>
                <a:gd name="T16" fmla="*/ 7 w 25"/>
                <a:gd name="T17" fmla="*/ 11 h 61"/>
                <a:gd name="T18" fmla="*/ 8 w 25"/>
                <a:gd name="T19" fmla="*/ 18 h 61"/>
                <a:gd name="T20" fmla="*/ 8 w 25"/>
                <a:gd name="T21" fmla="*/ 45 h 61"/>
                <a:gd name="T22" fmla="*/ 7 w 25"/>
                <a:gd name="T23" fmla="*/ 52 h 61"/>
                <a:gd name="T24" fmla="*/ 6 w 25"/>
                <a:gd name="T25" fmla="*/ 55 h 61"/>
                <a:gd name="T26" fmla="*/ 4 w 25"/>
                <a:gd name="T27" fmla="*/ 56 h 61"/>
                <a:gd name="T28" fmla="*/ 1 w 25"/>
                <a:gd name="T29" fmla="*/ 57 h 61"/>
                <a:gd name="T30" fmla="*/ 1 w 25"/>
                <a:gd name="T31" fmla="*/ 61 h 61"/>
                <a:gd name="T32" fmla="*/ 25 w 25"/>
                <a:gd name="T33" fmla="*/ 61 h 61"/>
                <a:gd name="T34" fmla="*/ 25 w 25"/>
                <a:gd name="T35" fmla="*/ 57 h 61"/>
                <a:gd name="T36" fmla="*/ 21 w 25"/>
                <a:gd name="T37" fmla="*/ 56 h 61"/>
                <a:gd name="T38" fmla="*/ 19 w 25"/>
                <a:gd name="T39" fmla="*/ 5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61">
                  <a:moveTo>
                    <a:pt x="19" y="52"/>
                  </a:moveTo>
                  <a:cubicBezTo>
                    <a:pt x="19" y="51"/>
                    <a:pt x="18" y="48"/>
                    <a:pt x="18" y="4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3" y="5"/>
                    <a:pt x="4" y="5"/>
                  </a:cubicBezTo>
                  <a:cubicBezTo>
                    <a:pt x="5" y="6"/>
                    <a:pt x="6" y="6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8" y="13"/>
                    <a:pt x="8" y="15"/>
                    <a:pt x="8" y="1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8"/>
                    <a:pt x="7" y="50"/>
                    <a:pt x="7" y="52"/>
                  </a:cubicBezTo>
                  <a:cubicBezTo>
                    <a:pt x="7" y="53"/>
                    <a:pt x="7" y="54"/>
                    <a:pt x="6" y="55"/>
                  </a:cubicBezTo>
                  <a:cubicBezTo>
                    <a:pt x="6" y="55"/>
                    <a:pt x="5" y="56"/>
                    <a:pt x="4" y="56"/>
                  </a:cubicBezTo>
                  <a:cubicBezTo>
                    <a:pt x="4" y="57"/>
                    <a:pt x="2" y="57"/>
                    <a:pt x="1" y="5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3" y="57"/>
                    <a:pt x="22" y="56"/>
                    <a:pt x="21" y="56"/>
                  </a:cubicBezTo>
                  <a:cubicBezTo>
                    <a:pt x="20" y="55"/>
                    <a:pt x="19" y="54"/>
                    <a:pt x="19" y="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6" name="ísḷídê"/>
            <p:cNvSpPr/>
            <p:nvPr/>
          </p:nvSpPr>
          <p:spPr bwMode="auto">
            <a:xfrm>
              <a:off x="11477191" y="831917"/>
              <a:ext cx="11890" cy="11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7" name="íšľîḑè"/>
            <p:cNvSpPr/>
            <p:nvPr/>
          </p:nvSpPr>
          <p:spPr bwMode="auto">
            <a:xfrm>
              <a:off x="11502610" y="840527"/>
              <a:ext cx="40590" cy="76669"/>
            </a:xfrm>
            <a:custGeom>
              <a:avLst/>
              <a:gdLst>
                <a:gd name="T0" fmla="*/ 34 w 42"/>
                <a:gd name="T1" fmla="*/ 68 h 77"/>
                <a:gd name="T2" fmla="*/ 30 w 42"/>
                <a:gd name="T3" fmla="*/ 69 h 77"/>
                <a:gd name="T4" fmla="*/ 25 w 42"/>
                <a:gd name="T5" fmla="*/ 68 h 77"/>
                <a:gd name="T6" fmla="*/ 22 w 42"/>
                <a:gd name="T7" fmla="*/ 65 h 77"/>
                <a:gd name="T8" fmla="*/ 20 w 42"/>
                <a:gd name="T9" fmla="*/ 60 h 77"/>
                <a:gd name="T10" fmla="*/ 20 w 42"/>
                <a:gd name="T11" fmla="*/ 50 h 77"/>
                <a:gd name="T12" fmla="*/ 20 w 42"/>
                <a:gd name="T13" fmla="*/ 22 h 77"/>
                <a:gd name="T14" fmla="*/ 40 w 42"/>
                <a:gd name="T15" fmla="*/ 22 h 77"/>
                <a:gd name="T16" fmla="*/ 40 w 42"/>
                <a:gd name="T17" fmla="*/ 16 h 77"/>
                <a:gd name="T18" fmla="*/ 20 w 42"/>
                <a:gd name="T19" fmla="*/ 16 h 77"/>
                <a:gd name="T20" fmla="*/ 20 w 42"/>
                <a:gd name="T21" fmla="*/ 0 h 77"/>
                <a:gd name="T22" fmla="*/ 11 w 42"/>
                <a:gd name="T23" fmla="*/ 0 h 77"/>
                <a:gd name="T24" fmla="*/ 9 w 42"/>
                <a:gd name="T25" fmla="*/ 9 h 77"/>
                <a:gd name="T26" fmla="*/ 8 w 42"/>
                <a:gd name="T27" fmla="*/ 14 h 77"/>
                <a:gd name="T28" fmla="*/ 5 w 42"/>
                <a:gd name="T29" fmla="*/ 17 h 77"/>
                <a:gd name="T30" fmla="*/ 0 w 42"/>
                <a:gd name="T31" fmla="*/ 19 h 77"/>
                <a:gd name="T32" fmla="*/ 0 w 42"/>
                <a:gd name="T33" fmla="*/ 22 h 77"/>
                <a:gd name="T34" fmla="*/ 9 w 42"/>
                <a:gd name="T35" fmla="*/ 22 h 77"/>
                <a:gd name="T36" fmla="*/ 9 w 42"/>
                <a:gd name="T37" fmla="*/ 57 h 77"/>
                <a:gd name="T38" fmla="*/ 13 w 42"/>
                <a:gd name="T39" fmla="*/ 72 h 77"/>
                <a:gd name="T40" fmla="*/ 25 w 42"/>
                <a:gd name="T41" fmla="*/ 77 h 77"/>
                <a:gd name="T42" fmla="*/ 33 w 42"/>
                <a:gd name="T43" fmla="*/ 75 h 77"/>
                <a:gd name="T44" fmla="*/ 42 w 42"/>
                <a:gd name="T45" fmla="*/ 68 h 77"/>
                <a:gd name="T46" fmla="*/ 39 w 42"/>
                <a:gd name="T47" fmla="*/ 65 h 77"/>
                <a:gd name="T48" fmla="*/ 34 w 42"/>
                <a:gd name="T4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" h="77">
                  <a:moveTo>
                    <a:pt x="34" y="68"/>
                  </a:moveTo>
                  <a:cubicBezTo>
                    <a:pt x="33" y="69"/>
                    <a:pt x="31" y="69"/>
                    <a:pt x="30" y="69"/>
                  </a:cubicBezTo>
                  <a:cubicBezTo>
                    <a:pt x="28" y="69"/>
                    <a:pt x="26" y="69"/>
                    <a:pt x="25" y="68"/>
                  </a:cubicBezTo>
                  <a:cubicBezTo>
                    <a:pt x="24" y="67"/>
                    <a:pt x="23" y="67"/>
                    <a:pt x="22" y="65"/>
                  </a:cubicBezTo>
                  <a:cubicBezTo>
                    <a:pt x="21" y="64"/>
                    <a:pt x="21" y="62"/>
                    <a:pt x="20" y="60"/>
                  </a:cubicBezTo>
                  <a:cubicBezTo>
                    <a:pt x="20" y="57"/>
                    <a:pt x="20" y="54"/>
                    <a:pt x="20" y="50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4"/>
                    <a:pt x="10" y="7"/>
                    <a:pt x="9" y="9"/>
                  </a:cubicBezTo>
                  <a:cubicBezTo>
                    <a:pt x="9" y="11"/>
                    <a:pt x="9" y="13"/>
                    <a:pt x="8" y="14"/>
                  </a:cubicBezTo>
                  <a:cubicBezTo>
                    <a:pt x="7" y="15"/>
                    <a:pt x="6" y="16"/>
                    <a:pt x="5" y="17"/>
                  </a:cubicBezTo>
                  <a:cubicBezTo>
                    <a:pt x="3" y="18"/>
                    <a:pt x="2" y="18"/>
                    <a:pt x="0" y="19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64"/>
                    <a:pt x="10" y="69"/>
                    <a:pt x="13" y="72"/>
                  </a:cubicBezTo>
                  <a:cubicBezTo>
                    <a:pt x="16" y="75"/>
                    <a:pt x="20" y="77"/>
                    <a:pt x="25" y="77"/>
                  </a:cubicBezTo>
                  <a:cubicBezTo>
                    <a:pt x="28" y="77"/>
                    <a:pt x="30" y="76"/>
                    <a:pt x="33" y="75"/>
                  </a:cubicBezTo>
                  <a:cubicBezTo>
                    <a:pt x="36" y="73"/>
                    <a:pt x="39" y="71"/>
                    <a:pt x="42" y="68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7" y="66"/>
                    <a:pt x="36" y="67"/>
                    <a:pt x="34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58" name="ïṡ1ïḋê"/>
            <p:cNvSpPr/>
            <p:nvPr/>
          </p:nvSpPr>
          <p:spPr bwMode="auto">
            <a:xfrm>
              <a:off x="11543200" y="856517"/>
              <a:ext cx="61499" cy="86509"/>
            </a:xfrm>
            <a:custGeom>
              <a:avLst/>
              <a:gdLst>
                <a:gd name="T0" fmla="*/ 40 w 63"/>
                <a:gd name="T1" fmla="*/ 0 h 87"/>
                <a:gd name="T2" fmla="*/ 40 w 63"/>
                <a:gd name="T3" fmla="*/ 3 h 87"/>
                <a:gd name="T4" fmla="*/ 45 w 63"/>
                <a:gd name="T5" fmla="*/ 5 h 87"/>
                <a:gd name="T6" fmla="*/ 46 w 63"/>
                <a:gd name="T7" fmla="*/ 9 h 87"/>
                <a:gd name="T8" fmla="*/ 46 w 63"/>
                <a:gd name="T9" fmla="*/ 13 h 87"/>
                <a:gd name="T10" fmla="*/ 44 w 63"/>
                <a:gd name="T11" fmla="*/ 18 h 87"/>
                <a:gd name="T12" fmla="*/ 32 w 63"/>
                <a:gd name="T13" fmla="*/ 48 h 87"/>
                <a:gd name="T14" fmla="*/ 21 w 63"/>
                <a:gd name="T15" fmla="*/ 16 h 87"/>
                <a:gd name="T16" fmla="*/ 19 w 63"/>
                <a:gd name="T17" fmla="*/ 12 h 87"/>
                <a:gd name="T18" fmla="*/ 19 w 63"/>
                <a:gd name="T19" fmla="*/ 8 h 87"/>
                <a:gd name="T20" fmla="*/ 19 w 63"/>
                <a:gd name="T21" fmla="*/ 6 h 87"/>
                <a:gd name="T22" fmla="*/ 21 w 63"/>
                <a:gd name="T23" fmla="*/ 4 h 87"/>
                <a:gd name="T24" fmla="*/ 25 w 63"/>
                <a:gd name="T25" fmla="*/ 3 h 87"/>
                <a:gd name="T26" fmla="*/ 25 w 63"/>
                <a:gd name="T27" fmla="*/ 0 h 87"/>
                <a:gd name="T28" fmla="*/ 0 w 63"/>
                <a:gd name="T29" fmla="*/ 0 h 87"/>
                <a:gd name="T30" fmla="*/ 0 w 63"/>
                <a:gd name="T31" fmla="*/ 3 h 87"/>
                <a:gd name="T32" fmla="*/ 3 w 63"/>
                <a:gd name="T33" fmla="*/ 4 h 87"/>
                <a:gd name="T34" fmla="*/ 6 w 63"/>
                <a:gd name="T35" fmla="*/ 7 h 87"/>
                <a:gd name="T36" fmla="*/ 8 w 63"/>
                <a:gd name="T37" fmla="*/ 13 h 87"/>
                <a:gd name="T38" fmla="*/ 26 w 63"/>
                <a:gd name="T39" fmla="*/ 61 h 87"/>
                <a:gd name="T40" fmla="*/ 21 w 63"/>
                <a:gd name="T41" fmla="*/ 70 h 87"/>
                <a:gd name="T42" fmla="*/ 17 w 63"/>
                <a:gd name="T43" fmla="*/ 75 h 87"/>
                <a:gd name="T44" fmla="*/ 14 w 63"/>
                <a:gd name="T45" fmla="*/ 78 h 87"/>
                <a:gd name="T46" fmla="*/ 11 w 63"/>
                <a:gd name="T47" fmla="*/ 78 h 87"/>
                <a:gd name="T48" fmla="*/ 8 w 63"/>
                <a:gd name="T49" fmla="*/ 77 h 87"/>
                <a:gd name="T50" fmla="*/ 6 w 63"/>
                <a:gd name="T51" fmla="*/ 74 h 87"/>
                <a:gd name="T52" fmla="*/ 0 w 63"/>
                <a:gd name="T53" fmla="*/ 74 h 87"/>
                <a:gd name="T54" fmla="*/ 0 w 63"/>
                <a:gd name="T55" fmla="*/ 86 h 87"/>
                <a:gd name="T56" fmla="*/ 8 w 63"/>
                <a:gd name="T57" fmla="*/ 87 h 87"/>
                <a:gd name="T58" fmla="*/ 17 w 63"/>
                <a:gd name="T59" fmla="*/ 84 h 87"/>
                <a:gd name="T60" fmla="*/ 24 w 63"/>
                <a:gd name="T61" fmla="*/ 77 h 87"/>
                <a:gd name="T62" fmla="*/ 31 w 63"/>
                <a:gd name="T63" fmla="*/ 65 h 87"/>
                <a:gd name="T64" fmla="*/ 54 w 63"/>
                <a:gd name="T65" fmla="*/ 14 h 87"/>
                <a:gd name="T66" fmla="*/ 57 w 63"/>
                <a:gd name="T67" fmla="*/ 8 h 87"/>
                <a:gd name="T68" fmla="*/ 60 w 63"/>
                <a:gd name="T69" fmla="*/ 4 h 87"/>
                <a:gd name="T70" fmla="*/ 63 w 63"/>
                <a:gd name="T71" fmla="*/ 3 h 87"/>
                <a:gd name="T72" fmla="*/ 63 w 63"/>
                <a:gd name="T73" fmla="*/ 0 h 87"/>
                <a:gd name="T74" fmla="*/ 40 w 63"/>
                <a:gd name="T75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" h="87">
                  <a:moveTo>
                    <a:pt x="40" y="0"/>
                  </a:moveTo>
                  <a:cubicBezTo>
                    <a:pt x="40" y="3"/>
                    <a:pt x="40" y="3"/>
                    <a:pt x="40" y="3"/>
                  </a:cubicBezTo>
                  <a:cubicBezTo>
                    <a:pt x="42" y="3"/>
                    <a:pt x="44" y="4"/>
                    <a:pt x="45" y="5"/>
                  </a:cubicBezTo>
                  <a:cubicBezTo>
                    <a:pt x="46" y="6"/>
                    <a:pt x="46" y="7"/>
                    <a:pt x="46" y="9"/>
                  </a:cubicBezTo>
                  <a:cubicBezTo>
                    <a:pt x="46" y="10"/>
                    <a:pt x="46" y="12"/>
                    <a:pt x="46" y="13"/>
                  </a:cubicBezTo>
                  <a:cubicBezTo>
                    <a:pt x="45" y="14"/>
                    <a:pt x="45" y="16"/>
                    <a:pt x="44" y="1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5"/>
                    <a:pt x="20" y="13"/>
                    <a:pt x="19" y="12"/>
                  </a:cubicBezTo>
                  <a:cubicBezTo>
                    <a:pt x="19" y="11"/>
                    <a:pt x="19" y="10"/>
                    <a:pt x="19" y="8"/>
                  </a:cubicBezTo>
                  <a:cubicBezTo>
                    <a:pt x="19" y="7"/>
                    <a:pt x="19" y="6"/>
                    <a:pt x="19" y="6"/>
                  </a:cubicBezTo>
                  <a:cubicBezTo>
                    <a:pt x="20" y="5"/>
                    <a:pt x="20" y="5"/>
                    <a:pt x="21" y="4"/>
                  </a:cubicBezTo>
                  <a:cubicBezTo>
                    <a:pt x="22" y="4"/>
                    <a:pt x="23" y="3"/>
                    <a:pt x="25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3" y="4"/>
                    <a:pt x="3" y="4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6" y="8"/>
                    <a:pt x="7" y="10"/>
                    <a:pt x="8" y="13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4" y="64"/>
                    <a:pt x="23" y="67"/>
                    <a:pt x="21" y="70"/>
                  </a:cubicBezTo>
                  <a:cubicBezTo>
                    <a:pt x="20" y="72"/>
                    <a:pt x="18" y="74"/>
                    <a:pt x="17" y="75"/>
                  </a:cubicBezTo>
                  <a:cubicBezTo>
                    <a:pt x="16" y="76"/>
                    <a:pt x="15" y="77"/>
                    <a:pt x="14" y="78"/>
                  </a:cubicBezTo>
                  <a:cubicBezTo>
                    <a:pt x="13" y="78"/>
                    <a:pt x="12" y="78"/>
                    <a:pt x="11" y="78"/>
                  </a:cubicBezTo>
                  <a:cubicBezTo>
                    <a:pt x="10" y="78"/>
                    <a:pt x="8" y="78"/>
                    <a:pt x="8" y="77"/>
                  </a:cubicBezTo>
                  <a:cubicBezTo>
                    <a:pt x="7" y="77"/>
                    <a:pt x="6" y="75"/>
                    <a:pt x="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" y="87"/>
                    <a:pt x="6" y="87"/>
                    <a:pt x="8" y="87"/>
                  </a:cubicBezTo>
                  <a:cubicBezTo>
                    <a:pt x="12" y="87"/>
                    <a:pt x="15" y="86"/>
                    <a:pt x="17" y="84"/>
                  </a:cubicBezTo>
                  <a:cubicBezTo>
                    <a:pt x="20" y="83"/>
                    <a:pt x="22" y="80"/>
                    <a:pt x="24" y="77"/>
                  </a:cubicBezTo>
                  <a:cubicBezTo>
                    <a:pt x="27" y="74"/>
                    <a:pt x="29" y="70"/>
                    <a:pt x="31" y="65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1"/>
                    <a:pt x="56" y="9"/>
                    <a:pt x="57" y="8"/>
                  </a:cubicBezTo>
                  <a:cubicBezTo>
                    <a:pt x="58" y="6"/>
                    <a:pt x="59" y="5"/>
                    <a:pt x="60" y="4"/>
                  </a:cubicBezTo>
                  <a:cubicBezTo>
                    <a:pt x="60" y="4"/>
                    <a:pt x="62" y="3"/>
                    <a:pt x="63" y="3"/>
                  </a:cubicBezTo>
                  <a:cubicBezTo>
                    <a:pt x="63" y="0"/>
                    <a:pt x="63" y="0"/>
                    <a:pt x="6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sľíḓ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Sľîḍe"/>
          <p:cNvSpPr>
            <a:spLocks noGrp="1"/>
          </p:cNvSpPr>
          <p:nvPr>
            <p:ph type="title"/>
          </p:nvPr>
        </p:nvSpPr>
        <p:spPr>
          <a:xfrm>
            <a:off x="0" y="0"/>
            <a:ext cx="972756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研究背景与科学问题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íṣľiḍê"/>
          <p:cNvSpPr>
            <a:spLocks noGrp="1"/>
          </p:cNvSpPr>
          <p:nvPr>
            <p:ph type="sldNum" sz="quarter" idx="12"/>
          </p:nvPr>
        </p:nvSpPr>
        <p:spPr>
          <a:xfrm>
            <a:off x="8609964" y="601567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497965" y="1358900"/>
            <a:ext cx="8229600" cy="3600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厂站网一体化感知面临三大核心矛盾：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280160" y="1188720"/>
            <a:ext cx="3127615" cy="43256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2514745" y="1463072"/>
            <a:ext cx="658445" cy="741513"/>
          </a:xfrm>
          <a:prstGeom prst="ellipse">
            <a:avLst/>
          </a:prstGeom>
          <a:solidFill>
            <a:srgbClr val="87111D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2514745" y="1463072"/>
            <a:ext cx="658445" cy="7415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499642" y="2286129"/>
            <a:ext cx="2688652" cy="6172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耦合系统可预测性边界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499642" y="2889704"/>
            <a:ext cx="2688652" cy="2162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合流制排水系统中，厂前进水受管网汇流、泵站调度、降雨入渗与初期冲刷等多过程非线性耦合作用，流量与水质在数小时内可成倍波动，其时空演化规律与超前预测的物理边界尚不清晰</a:t>
            </a: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1345700" y="1188720"/>
            <a:ext cx="2995774" cy="91451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4627257" y="1188720"/>
            <a:ext cx="3127615" cy="43256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5861842" y="1463072"/>
            <a:ext cx="658445" cy="741513"/>
          </a:xfrm>
          <a:prstGeom prst="ellipse">
            <a:avLst/>
          </a:prstGeom>
          <a:solidFill>
            <a:srgbClr val="87111D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5861842" y="1463072"/>
            <a:ext cx="658445" cy="7415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4846739" y="2286129"/>
            <a:ext cx="2688652" cy="6172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数据稀缺下的可信验证</a:t>
            </a:r>
            <a:endParaRPr lang="en-US" sz="14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4846739" y="2889704"/>
            <a:ext cx="2688652" cy="2162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实际工程中厂-网-雨一体化时序数据普遍难以获取，赛题仅提供泵站静态骨架而无运行真值，如何在缺乏目标场景实测数据的约束下，构建「真实代理验证+参数化模拟」的可信证据链。</a:t>
            </a:r>
            <a:endParaRPr lang="en-US" dirty="0"/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4692797" y="1188720"/>
            <a:ext cx="2995774" cy="91451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7974354" y="1188720"/>
            <a:ext cx="3127615" cy="43256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9208939" y="1463072"/>
            <a:ext cx="658445" cy="741513"/>
          </a:xfrm>
          <a:prstGeom prst="ellipse">
            <a:avLst/>
          </a:prstGeom>
          <a:solidFill>
            <a:srgbClr val="87111D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9208939" y="1463072"/>
            <a:ext cx="658445" cy="7415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8193836" y="2286129"/>
            <a:ext cx="2688652" cy="6172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极端工况泛化与闭环衔接</a:t>
            </a:r>
            <a:endParaRPr lang="en-US" sz="14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8193836" y="2889704"/>
            <a:ext cx="2688652" cy="2162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极端暴雨事件属于典型小样本分布外场景，数据驱动模型易系统性低估洪峰；超前预测结果如何转化为满足管网水力约束、可工程落地的泵站协同调控策略</a:t>
            </a: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00" dirty="0"/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8039894" y="1188720"/>
            <a:ext cx="2995774" cy="91451"/>
          </a:xfrm>
          <a:prstGeom prst="rect">
            <a:avLst/>
          </a:prstGeom>
          <a:solidFill>
            <a:srgbClr val="87111D"/>
          </a:solidFill>
        </p:spPr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578340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zh-CN" altLang="en-US" sz="400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研究意义</a:t>
            </a:r>
            <a:endParaRPr lang="zh-CN" altLang="en-US" sz="400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323850" y="1525028"/>
            <a:ext cx="5557924" cy="20680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582358" y="1848163"/>
            <a:ext cx="581643" cy="581643"/>
          </a:xfrm>
          <a:prstGeom prst="ellipse">
            <a:avLst/>
          </a:prstGeom>
          <a:solidFill>
            <a:srgbClr val="D4A574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582358" y="1848163"/>
            <a:ext cx="581643" cy="5816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357882" y="1783536"/>
            <a:ext cx="4265384" cy="517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丰富超前感知理论体系</a:t>
            </a:r>
            <a:endParaRPr lang="en-US" sz="24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1357882" y="2365179"/>
            <a:ext cx="4265384" cy="1034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系统揭示上游管网液位、泵站运行与降雨信号对厂前进水的领先传导规律，量化不同提前量下进水流量与水质负荷的可预测性边界</a:t>
            </a: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323850" y="1602580"/>
            <a:ext cx="64627" cy="19129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204909" y="1525028"/>
            <a:ext cx="5557924" cy="20680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6463417" y="1848163"/>
            <a:ext cx="581643" cy="581643"/>
          </a:xfrm>
          <a:prstGeom prst="ellipse">
            <a:avLst/>
          </a:prstGeom>
          <a:solidFill>
            <a:srgbClr val="D4A574"/>
          </a:solidFill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6463417" y="1848163"/>
            <a:ext cx="581643" cy="5816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7238942" y="1783536"/>
            <a:ext cx="4265384" cy="517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实现运行模式升级</a:t>
            </a:r>
            <a:endParaRPr lang="en-US" sz="240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7238942" y="2365179"/>
            <a:ext cx="4265384" cy="1034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构建超前1~3小时预测模型，为工艺运行调整预留宝贵准备窗口，通过雨前预抽空、错峰进厂等策略降低冲击负荷扰动</a:t>
            </a: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00" dirty="0"/>
          </a:p>
        </p:txBody>
      </p:sp>
      <p:sp>
        <p:nvSpPr>
          <p:cNvPr id="18" name="Shape 16"/>
          <p:cNvSpPr/>
          <p:nvPr>
            <p:custDataLst>
              <p:tags r:id="rId12"/>
            </p:custDataLst>
          </p:nvPr>
        </p:nvSpPr>
        <p:spPr>
          <a:xfrm>
            <a:off x="6204909" y="1602580"/>
            <a:ext cx="64627" cy="19129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323850" y="3851601"/>
            <a:ext cx="5557924" cy="20680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582358" y="4174736"/>
            <a:ext cx="581643" cy="581643"/>
          </a:xfrm>
          <a:prstGeom prst="ellipse">
            <a:avLst/>
          </a:prstGeom>
          <a:solidFill>
            <a:srgbClr val="D4A574"/>
          </a:solidFill>
        </p:spPr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582358" y="4174736"/>
            <a:ext cx="581643" cy="5816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1357882" y="4110109"/>
            <a:ext cx="4265384" cy="517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提升系统减灾能力</a:t>
            </a:r>
            <a:endParaRPr lang="en-US" sz="2400" dirty="0"/>
          </a:p>
        </p:txBody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1357630" y="4627245"/>
            <a:ext cx="4265295" cy="1098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打破管网与污水厂各自为政的管理壁垒，通过上游泵站群错峰调度与调蓄容积优化利用，不新增硬件投资提升削峰填谷能力</a:t>
            </a: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00" dirty="0"/>
          </a:p>
        </p:txBody>
      </p:sp>
      <p:sp>
        <p:nvSpPr>
          <p:cNvPr id="24" name="Shape 22"/>
          <p:cNvSpPr/>
          <p:nvPr>
            <p:custDataLst>
              <p:tags r:id="rId18"/>
            </p:custDataLst>
          </p:nvPr>
        </p:nvSpPr>
        <p:spPr>
          <a:xfrm>
            <a:off x="323850" y="3929153"/>
            <a:ext cx="64627" cy="19129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6204909" y="3851601"/>
            <a:ext cx="5557924" cy="20680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>
            <p:custDataLst>
              <p:tags r:id="rId20"/>
            </p:custDataLst>
          </p:nvPr>
        </p:nvSpPr>
        <p:spPr>
          <a:xfrm>
            <a:off x="6463417" y="4174736"/>
            <a:ext cx="581643" cy="581643"/>
          </a:xfrm>
          <a:prstGeom prst="ellipse">
            <a:avLst/>
          </a:prstGeom>
          <a:solidFill>
            <a:srgbClr val="D4A574"/>
          </a:solidFill>
        </p:spPr>
      </p:sp>
      <p:sp>
        <p:nvSpPr>
          <p:cNvPr id="27" name="Text 25"/>
          <p:cNvSpPr/>
          <p:nvPr>
            <p:custDataLst>
              <p:tags r:id="rId21"/>
            </p:custDataLst>
          </p:nvPr>
        </p:nvSpPr>
        <p:spPr>
          <a:xfrm>
            <a:off x="6463417" y="4174736"/>
            <a:ext cx="581643" cy="5816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>
            <p:custDataLst>
              <p:tags r:id="rId22"/>
            </p:custDataLst>
          </p:nvPr>
        </p:nvSpPr>
        <p:spPr>
          <a:xfrm>
            <a:off x="7238942" y="4110109"/>
            <a:ext cx="4265384" cy="517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建立可信建模范式</a:t>
            </a:r>
            <a:endParaRPr lang="en-US" sz="2400" dirty="0"/>
          </a:p>
        </p:txBody>
      </p:sp>
      <p:sp>
        <p:nvSpPr>
          <p:cNvPr id="29" name="Text 27"/>
          <p:cNvSpPr/>
          <p:nvPr>
            <p:custDataLst>
              <p:tags r:id="rId23"/>
            </p:custDataLst>
          </p:nvPr>
        </p:nvSpPr>
        <p:spPr>
          <a:xfrm>
            <a:off x="7239577" y="4567292"/>
            <a:ext cx="4265384" cy="1034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通过国际公开真实数据集验证方法有效性、再迁移至目标场景的技术路线，为数据约束下的水务AI建模提供可复制方法学参考</a:t>
            </a: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00" dirty="0"/>
          </a:p>
        </p:txBody>
      </p:sp>
      <p:sp>
        <p:nvSpPr>
          <p:cNvPr id="30" name="Shape 28"/>
          <p:cNvSpPr/>
          <p:nvPr>
            <p:custDataLst>
              <p:tags r:id="rId24"/>
            </p:custDataLst>
          </p:nvPr>
        </p:nvSpPr>
        <p:spPr>
          <a:xfrm>
            <a:off x="6204909" y="3929153"/>
            <a:ext cx="64627" cy="1912960"/>
          </a:xfrm>
          <a:prstGeom prst="rect">
            <a:avLst/>
          </a:prstGeom>
          <a:solidFill>
            <a:srgbClr val="87111D"/>
          </a:solid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9" grpId="1"/>
      <p:bldP spid="10" grpId="1"/>
      <p:bldP spid="11" grpId="1"/>
      <p:bldP spid="15" grpId="0"/>
      <p:bldP spid="16" grpId="0"/>
      <p:bldP spid="17" grpId="0"/>
      <p:bldP spid="15" grpId="1"/>
      <p:bldP spid="16" grpId="1"/>
      <p:bldP spid="17" grpId="1"/>
      <p:bldP spid="21" grpId="0"/>
      <p:bldP spid="22" grpId="0"/>
      <p:bldP spid="23" grpId="0"/>
      <p:bldP spid="21" grpId="1"/>
      <p:bldP spid="22" grpId="1"/>
      <p:bldP spid="23" grpId="1"/>
      <p:bldP spid="27" grpId="0"/>
      <p:bldP spid="28" grpId="0"/>
      <p:bldP spid="29" grpId="0"/>
      <p:bldP spid="27" grpId="1"/>
      <p:bldP spid="28" grpId="1"/>
      <p:bldP spid="2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269730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sz="4000">
                <a:solidFill>
                  <a:schemeClr val="bg1"/>
                </a:solidFill>
                <a:sym typeface="+mn-ea"/>
              </a:rPr>
              <a:t>问题背景</a:t>
            </a:r>
            <a:r>
              <a:rPr lang="zh-CN" sz="4000">
                <a:solidFill>
                  <a:schemeClr val="bg1"/>
                </a:solidFill>
                <a:sym typeface="+mn-ea"/>
              </a:rPr>
              <a:t>：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国内外研究进展现状</a:t>
            </a:r>
            <a:endParaRPr lang="zh-CN" altLang="en-US" sz="4000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388985" y="6338570"/>
            <a:ext cx="3569970" cy="222885"/>
          </a:xfrm>
        </p:spPr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29" name="ïṣľidè"/>
          <p:cNvSpPr/>
          <p:nvPr>
            <p:custDataLst>
              <p:tags r:id="rId1"/>
            </p:custDataLst>
          </p:nvPr>
        </p:nvSpPr>
        <p:spPr>
          <a:xfrm>
            <a:off x="704850" y="2204720"/>
            <a:ext cx="3151505" cy="4018280"/>
          </a:xfrm>
          <a:prstGeom prst="roundRect">
            <a:avLst>
              <a:gd name="adj" fmla="val 86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lnSpcReduction="20000"/>
          </a:bodyPr>
          <a:lstStyle/>
          <a:p>
            <a:pPr algn="ctr"/>
            <a:r>
              <a:rPr lang="zh-CN" altLang="en-US" sz="1600"/>
              <a:t/>
            </a:r>
            <a:endParaRPr lang="en-US" sz="1600"/>
          </a:p>
        </p:txBody>
      </p:sp>
      <p:sp>
        <p:nvSpPr>
          <p:cNvPr id="30" name="îŝḷîḍé"/>
          <p:cNvSpPr/>
          <p:nvPr>
            <p:custDataLst>
              <p:tags r:id="rId2"/>
            </p:custDataLst>
          </p:nvPr>
        </p:nvSpPr>
        <p:spPr>
          <a:xfrm>
            <a:off x="705485" y="1737995"/>
            <a:ext cx="3151505" cy="1427480"/>
          </a:xfrm>
          <a:prstGeom prst="roundRect">
            <a:avLst>
              <a:gd name="adj" fmla="val 86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 sz="1600"/>
          </a:p>
        </p:txBody>
      </p:sp>
      <p:sp>
        <p:nvSpPr>
          <p:cNvPr id="31" name="iṣļïḓe"/>
          <p:cNvSpPr/>
          <p:nvPr>
            <p:custDataLst>
              <p:tags r:id="rId3"/>
            </p:custDataLst>
          </p:nvPr>
        </p:nvSpPr>
        <p:spPr>
          <a:xfrm flipV="1">
            <a:off x="1511935" y="1464310"/>
            <a:ext cx="1431925" cy="878840"/>
          </a:xfrm>
          <a:custGeom>
            <a:avLst/>
            <a:gdLst>
              <a:gd name="connsiteX0" fmla="*/ 0 w 1187116"/>
              <a:gd name="connsiteY0" fmla="*/ 999493 h 999493"/>
              <a:gd name="connsiteX1" fmla="*/ 1187116 w 1187116"/>
              <a:gd name="connsiteY1" fmla="*/ 999493 h 999493"/>
              <a:gd name="connsiteX2" fmla="*/ 1187116 w 1187116"/>
              <a:gd name="connsiteY2" fmla="*/ 205410 h 999493"/>
              <a:gd name="connsiteX3" fmla="*/ 593558 w 1187116"/>
              <a:gd name="connsiteY3" fmla="*/ 0 h 999493"/>
              <a:gd name="connsiteX4" fmla="*/ 0 w 1187116"/>
              <a:gd name="connsiteY4" fmla="*/ 205410 h 99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7116" h="999493">
                <a:moveTo>
                  <a:pt x="0" y="999493"/>
                </a:moveTo>
                <a:lnTo>
                  <a:pt x="1187116" y="999493"/>
                </a:lnTo>
                <a:lnTo>
                  <a:pt x="1187116" y="205410"/>
                </a:lnTo>
                <a:lnTo>
                  <a:pt x="593558" y="0"/>
                </a:lnTo>
                <a:lnTo>
                  <a:pt x="0" y="205410"/>
                </a:ln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 sz="1600"/>
          </a:p>
        </p:txBody>
      </p:sp>
      <p:sp>
        <p:nvSpPr>
          <p:cNvPr id="33" name="ïşľíḑê"/>
          <p:cNvSpPr/>
          <p:nvPr>
            <p:custDataLst>
              <p:tags r:id="rId4"/>
            </p:custDataLst>
          </p:nvPr>
        </p:nvSpPr>
        <p:spPr bwMode="auto">
          <a:xfrm>
            <a:off x="705485" y="3146425"/>
            <a:ext cx="315150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</a:pPr>
            <a:endParaRPr lang="zh-CN" altLang="en-US" sz="1400">
              <a:sym typeface="+mn-ea"/>
            </a:endParaRPr>
          </a:p>
        </p:txBody>
      </p:sp>
      <p:sp>
        <p:nvSpPr>
          <p:cNvPr id="34" name="íṧḻiḍê"/>
          <p:cNvSpPr txBox="1"/>
          <p:nvPr>
            <p:custDataLst>
              <p:tags r:id="rId5"/>
            </p:custDataLst>
          </p:nvPr>
        </p:nvSpPr>
        <p:spPr bwMode="auto">
          <a:xfrm>
            <a:off x="705485" y="2421255"/>
            <a:ext cx="3151505" cy="532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进水预测模型研究进展</a:t>
            </a:r>
            <a:endParaRPr lang="en-US" altLang="zh-CN" sz="20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3" name="íśľíḋé"/>
          <p:cNvSpPr/>
          <p:nvPr>
            <p:custDataLst>
              <p:tags r:id="rId6"/>
            </p:custDataLst>
          </p:nvPr>
        </p:nvSpPr>
        <p:spPr>
          <a:xfrm>
            <a:off x="4547870" y="2216785"/>
            <a:ext cx="3151505" cy="4017645"/>
          </a:xfrm>
          <a:prstGeom prst="roundRect">
            <a:avLst>
              <a:gd name="adj" fmla="val 86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zh-CN" altLang="en-US" sz="1600"/>
              <a:t/>
            </a:r>
            <a:endParaRPr lang="en-US" sz="1600"/>
          </a:p>
        </p:txBody>
      </p:sp>
      <p:sp>
        <p:nvSpPr>
          <p:cNvPr id="24" name="ïṣļîḍè"/>
          <p:cNvSpPr/>
          <p:nvPr>
            <p:custDataLst>
              <p:tags r:id="rId7"/>
            </p:custDataLst>
          </p:nvPr>
        </p:nvSpPr>
        <p:spPr>
          <a:xfrm>
            <a:off x="4547870" y="1737995"/>
            <a:ext cx="3151505" cy="1427480"/>
          </a:xfrm>
          <a:prstGeom prst="roundRect">
            <a:avLst>
              <a:gd name="adj" fmla="val 86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 sz="1600"/>
          </a:p>
        </p:txBody>
      </p:sp>
      <p:sp>
        <p:nvSpPr>
          <p:cNvPr id="25" name="íṥļídê"/>
          <p:cNvSpPr/>
          <p:nvPr>
            <p:custDataLst>
              <p:tags r:id="rId8"/>
            </p:custDataLst>
          </p:nvPr>
        </p:nvSpPr>
        <p:spPr>
          <a:xfrm flipV="1">
            <a:off x="5353685" y="1464310"/>
            <a:ext cx="1431925" cy="878840"/>
          </a:xfrm>
          <a:custGeom>
            <a:avLst/>
            <a:gdLst>
              <a:gd name="connsiteX0" fmla="*/ 0 w 1187116"/>
              <a:gd name="connsiteY0" fmla="*/ 999493 h 999493"/>
              <a:gd name="connsiteX1" fmla="*/ 1187116 w 1187116"/>
              <a:gd name="connsiteY1" fmla="*/ 999493 h 999493"/>
              <a:gd name="connsiteX2" fmla="*/ 1187116 w 1187116"/>
              <a:gd name="connsiteY2" fmla="*/ 205410 h 999493"/>
              <a:gd name="connsiteX3" fmla="*/ 593558 w 1187116"/>
              <a:gd name="connsiteY3" fmla="*/ 0 h 999493"/>
              <a:gd name="connsiteX4" fmla="*/ 0 w 1187116"/>
              <a:gd name="connsiteY4" fmla="*/ 205410 h 99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7116" h="999493">
                <a:moveTo>
                  <a:pt x="0" y="999493"/>
                </a:moveTo>
                <a:lnTo>
                  <a:pt x="1187116" y="999493"/>
                </a:lnTo>
                <a:lnTo>
                  <a:pt x="1187116" y="205410"/>
                </a:lnTo>
                <a:lnTo>
                  <a:pt x="593558" y="0"/>
                </a:lnTo>
                <a:lnTo>
                  <a:pt x="0" y="205410"/>
                </a:ln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 sz="1600"/>
          </a:p>
        </p:txBody>
      </p:sp>
      <p:sp>
        <p:nvSpPr>
          <p:cNvPr id="27" name="ïslïḋé"/>
          <p:cNvSpPr/>
          <p:nvPr>
            <p:custDataLst>
              <p:tags r:id="rId9"/>
            </p:custDataLst>
          </p:nvPr>
        </p:nvSpPr>
        <p:spPr bwMode="auto">
          <a:xfrm>
            <a:off x="4547235" y="3146425"/>
            <a:ext cx="3151505" cy="2388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sz="1400">
              <a:sym typeface="+mn-ea"/>
            </a:endParaRPr>
          </a:p>
        </p:txBody>
      </p:sp>
      <p:sp>
        <p:nvSpPr>
          <p:cNvPr id="28" name="ïşlîḍé"/>
          <p:cNvSpPr txBox="1"/>
          <p:nvPr>
            <p:custDataLst>
              <p:tags r:id="rId10"/>
            </p:custDataLst>
          </p:nvPr>
        </p:nvSpPr>
        <p:spPr bwMode="auto">
          <a:xfrm>
            <a:off x="4547235" y="2421255"/>
            <a:ext cx="3151505" cy="532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厂网协同调控研究进展</a:t>
            </a:r>
            <a:endParaRPr lang="en-US" altLang="zh-CN" sz="20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îṩ1íḑe"/>
          <p:cNvSpPr/>
          <p:nvPr>
            <p:custDataLst>
              <p:tags r:id="rId11"/>
            </p:custDataLst>
          </p:nvPr>
        </p:nvSpPr>
        <p:spPr>
          <a:xfrm>
            <a:off x="8365490" y="2228215"/>
            <a:ext cx="3151505" cy="4017645"/>
          </a:xfrm>
          <a:prstGeom prst="roundRect">
            <a:avLst>
              <a:gd name="adj" fmla="val 86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 altLang="zh-CN" sz="1600"/>
          </a:p>
          <a:p>
            <a:pPr algn="ctr"/>
            <a:endParaRPr lang="en-US" sz="1600"/>
          </a:p>
        </p:txBody>
      </p:sp>
      <p:sp>
        <p:nvSpPr>
          <p:cNvPr id="18" name="ïsļiďê"/>
          <p:cNvSpPr/>
          <p:nvPr>
            <p:custDataLst>
              <p:tags r:id="rId12"/>
            </p:custDataLst>
          </p:nvPr>
        </p:nvSpPr>
        <p:spPr>
          <a:xfrm>
            <a:off x="8390890" y="1737995"/>
            <a:ext cx="3151505" cy="1427480"/>
          </a:xfrm>
          <a:prstGeom prst="roundRect">
            <a:avLst>
              <a:gd name="adj" fmla="val 86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 sz="1600"/>
          </a:p>
        </p:txBody>
      </p:sp>
      <p:sp>
        <p:nvSpPr>
          <p:cNvPr id="19" name="işḷïḑe"/>
          <p:cNvSpPr/>
          <p:nvPr>
            <p:custDataLst>
              <p:tags r:id="rId13"/>
            </p:custDataLst>
          </p:nvPr>
        </p:nvSpPr>
        <p:spPr>
          <a:xfrm flipV="1">
            <a:off x="9196705" y="1464310"/>
            <a:ext cx="1431925" cy="878840"/>
          </a:xfrm>
          <a:custGeom>
            <a:avLst/>
            <a:gdLst>
              <a:gd name="connsiteX0" fmla="*/ 0 w 1187116"/>
              <a:gd name="connsiteY0" fmla="*/ 999493 h 999493"/>
              <a:gd name="connsiteX1" fmla="*/ 1187116 w 1187116"/>
              <a:gd name="connsiteY1" fmla="*/ 999493 h 999493"/>
              <a:gd name="connsiteX2" fmla="*/ 1187116 w 1187116"/>
              <a:gd name="connsiteY2" fmla="*/ 205410 h 999493"/>
              <a:gd name="connsiteX3" fmla="*/ 593558 w 1187116"/>
              <a:gd name="connsiteY3" fmla="*/ 0 h 999493"/>
              <a:gd name="connsiteX4" fmla="*/ 0 w 1187116"/>
              <a:gd name="connsiteY4" fmla="*/ 205410 h 99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7116" h="999493">
                <a:moveTo>
                  <a:pt x="0" y="999493"/>
                </a:moveTo>
                <a:lnTo>
                  <a:pt x="1187116" y="999493"/>
                </a:lnTo>
                <a:lnTo>
                  <a:pt x="1187116" y="205410"/>
                </a:lnTo>
                <a:lnTo>
                  <a:pt x="593558" y="0"/>
                </a:lnTo>
                <a:lnTo>
                  <a:pt x="0" y="205410"/>
                </a:ln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 sz="1600"/>
          </a:p>
        </p:txBody>
      </p:sp>
      <p:sp>
        <p:nvSpPr>
          <p:cNvPr id="21" name="îslïďè"/>
          <p:cNvSpPr/>
          <p:nvPr>
            <p:custDataLst>
              <p:tags r:id="rId14"/>
            </p:custDataLst>
          </p:nvPr>
        </p:nvSpPr>
        <p:spPr bwMode="auto">
          <a:xfrm>
            <a:off x="8390890" y="3146425"/>
            <a:ext cx="3151505" cy="2388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</a:pPr>
            <a:endParaRPr lang="zh-CN" altLang="en-US" sz="1500"/>
          </a:p>
        </p:txBody>
      </p:sp>
      <p:sp>
        <p:nvSpPr>
          <p:cNvPr id="22" name="iŝ1iḓé"/>
          <p:cNvSpPr txBox="1"/>
          <p:nvPr>
            <p:custDataLst>
              <p:tags r:id="rId15"/>
            </p:custDataLst>
          </p:nvPr>
        </p:nvSpPr>
        <p:spPr bwMode="auto">
          <a:xfrm>
            <a:off x="8390890" y="2421255"/>
            <a:ext cx="3151505" cy="532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概率预测与不确定性量化</a:t>
            </a:r>
            <a:endParaRPr lang="en-US" altLang="zh-CN" sz="2000" b="1" dirty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3" name="图片 2" descr="presentation-analytics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918335" y="1609090"/>
            <a:ext cx="619125" cy="619125"/>
          </a:xfrm>
          <a:prstGeom prst="rect">
            <a:avLst/>
          </a:prstGeom>
        </p:spPr>
      </p:pic>
      <p:sp>
        <p:nvSpPr>
          <p:cNvPr id="7" name="ïś1íḓè"/>
          <p:cNvSpPr/>
          <p:nvPr>
            <p:custDataLst>
              <p:tags r:id="rId18"/>
            </p:custDataLst>
          </p:nvPr>
        </p:nvSpPr>
        <p:spPr bwMode="auto">
          <a:xfrm>
            <a:off x="5850255" y="1609090"/>
            <a:ext cx="440055" cy="469265"/>
          </a:xfrm>
          <a:custGeom>
            <a:avLst/>
            <a:gdLst>
              <a:gd name="connsiteX0" fmla="*/ 85725 w 381000"/>
              <a:gd name="connsiteY0" fmla="*/ 38100 h 514350"/>
              <a:gd name="connsiteX1" fmla="*/ 85725 w 381000"/>
              <a:gd name="connsiteY1" fmla="*/ 57150 h 514350"/>
              <a:gd name="connsiteX2" fmla="*/ 121920 w 381000"/>
              <a:gd name="connsiteY2" fmla="*/ 95250 h 514350"/>
              <a:gd name="connsiteX3" fmla="*/ 123825 w 381000"/>
              <a:gd name="connsiteY3" fmla="*/ 95250 h 514350"/>
              <a:gd name="connsiteX4" fmla="*/ 257175 w 381000"/>
              <a:gd name="connsiteY4" fmla="*/ 95250 h 514350"/>
              <a:gd name="connsiteX5" fmla="*/ 295275 w 381000"/>
              <a:gd name="connsiteY5" fmla="*/ 59055 h 514350"/>
              <a:gd name="connsiteX6" fmla="*/ 295275 w 381000"/>
              <a:gd name="connsiteY6" fmla="*/ 57150 h 514350"/>
              <a:gd name="connsiteX7" fmla="*/ 295275 w 381000"/>
              <a:gd name="connsiteY7" fmla="*/ 38100 h 514350"/>
              <a:gd name="connsiteX8" fmla="*/ 352425 w 381000"/>
              <a:gd name="connsiteY8" fmla="*/ 38100 h 514350"/>
              <a:gd name="connsiteX9" fmla="*/ 381000 w 381000"/>
              <a:gd name="connsiteY9" fmla="*/ 66675 h 514350"/>
              <a:gd name="connsiteX10" fmla="*/ 381000 w 381000"/>
              <a:gd name="connsiteY10" fmla="*/ 485775 h 514350"/>
              <a:gd name="connsiteX11" fmla="*/ 352425 w 381000"/>
              <a:gd name="connsiteY11" fmla="*/ 514350 h 514350"/>
              <a:gd name="connsiteX12" fmla="*/ 28575 w 381000"/>
              <a:gd name="connsiteY12" fmla="*/ 514350 h 514350"/>
              <a:gd name="connsiteX13" fmla="*/ 0 w 381000"/>
              <a:gd name="connsiteY13" fmla="*/ 485775 h 514350"/>
              <a:gd name="connsiteX14" fmla="*/ 0 w 381000"/>
              <a:gd name="connsiteY14" fmla="*/ 66675 h 514350"/>
              <a:gd name="connsiteX15" fmla="*/ 28575 w 381000"/>
              <a:gd name="connsiteY15" fmla="*/ 38100 h 514350"/>
              <a:gd name="connsiteX16" fmla="*/ 85725 w 381000"/>
              <a:gd name="connsiteY16" fmla="*/ 38100 h 514350"/>
              <a:gd name="connsiteX17" fmla="*/ 190500 w 381000"/>
              <a:gd name="connsiteY17" fmla="*/ 333375 h 514350"/>
              <a:gd name="connsiteX18" fmla="*/ 76200 w 381000"/>
              <a:gd name="connsiteY18" fmla="*/ 333375 h 514350"/>
              <a:gd name="connsiteX19" fmla="*/ 76200 w 381000"/>
              <a:gd name="connsiteY19" fmla="*/ 352425 h 514350"/>
              <a:gd name="connsiteX20" fmla="*/ 190500 w 381000"/>
              <a:gd name="connsiteY20" fmla="*/ 352425 h 514350"/>
              <a:gd name="connsiteX21" fmla="*/ 190500 w 381000"/>
              <a:gd name="connsiteY21" fmla="*/ 333375 h 514350"/>
              <a:gd name="connsiteX22" fmla="*/ 304800 w 381000"/>
              <a:gd name="connsiteY22" fmla="*/ 257175 h 514350"/>
              <a:gd name="connsiteX23" fmla="*/ 76200 w 381000"/>
              <a:gd name="connsiteY23" fmla="*/ 257175 h 514350"/>
              <a:gd name="connsiteX24" fmla="*/ 76200 w 381000"/>
              <a:gd name="connsiteY24" fmla="*/ 276225 h 514350"/>
              <a:gd name="connsiteX25" fmla="*/ 304800 w 381000"/>
              <a:gd name="connsiteY25" fmla="*/ 276225 h 514350"/>
              <a:gd name="connsiteX26" fmla="*/ 304800 w 381000"/>
              <a:gd name="connsiteY26" fmla="*/ 257175 h 514350"/>
              <a:gd name="connsiteX27" fmla="*/ 304800 w 381000"/>
              <a:gd name="connsiteY27" fmla="*/ 180975 h 514350"/>
              <a:gd name="connsiteX28" fmla="*/ 76200 w 381000"/>
              <a:gd name="connsiteY28" fmla="*/ 180975 h 514350"/>
              <a:gd name="connsiteX29" fmla="*/ 76200 w 381000"/>
              <a:gd name="connsiteY29" fmla="*/ 200025 h 514350"/>
              <a:gd name="connsiteX30" fmla="*/ 304800 w 381000"/>
              <a:gd name="connsiteY30" fmla="*/ 200025 h 514350"/>
              <a:gd name="connsiteX31" fmla="*/ 304800 w 381000"/>
              <a:gd name="connsiteY31" fmla="*/ 180975 h 514350"/>
              <a:gd name="connsiteX32" fmla="*/ 247650 w 381000"/>
              <a:gd name="connsiteY32" fmla="*/ 0 h 514350"/>
              <a:gd name="connsiteX33" fmla="*/ 276225 w 381000"/>
              <a:gd name="connsiteY33" fmla="*/ 28575 h 514350"/>
              <a:gd name="connsiteX34" fmla="*/ 276225 w 381000"/>
              <a:gd name="connsiteY34" fmla="*/ 47625 h 514350"/>
              <a:gd name="connsiteX35" fmla="*/ 247650 w 381000"/>
              <a:gd name="connsiteY35" fmla="*/ 76200 h 514350"/>
              <a:gd name="connsiteX36" fmla="*/ 133350 w 381000"/>
              <a:gd name="connsiteY36" fmla="*/ 76200 h 514350"/>
              <a:gd name="connsiteX37" fmla="*/ 104775 w 381000"/>
              <a:gd name="connsiteY37" fmla="*/ 47625 h 514350"/>
              <a:gd name="connsiteX38" fmla="*/ 104775 w 381000"/>
              <a:gd name="connsiteY38" fmla="*/ 28575 h 514350"/>
              <a:gd name="connsiteX39" fmla="*/ 133350 w 381000"/>
              <a:gd name="connsiteY39" fmla="*/ 0 h 514350"/>
              <a:gd name="connsiteX40" fmla="*/ 247650 w 381000"/>
              <a:gd name="connsiteY40" fmla="*/ 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81000" h="514350">
                <a:moveTo>
                  <a:pt x="85725" y="38100"/>
                </a:moveTo>
                <a:lnTo>
                  <a:pt x="85725" y="57150"/>
                </a:lnTo>
                <a:cubicBezTo>
                  <a:pt x="85725" y="77534"/>
                  <a:pt x="101727" y="94202"/>
                  <a:pt x="121920" y="95250"/>
                </a:cubicBezTo>
                <a:lnTo>
                  <a:pt x="123825" y="95250"/>
                </a:lnTo>
                <a:lnTo>
                  <a:pt x="257175" y="95250"/>
                </a:lnTo>
                <a:cubicBezTo>
                  <a:pt x="277559" y="95250"/>
                  <a:pt x="294227" y="79248"/>
                  <a:pt x="295275" y="59055"/>
                </a:cubicBezTo>
                <a:lnTo>
                  <a:pt x="295275" y="57150"/>
                </a:lnTo>
                <a:lnTo>
                  <a:pt x="295275" y="38100"/>
                </a:lnTo>
                <a:lnTo>
                  <a:pt x="352425" y="38100"/>
                </a:lnTo>
                <a:cubicBezTo>
                  <a:pt x="368236" y="38100"/>
                  <a:pt x="381000" y="50864"/>
                  <a:pt x="381000" y="66675"/>
                </a:cubicBezTo>
                <a:lnTo>
                  <a:pt x="381000" y="485775"/>
                </a:lnTo>
                <a:cubicBezTo>
                  <a:pt x="381000" y="501587"/>
                  <a:pt x="368236" y="514350"/>
                  <a:pt x="352425" y="514350"/>
                </a:cubicBezTo>
                <a:lnTo>
                  <a:pt x="28575" y="514350"/>
                </a:lnTo>
                <a:cubicBezTo>
                  <a:pt x="12764" y="514350"/>
                  <a:pt x="0" y="501587"/>
                  <a:pt x="0" y="485775"/>
                </a:cubicBezTo>
                <a:lnTo>
                  <a:pt x="0" y="66675"/>
                </a:lnTo>
                <a:cubicBezTo>
                  <a:pt x="0" y="50864"/>
                  <a:pt x="12764" y="38100"/>
                  <a:pt x="28575" y="38100"/>
                </a:cubicBezTo>
                <a:lnTo>
                  <a:pt x="85725" y="38100"/>
                </a:lnTo>
                <a:close/>
                <a:moveTo>
                  <a:pt x="190500" y="333375"/>
                </a:moveTo>
                <a:lnTo>
                  <a:pt x="76200" y="333375"/>
                </a:lnTo>
                <a:lnTo>
                  <a:pt x="76200" y="352425"/>
                </a:lnTo>
                <a:lnTo>
                  <a:pt x="190500" y="352425"/>
                </a:lnTo>
                <a:lnTo>
                  <a:pt x="190500" y="333375"/>
                </a:lnTo>
                <a:close/>
                <a:moveTo>
                  <a:pt x="304800" y="257175"/>
                </a:moveTo>
                <a:lnTo>
                  <a:pt x="76200" y="257175"/>
                </a:lnTo>
                <a:lnTo>
                  <a:pt x="76200" y="276225"/>
                </a:lnTo>
                <a:lnTo>
                  <a:pt x="304800" y="276225"/>
                </a:lnTo>
                <a:lnTo>
                  <a:pt x="304800" y="257175"/>
                </a:lnTo>
                <a:close/>
                <a:moveTo>
                  <a:pt x="304800" y="180975"/>
                </a:moveTo>
                <a:lnTo>
                  <a:pt x="76200" y="180975"/>
                </a:lnTo>
                <a:lnTo>
                  <a:pt x="76200" y="200025"/>
                </a:lnTo>
                <a:lnTo>
                  <a:pt x="304800" y="200025"/>
                </a:lnTo>
                <a:lnTo>
                  <a:pt x="304800" y="180975"/>
                </a:lnTo>
                <a:close/>
                <a:moveTo>
                  <a:pt x="247650" y="0"/>
                </a:moveTo>
                <a:cubicBezTo>
                  <a:pt x="263461" y="0"/>
                  <a:pt x="276225" y="12763"/>
                  <a:pt x="276225" y="28575"/>
                </a:cubicBezTo>
                <a:lnTo>
                  <a:pt x="276225" y="47625"/>
                </a:lnTo>
                <a:cubicBezTo>
                  <a:pt x="276225" y="63437"/>
                  <a:pt x="263461" y="76200"/>
                  <a:pt x="247650" y="76200"/>
                </a:cubicBezTo>
                <a:lnTo>
                  <a:pt x="133350" y="76200"/>
                </a:lnTo>
                <a:cubicBezTo>
                  <a:pt x="117539" y="76200"/>
                  <a:pt x="104775" y="63437"/>
                  <a:pt x="104775" y="47625"/>
                </a:cubicBezTo>
                <a:lnTo>
                  <a:pt x="104775" y="28575"/>
                </a:lnTo>
                <a:cubicBezTo>
                  <a:pt x="104775" y="12763"/>
                  <a:pt x="117539" y="0"/>
                  <a:pt x="133350" y="0"/>
                </a:cubicBezTo>
                <a:lnTo>
                  <a:pt x="2476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8" name="图片 7" descr="google-analytics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58020" y="1495425"/>
            <a:ext cx="709295" cy="709295"/>
          </a:xfrm>
          <a:prstGeom prst="rect">
            <a:avLst/>
          </a:prstGeom>
        </p:spPr>
      </p:pic>
      <p:sp>
        <p:nvSpPr>
          <p:cNvPr id="45" name="Text 7"/>
          <p:cNvSpPr/>
          <p:nvPr>
            <p:custDataLst>
              <p:tags r:id="rId20"/>
            </p:custDataLst>
          </p:nvPr>
        </p:nvSpPr>
        <p:spPr>
          <a:xfrm>
            <a:off x="701675" y="3279775"/>
            <a:ext cx="3154680" cy="191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Sun等(2023): LSTM多步预测，+2h NSE达0.85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Zhang等(2024): 图卷积网络(GCN)引入管网流量预测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李等(2023): </a:t>
            </a: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CEEMDAN+LightGBM，R²=0.93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endParaRPr lang="en-US" sz="1400" dirty="0"/>
          </a:p>
        </p:txBody>
      </p:sp>
      <p:sp>
        <p:nvSpPr>
          <p:cNvPr id="47" name="Text 9"/>
          <p:cNvSpPr/>
          <p:nvPr>
            <p:custDataLst>
              <p:tags r:id="rId21"/>
            </p:custDataLst>
          </p:nvPr>
        </p:nvSpPr>
        <p:spPr>
          <a:xfrm>
            <a:off x="1059180" y="5044567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4A5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研究空白</a:t>
            </a:r>
            <a:r>
              <a:rPr lang="zh-CN" altLang="en-US" sz="1600" b="1" dirty="0">
                <a:solidFill>
                  <a:srgbClr val="D4A5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1600" b="1" dirty="0">
              <a:solidFill>
                <a:srgbClr val="D4A5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Text 10"/>
          <p:cNvSpPr/>
          <p:nvPr>
            <p:custDataLst>
              <p:tags r:id="rId22"/>
            </p:custDataLst>
          </p:nvPr>
        </p:nvSpPr>
        <p:spPr>
          <a:xfrm>
            <a:off x="1050290" y="5311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多数研究依赖充足实测数据，对数据稀缺场景关注不足</a:t>
            </a:r>
            <a:endParaRPr lang="en-US" sz="1400" dirty="0"/>
          </a:p>
        </p:txBody>
      </p:sp>
      <p:sp>
        <p:nvSpPr>
          <p:cNvPr id="52" name="Text 14"/>
          <p:cNvSpPr/>
          <p:nvPr>
            <p:custDataLst>
              <p:tags r:id="rId23"/>
            </p:custDataLst>
          </p:nvPr>
        </p:nvSpPr>
        <p:spPr>
          <a:xfrm>
            <a:off x="4615180" y="3267075"/>
            <a:ext cx="2939415" cy="1777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Schütze等(2022): RTC系统综述，MPC可降低溢流风险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刘等(2023): 厂网联动调控可削减15%~25%峰值流量</a:t>
            </a:r>
            <a:endParaRPr lang="en-US" sz="1400" dirty="0"/>
          </a:p>
        </p:txBody>
      </p:sp>
      <p:sp>
        <p:nvSpPr>
          <p:cNvPr id="54" name="Text 16"/>
          <p:cNvSpPr/>
          <p:nvPr>
            <p:custDataLst>
              <p:tags r:id="rId24"/>
            </p:custDataLst>
          </p:nvPr>
        </p:nvSpPr>
        <p:spPr>
          <a:xfrm>
            <a:off x="5002530" y="5044567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4A5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研究空白</a:t>
            </a:r>
            <a:r>
              <a:rPr lang="zh-CN" altLang="en-US" sz="1400" b="1" dirty="0">
                <a:solidFill>
                  <a:srgbClr val="D4A5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1400" b="1" dirty="0">
              <a:solidFill>
                <a:srgbClr val="D4A5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5" name="Text 17"/>
          <p:cNvSpPr/>
          <p:nvPr>
            <p:custDataLst>
              <p:tags r:id="rId25"/>
            </p:custDataLst>
          </p:nvPr>
        </p:nvSpPr>
        <p:spPr>
          <a:xfrm>
            <a:off x="5003800" y="5272913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缺乏从超前预测到调控策略的完整闭环验证</a:t>
            </a:r>
            <a:endParaRPr lang="en-US" sz="1400" dirty="0"/>
          </a:p>
        </p:txBody>
      </p:sp>
      <p:sp>
        <p:nvSpPr>
          <p:cNvPr id="56" name="文本框 55"/>
          <p:cNvSpPr txBox="1"/>
          <p:nvPr/>
        </p:nvSpPr>
        <p:spPr>
          <a:xfrm>
            <a:off x="8357235" y="3647440"/>
            <a:ext cx="3221990" cy="1997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Hu等(2024): 梯度提升分位数回归的城市洪水概率预警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Zhao等(2025): 概率预测应用于出水水质预警</a:t>
            </a:r>
            <a:endParaRPr lang="en-US" altLang="en-US" sz="1400" dirty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58" name="Text 23"/>
          <p:cNvSpPr/>
          <p:nvPr>
            <p:custDataLst>
              <p:tags r:id="rId26"/>
            </p:custDataLst>
          </p:nvPr>
        </p:nvSpPr>
        <p:spPr>
          <a:xfrm>
            <a:off x="8792845" y="5044567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4A5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研究空白</a:t>
            </a:r>
            <a:r>
              <a:rPr lang="zh-CN" altLang="en-US" sz="1400" b="1" dirty="0">
                <a:solidFill>
                  <a:srgbClr val="D4A5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1400" b="1" dirty="0">
              <a:solidFill>
                <a:srgbClr val="D4A5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9" name="Text 24"/>
          <p:cNvSpPr/>
          <p:nvPr>
            <p:custDataLst>
              <p:tags r:id="rId27"/>
            </p:custDataLst>
          </p:nvPr>
        </p:nvSpPr>
        <p:spPr>
          <a:xfrm>
            <a:off x="8792845" y="5272913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概率预测在厂站网一体化场景的应用仍处起步阶段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4" grpId="0"/>
      <p:bldP spid="30" grpId="0" bldLvl="0" animBg="1"/>
      <p:bldP spid="29" grpId="0" bldLvl="0" animBg="1"/>
      <p:bldP spid="33" grpId="0"/>
      <p:bldP spid="31" grpId="1" animBg="1"/>
      <p:bldP spid="34" grpId="1"/>
      <p:bldP spid="30" grpId="1" animBg="1"/>
      <p:bldP spid="29" grpId="1" animBg="1"/>
      <p:bldP spid="33" grpId="1"/>
      <p:bldP spid="24" grpId="0" bldLvl="0" animBg="1"/>
      <p:bldP spid="25" grpId="0" bldLvl="0" animBg="1"/>
      <p:bldP spid="28" grpId="0"/>
      <p:bldP spid="23" grpId="0" bldLvl="0" animBg="1"/>
      <p:bldP spid="27" grpId="0"/>
      <p:bldP spid="24" grpId="1" animBg="1"/>
      <p:bldP spid="25" grpId="1" animBg="1"/>
      <p:bldP spid="28" grpId="1"/>
      <p:bldP spid="23" grpId="1" animBg="1"/>
      <p:bldP spid="27" grpId="1"/>
      <p:bldP spid="18" grpId="0" bldLvl="0" animBg="1"/>
      <p:bldP spid="19" grpId="0" bldLvl="0" animBg="1"/>
      <p:bldP spid="22" grpId="0"/>
      <p:bldP spid="21" grpId="0"/>
      <p:bldP spid="17" grpId="0" bldLvl="0" animBg="1"/>
      <p:bldP spid="18" grpId="1" animBg="1"/>
      <p:bldP spid="19" grpId="1" animBg="1"/>
      <p:bldP spid="22" grpId="1"/>
      <p:bldP spid="21" grpId="1"/>
      <p:bldP spid="17" grpId="1" animBg="1"/>
      <p:bldP spid="7" grpId="0" bldLvl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" y="0"/>
            <a:ext cx="883221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技术关键与</a:t>
            </a:r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技术路线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55379" y="6449378"/>
            <a:ext cx="2909888" cy="206381"/>
          </a:xfrm>
        </p:spPr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453515" y="1359535"/>
            <a:ext cx="3924935" cy="382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三大技术关键</a:t>
            </a:r>
            <a:endParaRPr lang="en-US" sz="20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376680" y="1849755"/>
            <a:ext cx="3924935" cy="12014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559560" y="1971675"/>
            <a:ext cx="3551555" cy="382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真实数据验证与模拟透明化</a:t>
            </a:r>
            <a:endParaRPr lang="en-US" sz="1200" dirty="0"/>
          </a:p>
        </p:txBody>
      </p:sp>
      <p:sp>
        <p:nvSpPr>
          <p:cNvPr id="5" name="Text 8"/>
          <p:cNvSpPr/>
          <p:nvPr>
            <p:custDataLst>
              <p:tags r:id="rId3"/>
            </p:custDataLst>
          </p:nvPr>
        </p:nvSpPr>
        <p:spPr>
          <a:xfrm>
            <a:off x="1559560" y="2313940"/>
            <a:ext cx="3551555" cy="691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方法先在国际公开真实数据集(Köln)上验证，模拟数据明确标注生成方式与参数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1376680" y="1925955"/>
            <a:ext cx="77470" cy="1072515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1376680" y="3286125"/>
            <a:ext cx="3924935" cy="12014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1559560" y="3404235"/>
            <a:ext cx="3551555" cy="382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轻量化树模型耦合水力约束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559560" y="3786505"/>
            <a:ext cx="3551555" cy="655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LightGBM分位数回归输出P10-P90概率区间，引入曼宁水力公式作物理校验层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1376680" y="3325495"/>
            <a:ext cx="76835" cy="1128395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1376680" y="4781550"/>
            <a:ext cx="3924935" cy="12014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1559560" y="4899660"/>
            <a:ext cx="3551555" cy="382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预测-预警-仿真调控闭环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559560" y="5281930"/>
            <a:ext cx="3551555" cy="655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保守P90预测建立四级预警，SWMM概化模型量化调度方案削峰效益</a:t>
            </a:r>
            <a:endParaRPr lang="en-US" sz="1400" dirty="0"/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1376680" y="4780915"/>
            <a:ext cx="76835" cy="1202055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20" name="Text 18"/>
          <p:cNvSpPr/>
          <p:nvPr/>
        </p:nvSpPr>
        <p:spPr>
          <a:xfrm>
            <a:off x="6393815" y="1213485"/>
            <a:ext cx="5040630" cy="4375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</a:t>
            </a:r>
            <a:endParaRPr lang="en-US" sz="2000" b="1" dirty="0">
              <a:solidFill>
                <a:srgbClr val="8711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3"/>
            </p:custDataLst>
          </p:nvPr>
        </p:nvSpPr>
        <p:spPr>
          <a:xfrm>
            <a:off x="7408545" y="1624965"/>
            <a:ext cx="3194685" cy="813435"/>
          </a:xfrm>
          <a:prstGeom prst="roundRect">
            <a:avLst>
              <a:gd name="adj" fmla="val 9231"/>
            </a:avLst>
          </a:prstGeom>
          <a:solidFill>
            <a:srgbClr val="87111D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>
            <p:custDataLst>
              <p:tags r:id="rId14"/>
            </p:custDataLst>
          </p:nvPr>
        </p:nvSpPr>
        <p:spPr>
          <a:xfrm>
            <a:off x="7408545" y="1624965"/>
            <a:ext cx="3194685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数据构建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5"/>
            </p:custDataLst>
          </p:nvPr>
        </p:nvSpPr>
        <p:spPr>
          <a:xfrm>
            <a:off x="10706735" y="1664335"/>
            <a:ext cx="1079500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真实+模拟数据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>
            <p:custDataLst>
              <p:tags r:id="rId16"/>
            </p:custDataLst>
          </p:nvPr>
        </p:nvSpPr>
        <p:spPr>
          <a:xfrm>
            <a:off x="9052560" y="2443480"/>
            <a:ext cx="8255" cy="224790"/>
          </a:xfrm>
          <a:prstGeom prst="line">
            <a:avLst/>
          </a:prstGeom>
          <a:noFill/>
          <a:ln w="25400">
            <a:solidFill>
              <a:srgbClr val="B83242"/>
            </a:solidFill>
            <a:prstDash val="solid"/>
            <a:tailEnd type="triangle"/>
          </a:ln>
        </p:spPr>
      </p:sp>
      <p:sp>
        <p:nvSpPr>
          <p:cNvPr id="25" name="Shape 23"/>
          <p:cNvSpPr/>
          <p:nvPr>
            <p:custDataLst>
              <p:tags r:id="rId17"/>
            </p:custDataLst>
          </p:nvPr>
        </p:nvSpPr>
        <p:spPr>
          <a:xfrm>
            <a:off x="7418705" y="2673350"/>
            <a:ext cx="3185160" cy="813435"/>
          </a:xfrm>
          <a:prstGeom prst="roundRect">
            <a:avLst>
              <a:gd name="adj" fmla="val 9231"/>
            </a:avLst>
          </a:prstGeom>
          <a:solidFill>
            <a:srgbClr val="87111D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>
            <p:custDataLst>
              <p:tags r:id="rId18"/>
            </p:custDataLst>
          </p:nvPr>
        </p:nvSpPr>
        <p:spPr>
          <a:xfrm>
            <a:off x="7418705" y="2708275"/>
            <a:ext cx="3183890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机理建模</a:t>
            </a:r>
            <a:endParaRPr lang="en-US" sz="1300" dirty="0"/>
          </a:p>
        </p:txBody>
      </p:sp>
      <p:sp>
        <p:nvSpPr>
          <p:cNvPr id="27" name="Text 25"/>
          <p:cNvSpPr/>
          <p:nvPr>
            <p:custDataLst>
              <p:tags r:id="rId19"/>
            </p:custDataLst>
          </p:nvPr>
        </p:nvSpPr>
        <p:spPr>
          <a:xfrm>
            <a:off x="10696575" y="2727960"/>
            <a:ext cx="1089660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管网拓扑+机制</a:t>
            </a:r>
            <a:endParaRPr lang="en-US" sz="1200" dirty="0"/>
          </a:p>
        </p:txBody>
      </p:sp>
      <p:sp>
        <p:nvSpPr>
          <p:cNvPr id="28" name="Shape 26"/>
          <p:cNvSpPr/>
          <p:nvPr>
            <p:custDataLst>
              <p:tags r:id="rId20"/>
            </p:custDataLst>
          </p:nvPr>
        </p:nvSpPr>
        <p:spPr>
          <a:xfrm>
            <a:off x="9057005" y="3469005"/>
            <a:ext cx="5715" cy="262255"/>
          </a:xfrm>
          <a:prstGeom prst="line">
            <a:avLst/>
          </a:prstGeom>
          <a:noFill/>
          <a:ln w="25400">
            <a:solidFill>
              <a:srgbClr val="B83242"/>
            </a:solidFill>
            <a:prstDash val="solid"/>
            <a:tailEnd type="triangle"/>
          </a:ln>
        </p:spPr>
      </p:sp>
      <p:sp>
        <p:nvSpPr>
          <p:cNvPr id="29" name="Shape 27"/>
          <p:cNvSpPr/>
          <p:nvPr>
            <p:custDataLst>
              <p:tags r:id="rId21"/>
            </p:custDataLst>
          </p:nvPr>
        </p:nvSpPr>
        <p:spPr>
          <a:xfrm>
            <a:off x="7418705" y="3731260"/>
            <a:ext cx="3190875" cy="813435"/>
          </a:xfrm>
          <a:prstGeom prst="roundRect">
            <a:avLst>
              <a:gd name="adj" fmla="val 9231"/>
            </a:avLst>
          </a:prstGeom>
          <a:solidFill>
            <a:srgbClr val="87111D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>
            <p:custDataLst>
              <p:tags r:id="rId22"/>
            </p:custDataLst>
          </p:nvPr>
        </p:nvSpPr>
        <p:spPr>
          <a:xfrm>
            <a:off x="7418705" y="3731260"/>
            <a:ext cx="3189605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预测开发</a:t>
            </a:r>
            <a:endParaRPr lang="en-US" sz="1300" dirty="0"/>
          </a:p>
        </p:txBody>
      </p:sp>
      <p:sp>
        <p:nvSpPr>
          <p:cNvPr id="31" name="Text 29"/>
          <p:cNvSpPr/>
          <p:nvPr>
            <p:custDataLst>
              <p:tags r:id="rId23"/>
            </p:custDataLst>
          </p:nvPr>
        </p:nvSpPr>
        <p:spPr>
          <a:xfrm>
            <a:off x="10701655" y="3830320"/>
            <a:ext cx="1083945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LightGBM+概率</a:t>
            </a:r>
            <a:endParaRPr lang="en-US" sz="1200" dirty="0"/>
          </a:p>
        </p:txBody>
      </p:sp>
      <p:sp>
        <p:nvSpPr>
          <p:cNvPr id="32" name="Shape 30"/>
          <p:cNvSpPr/>
          <p:nvPr>
            <p:custDataLst>
              <p:tags r:id="rId24"/>
            </p:custDataLst>
          </p:nvPr>
        </p:nvSpPr>
        <p:spPr>
          <a:xfrm>
            <a:off x="9062085" y="4521200"/>
            <a:ext cx="635" cy="250190"/>
          </a:xfrm>
          <a:prstGeom prst="line">
            <a:avLst/>
          </a:prstGeom>
          <a:noFill/>
          <a:ln w="25400">
            <a:solidFill>
              <a:srgbClr val="B83242"/>
            </a:solidFill>
            <a:prstDash val="solid"/>
            <a:tailEnd type="triangle"/>
          </a:ln>
        </p:spPr>
      </p:sp>
      <p:sp>
        <p:nvSpPr>
          <p:cNvPr id="33" name="Shape 31"/>
          <p:cNvSpPr/>
          <p:nvPr>
            <p:custDataLst>
              <p:tags r:id="rId25"/>
            </p:custDataLst>
          </p:nvPr>
        </p:nvSpPr>
        <p:spPr>
          <a:xfrm>
            <a:off x="7418705" y="4734560"/>
            <a:ext cx="3190875" cy="813435"/>
          </a:xfrm>
          <a:prstGeom prst="roundRect">
            <a:avLst>
              <a:gd name="adj" fmla="val 9231"/>
            </a:avLst>
          </a:prstGeom>
          <a:solidFill>
            <a:srgbClr val="87111D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>
            <p:custDataLst>
              <p:tags r:id="rId26"/>
            </p:custDataLst>
          </p:nvPr>
        </p:nvSpPr>
        <p:spPr>
          <a:xfrm>
            <a:off x="7418705" y="4734560"/>
            <a:ext cx="3190875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调控落地</a:t>
            </a:r>
            <a:endParaRPr lang="en-US" sz="1300" dirty="0"/>
          </a:p>
        </p:txBody>
      </p:sp>
      <p:sp>
        <p:nvSpPr>
          <p:cNvPr id="35" name="Text 33"/>
          <p:cNvSpPr/>
          <p:nvPr>
            <p:custDataLst>
              <p:tags r:id="rId27"/>
            </p:custDataLst>
          </p:nvPr>
        </p:nvSpPr>
        <p:spPr>
          <a:xfrm>
            <a:off x="10706735" y="4784090"/>
            <a:ext cx="1079500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预警+SWMM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Shape 34"/>
          <p:cNvSpPr/>
          <p:nvPr>
            <p:custDataLst>
              <p:tags r:id="rId28"/>
            </p:custDataLst>
          </p:nvPr>
        </p:nvSpPr>
        <p:spPr>
          <a:xfrm>
            <a:off x="9060180" y="5550535"/>
            <a:ext cx="635" cy="224790"/>
          </a:xfrm>
          <a:prstGeom prst="line">
            <a:avLst/>
          </a:prstGeom>
          <a:noFill/>
          <a:ln w="25400">
            <a:solidFill>
              <a:srgbClr val="B83242"/>
            </a:solidFill>
            <a:prstDash val="solid"/>
            <a:tailEnd type="triangle"/>
          </a:ln>
        </p:spPr>
      </p:sp>
      <p:sp>
        <p:nvSpPr>
          <p:cNvPr id="37" name="Shape 35"/>
          <p:cNvSpPr/>
          <p:nvPr>
            <p:custDataLst>
              <p:tags r:id="rId29"/>
            </p:custDataLst>
          </p:nvPr>
        </p:nvSpPr>
        <p:spPr>
          <a:xfrm>
            <a:off x="7418705" y="5742305"/>
            <a:ext cx="3189605" cy="813435"/>
          </a:xfrm>
          <a:prstGeom prst="roundRect">
            <a:avLst>
              <a:gd name="adj" fmla="val 9231"/>
            </a:avLst>
          </a:prstGeom>
          <a:solidFill>
            <a:srgbClr val="D4A574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Text 36"/>
          <p:cNvSpPr/>
          <p:nvPr>
            <p:custDataLst>
              <p:tags r:id="rId30"/>
            </p:custDataLst>
          </p:nvPr>
        </p:nvSpPr>
        <p:spPr>
          <a:xfrm>
            <a:off x="7418705" y="5737860"/>
            <a:ext cx="3189605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系统展示</a:t>
            </a:r>
            <a:endParaRPr lang="en-US" sz="1300" dirty="0"/>
          </a:p>
        </p:txBody>
      </p:sp>
      <p:sp>
        <p:nvSpPr>
          <p:cNvPr id="39" name="Text 37"/>
          <p:cNvSpPr/>
          <p:nvPr>
            <p:custDataLst>
              <p:tags r:id="rId31"/>
            </p:custDataLst>
          </p:nvPr>
        </p:nvSpPr>
        <p:spPr>
          <a:xfrm>
            <a:off x="10706735" y="5742940"/>
            <a:ext cx="1079500" cy="813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看板+复现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6180" y="3912870"/>
            <a:ext cx="1152525" cy="467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5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↻ 闭环迭代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ṩļíḓ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Sḷïdè"/>
          <p:cNvSpPr>
            <a:spLocks noGrp="1"/>
          </p:cNvSpPr>
          <p:nvPr>
            <p:ph type="title"/>
          </p:nvPr>
        </p:nvSpPr>
        <p:spPr>
          <a:xfrm>
            <a:off x="-635" y="0"/>
            <a:ext cx="10114280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r>
              <a:rPr sz="4000">
                <a:solidFill>
                  <a:schemeClr val="bg1"/>
                </a:solidFill>
                <a:sym typeface="+mn-ea"/>
              </a:rPr>
              <a:t>目标：『感知—预测—预警—预控』闭环</a:t>
            </a:r>
            <a:endParaRPr lang="zh-CN" altLang="en-US" sz="40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ïṧ1ïďé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29" name="îṥḷiḑé"/>
          <p:cNvSpPr/>
          <p:nvPr>
            <p:custDataLst>
              <p:tags r:id="rId1"/>
            </p:custDataLst>
          </p:nvPr>
        </p:nvSpPr>
        <p:spPr>
          <a:xfrm>
            <a:off x="2870512" y="3187700"/>
            <a:ext cx="1250928" cy="1250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27" name="îš1îḋé"/>
          <p:cNvSpPr/>
          <p:nvPr>
            <p:custDataLst>
              <p:tags r:id="rId2"/>
            </p:custDataLst>
          </p:nvPr>
        </p:nvSpPr>
        <p:spPr>
          <a:xfrm>
            <a:off x="949134" y="3335823"/>
            <a:ext cx="954686" cy="95468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25" name="îṡ1îḍè"/>
          <p:cNvSpPr/>
          <p:nvPr>
            <p:custDataLst>
              <p:tags r:id="rId3"/>
            </p:custDataLst>
          </p:nvPr>
        </p:nvSpPr>
        <p:spPr>
          <a:xfrm>
            <a:off x="8070793" y="3187700"/>
            <a:ext cx="1250928" cy="125092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23" name="îŝḻîḋê"/>
          <p:cNvSpPr/>
          <p:nvPr>
            <p:custDataLst>
              <p:tags r:id="rId4"/>
            </p:custDataLst>
          </p:nvPr>
        </p:nvSpPr>
        <p:spPr>
          <a:xfrm>
            <a:off x="10288181" y="3335823"/>
            <a:ext cx="954686" cy="95468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17" name="î$ḻíḑê"/>
          <p:cNvSpPr txBox="1"/>
          <p:nvPr>
            <p:custDataLst>
              <p:tags r:id="rId5"/>
            </p:custDataLst>
          </p:nvPr>
        </p:nvSpPr>
        <p:spPr>
          <a:xfrm>
            <a:off x="4928870" y="1791970"/>
            <a:ext cx="2334260" cy="724535"/>
          </a:xfrm>
          <a:prstGeom prst="rect">
            <a:avLst/>
          </a:prstGeom>
          <a:noFill/>
        </p:spPr>
        <p:txBody>
          <a:bodyPr wrap="square" lIns="144000" tIns="0" rIns="144000" bIns="0" anchor="t" anchorCtr="0">
            <a:normAutofit fontScale="25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7200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3</a:t>
            </a:r>
            <a:r>
              <a:rPr lang="zh-CN" altLang="en-US" sz="7200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. 预警</a:t>
            </a:r>
            <a:endParaRPr lang="zh-CN" altLang="en-US" sz="7200" b="1" dirty="0">
              <a:solidFill>
                <a:schemeClr val="dk1">
                  <a:lumMod val="100000"/>
                </a:schemeClr>
              </a:solidFill>
              <a:sym typeface="+mn-ea"/>
            </a:endParaRPr>
          </a:p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7200" dirty="0">
                <a:solidFill>
                  <a:schemeClr val="dk1">
                    <a:lumMod val="100000"/>
                  </a:schemeClr>
                </a:solidFill>
                <a:sym typeface="+mn-ea"/>
              </a:rPr>
              <a:t>按预测进水相对厂设计能力的占比给出蓝/黄/橙/红四级预警</a:t>
            </a:r>
            <a:endParaRPr lang="zh-CN" altLang="en-US" sz="7200" dirty="0">
              <a:solidFill>
                <a:schemeClr val="dk1">
                  <a:lumMod val="100000"/>
                </a:schemeClr>
              </a:solidFill>
            </a:endParaRPr>
          </a:p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endParaRPr lang="zh-CN" altLang="en-US" sz="1100" b="1" dirty="0">
              <a:solidFill>
                <a:schemeClr val="dk1">
                  <a:lumMod val="100000"/>
                </a:schemeClr>
              </a:solidFill>
            </a:endParaRPr>
          </a:p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endParaRPr lang="zh-CN" altLang="en-US" sz="1100" dirty="0">
              <a:solidFill>
                <a:schemeClr val="dk1">
                  <a:lumMod val="100000"/>
                </a:schemeClr>
              </a:solidFill>
            </a:endParaRPr>
          </a:p>
        </p:txBody>
      </p:sp>
      <p:sp>
        <p:nvSpPr>
          <p:cNvPr id="115" name="iš1íḋè"/>
          <p:cNvSpPr txBox="1"/>
          <p:nvPr>
            <p:custDataLst>
              <p:tags r:id="rId6"/>
            </p:custDataLst>
          </p:nvPr>
        </p:nvSpPr>
        <p:spPr>
          <a:xfrm>
            <a:off x="6965315" y="4796155"/>
            <a:ext cx="3623310" cy="1249680"/>
          </a:xfrm>
          <a:prstGeom prst="rect">
            <a:avLst/>
          </a:prstGeom>
          <a:noFill/>
        </p:spPr>
        <p:txBody>
          <a:bodyPr wrap="square" lIns="144000" tIns="0" rIns="144000" bIns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4.</a:t>
            </a:r>
            <a:r>
              <a:rPr lang="zh-CN" altLang="en-US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预控</a:t>
            </a:r>
            <a:endParaRPr lang="zh-CN" altLang="en-US" b="1" dirty="0">
              <a:solidFill>
                <a:schemeClr val="dk1">
                  <a:lumMod val="100000"/>
                </a:schemeClr>
              </a:solidFill>
              <a:sym typeface="+mn-ea"/>
            </a:endParaRPr>
          </a:p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>
                <a:solidFill>
                  <a:schemeClr val="dk1">
                    <a:lumMod val="100000"/>
                  </a:schemeClr>
                </a:solidFill>
                <a:sym typeface="+mn-ea"/>
              </a:rPr>
              <a:t>面向 26 泵站骨架给出雨前预抽空、错峰开泵、限流调蓄等协同调控建议</a:t>
            </a:r>
            <a:endParaRPr lang="zh-CN" altLang="en-US" dirty="0">
              <a:solidFill>
                <a:schemeClr val="dk1">
                  <a:lumMod val="100000"/>
                </a:schemeClr>
              </a:solidFill>
            </a:endParaRPr>
          </a:p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endParaRPr lang="zh-CN" altLang="en-US" dirty="0">
              <a:solidFill>
                <a:schemeClr val="dk1">
                  <a:lumMod val="100000"/>
                </a:schemeClr>
              </a:solidFill>
            </a:endParaRPr>
          </a:p>
        </p:txBody>
      </p:sp>
      <p:sp>
        <p:nvSpPr>
          <p:cNvPr id="114" name="íṩlïḑé"/>
          <p:cNvSpPr/>
          <p:nvPr>
            <p:custDataLst>
              <p:tags r:id="rId7"/>
            </p:custDataLst>
          </p:nvPr>
        </p:nvSpPr>
        <p:spPr>
          <a:xfrm>
            <a:off x="2267585" y="4800600"/>
            <a:ext cx="2780665" cy="1245235"/>
          </a:xfrm>
          <a:prstGeom prst="rect">
            <a:avLst/>
          </a:prstGeom>
        </p:spPr>
        <p:txBody>
          <a:bodyPr wrap="none" lIns="144000" tIns="0" rIns="144000" bIns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2.</a:t>
            </a:r>
            <a:r>
              <a:rPr lang="zh-CN" altLang="en-US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预测</a:t>
            </a:r>
            <a:endParaRPr lang="zh-CN" altLang="en-US" b="1" dirty="0">
              <a:solidFill>
                <a:schemeClr val="dk1">
                  <a:lumMod val="100000"/>
                </a:schemeClr>
              </a:solidFill>
              <a:sym typeface="+mn-ea"/>
            </a:endParaRPr>
          </a:p>
          <a:p>
            <a:pPr algn="l"/>
            <a:r>
              <a:rPr lang="zh-CN" altLang="en-US" dirty="0">
                <a:solidFill>
                  <a:schemeClr val="dk1">
                    <a:lumMod val="100000"/>
                  </a:schemeClr>
                </a:solidFill>
                <a:sym typeface="+mn-ea"/>
              </a:rPr>
              <a:t>超前 1~3 小时预测厂前进</a:t>
            </a:r>
            <a:endParaRPr lang="zh-CN" altLang="en-US" dirty="0">
              <a:solidFill>
                <a:schemeClr val="dk1">
                  <a:lumMod val="100000"/>
                </a:schemeClr>
              </a:solidFill>
              <a:sym typeface="+mn-ea"/>
            </a:endParaRPr>
          </a:p>
          <a:p>
            <a:pPr algn="l"/>
            <a:r>
              <a:rPr lang="zh-CN" altLang="en-US" dirty="0">
                <a:solidFill>
                  <a:schemeClr val="dk1">
                    <a:lumMod val="100000"/>
                  </a:schemeClr>
                </a:solidFill>
                <a:sym typeface="+mn-ea"/>
              </a:rPr>
              <a:t>水流量与关键水质指标</a:t>
            </a:r>
            <a:endParaRPr lang="zh-CN" altLang="en-US" dirty="0">
              <a:solidFill>
                <a:schemeClr val="dk1">
                  <a:lumMod val="100000"/>
                </a:schemeClr>
              </a:solidFill>
            </a:endParaRPr>
          </a:p>
          <a:p>
            <a:pPr algn="ctr"/>
            <a:endParaRPr lang="zh-CN" altLang="en-US" b="1" dirty="0">
              <a:solidFill>
                <a:schemeClr val="dk1">
                  <a:lumMod val="100000"/>
                </a:schemeClr>
              </a:solidFill>
              <a:sym typeface="+mn-ea"/>
            </a:endParaRPr>
          </a:p>
          <a:p>
            <a:pPr algn="ctr"/>
            <a:endParaRPr lang="zh-CN" altLang="en-US" b="1" dirty="0"/>
          </a:p>
        </p:txBody>
      </p:sp>
      <p:sp>
        <p:nvSpPr>
          <p:cNvPr id="112" name="íśḻíḓê"/>
          <p:cNvSpPr/>
          <p:nvPr>
            <p:custDataLst>
              <p:tags r:id="rId8"/>
            </p:custDataLst>
          </p:nvPr>
        </p:nvSpPr>
        <p:spPr>
          <a:xfrm>
            <a:off x="719455" y="1864995"/>
            <a:ext cx="2334260" cy="412115"/>
          </a:xfrm>
          <a:prstGeom prst="rect">
            <a:avLst/>
          </a:prstGeom>
        </p:spPr>
        <p:txBody>
          <a:bodyPr wrap="none" lIns="144000" tIns="0" rIns="144000" bIns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 dirty="0"/>
          </a:p>
        </p:txBody>
      </p:sp>
      <p:sp>
        <p:nvSpPr>
          <p:cNvPr id="109" name="iṥ1îdé"/>
          <p:cNvSpPr txBox="1"/>
          <p:nvPr>
            <p:custDataLst>
              <p:tags r:id="rId9"/>
            </p:custDataLst>
          </p:nvPr>
        </p:nvSpPr>
        <p:spPr>
          <a:xfrm>
            <a:off x="9810750" y="1864995"/>
            <a:ext cx="2334260" cy="885190"/>
          </a:xfrm>
          <a:prstGeom prst="rect">
            <a:avLst/>
          </a:prstGeom>
          <a:noFill/>
        </p:spPr>
        <p:txBody>
          <a:bodyPr wrap="square" lIns="144000" tIns="0" rIns="144000" bIns="0" anchor="t" anchorCtr="0">
            <a:normAutofit fontScale="25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7200" b="1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</a:t>
            </a:r>
            <a:r>
              <a:rPr sz="7200" b="1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交付</a:t>
            </a:r>
            <a:endParaRPr sz="7200" b="1">
              <a:solidFill>
                <a:srgbClr val="2632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r>
              <a:rPr sz="720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可复现源码 + 技术报告 + 交互式看板 DEMO</a:t>
            </a:r>
            <a:endParaRPr sz="7200">
              <a:solidFill>
                <a:srgbClr val="2632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l" defTabSz="914400">
              <a:lnSpc>
                <a:spcPct val="120000"/>
              </a:lnSpc>
              <a:spcBef>
                <a:spcPct val="0"/>
              </a:spcBef>
              <a:defRPr/>
            </a:pPr>
            <a:endParaRPr sz="1100" b="1">
              <a:solidFill>
                <a:srgbClr val="263238"/>
              </a:solidFill>
              <a:sym typeface="+mn-ea"/>
            </a:endParaRPr>
          </a:p>
          <a:p>
            <a:pPr lvl="0" algn="r" defTabSz="914400">
              <a:lnSpc>
                <a:spcPct val="120000"/>
              </a:lnSpc>
              <a:spcBef>
                <a:spcPct val="0"/>
              </a:spcBef>
              <a:defRPr/>
            </a:pPr>
            <a:endParaRPr lang="zh-CN" altLang="en-US" sz="1100" dirty="0">
              <a:solidFill>
                <a:schemeClr val="dk1">
                  <a:lumMod val="100000"/>
                </a:schemeClr>
              </a:solidFill>
            </a:endParaRPr>
          </a:p>
        </p:txBody>
      </p:sp>
      <p:cxnSp>
        <p:nvCxnSpPr>
          <p:cNvPr id="105" name="ïSľïḑè"/>
          <p:cNvCxnSpPr/>
          <p:nvPr>
            <p:custDataLst>
              <p:tags r:id="rId10"/>
            </p:custDataLst>
          </p:nvPr>
        </p:nvCxnSpPr>
        <p:spPr>
          <a:xfrm flipH="1">
            <a:off x="4363173" y="3813164"/>
            <a:ext cx="551056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iṧḷîḋé"/>
          <p:cNvCxnSpPr/>
          <p:nvPr>
            <p:custDataLst>
              <p:tags r:id="rId11"/>
            </p:custDataLst>
          </p:nvPr>
        </p:nvCxnSpPr>
        <p:spPr>
          <a:xfrm flipH="1">
            <a:off x="2077491" y="3813164"/>
            <a:ext cx="551056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íşḷíḓé"/>
          <p:cNvCxnSpPr/>
          <p:nvPr>
            <p:custDataLst>
              <p:tags r:id="rId12"/>
            </p:custDataLst>
          </p:nvPr>
        </p:nvCxnSpPr>
        <p:spPr>
          <a:xfrm flipH="1">
            <a:off x="7278004" y="3813164"/>
            <a:ext cx="551056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îṣḻídê"/>
          <p:cNvCxnSpPr/>
          <p:nvPr>
            <p:custDataLst>
              <p:tags r:id="rId13"/>
            </p:custDataLst>
          </p:nvPr>
        </p:nvCxnSpPr>
        <p:spPr>
          <a:xfrm flipH="1">
            <a:off x="9563454" y="3813164"/>
            <a:ext cx="551056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05180" y="1791970"/>
            <a:ext cx="246316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1.</a:t>
            </a:r>
            <a:r>
              <a:rPr lang="zh-CN" altLang="en-US" b="1" dirty="0">
                <a:solidFill>
                  <a:schemeClr val="dk1">
                    <a:lumMod val="100000"/>
                  </a:schemeClr>
                </a:solidFill>
                <a:sym typeface="+mn-ea"/>
              </a:rPr>
              <a:t>感知</a:t>
            </a:r>
            <a:endParaRPr lang="zh-CN" altLang="en-US" b="1" dirty="0">
              <a:solidFill>
                <a:schemeClr val="dk1">
                  <a:lumMod val="100000"/>
                </a:schemeClr>
              </a:solidFill>
              <a:sym typeface="+mn-ea"/>
            </a:endParaRPr>
          </a:p>
          <a:p>
            <a:r>
              <a:rPr lang="zh-CN" altLang="en-US" dirty="0">
                <a:solidFill>
                  <a:schemeClr val="dk1">
                    <a:lumMod val="100000"/>
                  </a:schemeClr>
                </a:solidFill>
                <a:sym typeface="+mn-ea"/>
              </a:rPr>
              <a:t>融合上游管网关键节点液位/流量、泵站运行状态、实测降雨等多源信号</a:t>
            </a:r>
            <a:endParaRPr lang="zh-CN" altLang="en-US" dirty="0">
              <a:solidFill>
                <a:schemeClr val="dk1">
                  <a:lumMod val="100000"/>
                </a:schemeClr>
              </a:solidFill>
            </a:endParaRPr>
          </a:p>
          <a:p>
            <a:endParaRPr lang="zh-CN" altLang="en-US"/>
          </a:p>
        </p:txBody>
      </p:sp>
      <p:sp>
        <p:nvSpPr>
          <p:cNvPr id="20" name="îṡ1îḍè"/>
          <p:cNvSpPr/>
          <p:nvPr>
            <p:custDataLst>
              <p:tags r:id="rId14"/>
            </p:custDataLst>
          </p:nvPr>
        </p:nvSpPr>
        <p:spPr>
          <a:xfrm>
            <a:off x="5349240" y="3114040"/>
            <a:ext cx="1392555" cy="1398905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5" name="isḻiḑe"/>
          <p:cNvSpPr/>
          <p:nvPr>
            <p:custDataLst>
              <p:tags r:id="rId15"/>
            </p:custDataLst>
          </p:nvPr>
        </p:nvSpPr>
        <p:spPr bwMode="auto">
          <a:xfrm>
            <a:off x="1188568" y="3551713"/>
            <a:ext cx="478137" cy="524112"/>
          </a:xfrm>
          <a:custGeom>
            <a:avLst/>
            <a:gdLst>
              <a:gd name="connsiteX0" fmla="*/ 247650 w 495300"/>
              <a:gd name="connsiteY0" fmla="*/ 0 h 542925"/>
              <a:gd name="connsiteX1" fmla="*/ 495300 w 495300"/>
              <a:gd name="connsiteY1" fmla="*/ 247650 h 542925"/>
              <a:gd name="connsiteX2" fmla="*/ 322707 w 495300"/>
              <a:gd name="connsiteY2" fmla="*/ 483775 h 542925"/>
              <a:gd name="connsiteX3" fmla="*/ 345853 w 495300"/>
              <a:gd name="connsiteY3" fmla="*/ 523875 h 542925"/>
              <a:gd name="connsiteX4" fmla="*/ 419100 w 495300"/>
              <a:gd name="connsiteY4" fmla="*/ 523875 h 542925"/>
              <a:gd name="connsiteX5" fmla="*/ 419100 w 495300"/>
              <a:gd name="connsiteY5" fmla="*/ 542925 h 542925"/>
              <a:gd name="connsiteX6" fmla="*/ 76200 w 495300"/>
              <a:gd name="connsiteY6" fmla="*/ 542925 h 542925"/>
              <a:gd name="connsiteX7" fmla="*/ 76200 w 495300"/>
              <a:gd name="connsiteY7" fmla="*/ 523875 h 542925"/>
              <a:gd name="connsiteX8" fmla="*/ 149447 w 495300"/>
              <a:gd name="connsiteY8" fmla="*/ 523875 h 542925"/>
              <a:gd name="connsiteX9" fmla="*/ 172593 w 495300"/>
              <a:gd name="connsiteY9" fmla="*/ 483775 h 542925"/>
              <a:gd name="connsiteX10" fmla="*/ 0 w 495300"/>
              <a:gd name="connsiteY10" fmla="*/ 247650 h 542925"/>
              <a:gd name="connsiteX11" fmla="*/ 247650 w 495300"/>
              <a:gd name="connsiteY11" fmla="*/ 0 h 542925"/>
              <a:gd name="connsiteX12" fmla="*/ 191643 w 495300"/>
              <a:gd name="connsiteY12" fmla="*/ 488918 h 542925"/>
              <a:gd name="connsiteX13" fmla="*/ 171450 w 495300"/>
              <a:gd name="connsiteY13" fmla="*/ 523875 h 542925"/>
              <a:gd name="connsiteX14" fmla="*/ 323850 w 495300"/>
              <a:gd name="connsiteY14" fmla="*/ 523875 h 542925"/>
              <a:gd name="connsiteX15" fmla="*/ 303657 w 495300"/>
              <a:gd name="connsiteY15" fmla="*/ 488918 h 542925"/>
              <a:gd name="connsiteX16" fmla="*/ 247650 w 495300"/>
              <a:gd name="connsiteY16" fmla="*/ 495300 h 542925"/>
              <a:gd name="connsiteX17" fmla="*/ 191643 w 495300"/>
              <a:gd name="connsiteY17" fmla="*/ 488918 h 542925"/>
              <a:gd name="connsiteX18" fmla="*/ 247650 w 495300"/>
              <a:gd name="connsiteY18" fmla="*/ 142875 h 542925"/>
              <a:gd name="connsiteX19" fmla="*/ 142875 w 495300"/>
              <a:gd name="connsiteY19" fmla="*/ 247650 h 542925"/>
              <a:gd name="connsiteX20" fmla="*/ 247650 w 495300"/>
              <a:gd name="connsiteY20" fmla="*/ 352425 h 542925"/>
              <a:gd name="connsiteX21" fmla="*/ 352425 w 495300"/>
              <a:gd name="connsiteY21" fmla="*/ 247650 h 542925"/>
              <a:gd name="connsiteX22" fmla="*/ 247650 w 495300"/>
              <a:gd name="connsiteY22" fmla="*/ 142875 h 542925"/>
              <a:gd name="connsiteX23" fmla="*/ 366713 w 495300"/>
              <a:gd name="connsiteY23" fmla="*/ 114300 h 542925"/>
              <a:gd name="connsiteX24" fmla="*/ 352425 w 495300"/>
              <a:gd name="connsiteY24" fmla="*/ 128588 h 542925"/>
              <a:gd name="connsiteX25" fmla="*/ 366713 w 495300"/>
              <a:gd name="connsiteY25" fmla="*/ 142875 h 542925"/>
              <a:gd name="connsiteX26" fmla="*/ 381000 w 495300"/>
              <a:gd name="connsiteY26" fmla="*/ 128588 h 542925"/>
              <a:gd name="connsiteX27" fmla="*/ 366713 w 495300"/>
              <a:gd name="connsiteY27" fmla="*/ 114300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95300" h="542925">
                <a:moveTo>
                  <a:pt x="247650" y="0"/>
                </a:moveTo>
                <a:cubicBezTo>
                  <a:pt x="384429" y="0"/>
                  <a:pt x="495300" y="110871"/>
                  <a:pt x="495300" y="247650"/>
                </a:cubicBezTo>
                <a:cubicBezTo>
                  <a:pt x="495300" y="358235"/>
                  <a:pt x="422815" y="451961"/>
                  <a:pt x="322707" y="483775"/>
                </a:cubicBezTo>
                <a:lnTo>
                  <a:pt x="345853" y="523875"/>
                </a:lnTo>
                <a:lnTo>
                  <a:pt x="419100" y="523875"/>
                </a:lnTo>
                <a:lnTo>
                  <a:pt x="419100" y="542925"/>
                </a:lnTo>
                <a:lnTo>
                  <a:pt x="76200" y="542925"/>
                </a:lnTo>
                <a:lnTo>
                  <a:pt x="76200" y="523875"/>
                </a:lnTo>
                <a:lnTo>
                  <a:pt x="149447" y="523875"/>
                </a:lnTo>
                <a:lnTo>
                  <a:pt x="172593" y="483775"/>
                </a:lnTo>
                <a:cubicBezTo>
                  <a:pt x="72485" y="451961"/>
                  <a:pt x="0" y="358235"/>
                  <a:pt x="0" y="247650"/>
                </a:cubicBezTo>
                <a:cubicBezTo>
                  <a:pt x="0" y="110871"/>
                  <a:pt x="110871" y="0"/>
                  <a:pt x="247650" y="0"/>
                </a:cubicBezTo>
                <a:close/>
                <a:moveTo>
                  <a:pt x="191643" y="488918"/>
                </a:moveTo>
                <a:lnTo>
                  <a:pt x="171450" y="523875"/>
                </a:lnTo>
                <a:lnTo>
                  <a:pt x="323850" y="523875"/>
                </a:lnTo>
                <a:lnTo>
                  <a:pt x="303657" y="488918"/>
                </a:lnTo>
                <a:cubicBezTo>
                  <a:pt x="285655" y="493109"/>
                  <a:pt x="266891" y="495300"/>
                  <a:pt x="247650" y="495300"/>
                </a:cubicBezTo>
                <a:cubicBezTo>
                  <a:pt x="228409" y="495300"/>
                  <a:pt x="209645" y="493109"/>
                  <a:pt x="191643" y="488918"/>
                </a:cubicBezTo>
                <a:close/>
                <a:moveTo>
                  <a:pt x="247650" y="142875"/>
                </a:moveTo>
                <a:cubicBezTo>
                  <a:pt x="189738" y="142875"/>
                  <a:pt x="142875" y="189738"/>
                  <a:pt x="142875" y="247650"/>
                </a:cubicBezTo>
                <a:cubicBezTo>
                  <a:pt x="142875" y="305562"/>
                  <a:pt x="189738" y="352425"/>
                  <a:pt x="247650" y="352425"/>
                </a:cubicBezTo>
                <a:cubicBezTo>
                  <a:pt x="305562" y="352425"/>
                  <a:pt x="352425" y="305562"/>
                  <a:pt x="352425" y="247650"/>
                </a:cubicBezTo>
                <a:cubicBezTo>
                  <a:pt x="352425" y="189738"/>
                  <a:pt x="305562" y="142875"/>
                  <a:pt x="247650" y="142875"/>
                </a:cubicBezTo>
                <a:close/>
                <a:moveTo>
                  <a:pt x="366713" y="114300"/>
                </a:moveTo>
                <a:cubicBezTo>
                  <a:pt x="358807" y="114300"/>
                  <a:pt x="352425" y="120682"/>
                  <a:pt x="352425" y="128588"/>
                </a:cubicBezTo>
                <a:cubicBezTo>
                  <a:pt x="352425" y="136493"/>
                  <a:pt x="358807" y="142875"/>
                  <a:pt x="366713" y="142875"/>
                </a:cubicBezTo>
                <a:cubicBezTo>
                  <a:pt x="374618" y="142875"/>
                  <a:pt x="381000" y="136493"/>
                  <a:pt x="381000" y="128588"/>
                </a:cubicBezTo>
                <a:cubicBezTo>
                  <a:pt x="381000" y="120682"/>
                  <a:pt x="374618" y="114300"/>
                  <a:pt x="366713" y="11430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iSľîḑe"/>
          <p:cNvSpPr/>
          <p:nvPr>
            <p:custDataLst>
              <p:tags r:id="rId16"/>
            </p:custDataLst>
          </p:nvPr>
        </p:nvSpPr>
        <p:spPr bwMode="auto">
          <a:xfrm>
            <a:off x="10534650" y="3548380"/>
            <a:ext cx="494665" cy="556895"/>
          </a:xfrm>
          <a:custGeom>
            <a:avLst/>
            <a:gdLst>
              <a:gd name="connsiteX0" fmla="*/ 283464 w 438150"/>
              <a:gd name="connsiteY0" fmla="*/ 0 h 533400"/>
              <a:gd name="connsiteX1" fmla="*/ 285750 w 438150"/>
              <a:gd name="connsiteY1" fmla="*/ 95 h 533400"/>
              <a:gd name="connsiteX2" fmla="*/ 285750 w 438150"/>
              <a:gd name="connsiteY2" fmla="*/ 123825 h 533400"/>
              <a:gd name="connsiteX3" fmla="*/ 285845 w 438150"/>
              <a:gd name="connsiteY3" fmla="*/ 125540 h 533400"/>
              <a:gd name="connsiteX4" fmla="*/ 314325 w 438150"/>
              <a:gd name="connsiteY4" fmla="*/ 152400 h 533400"/>
              <a:gd name="connsiteX5" fmla="*/ 314325 w 438150"/>
              <a:gd name="connsiteY5" fmla="*/ 152400 h 533400"/>
              <a:gd name="connsiteX6" fmla="*/ 438055 w 438150"/>
              <a:gd name="connsiteY6" fmla="*/ 152400 h 533400"/>
              <a:gd name="connsiteX7" fmla="*/ 438150 w 438150"/>
              <a:gd name="connsiteY7" fmla="*/ 154686 h 533400"/>
              <a:gd name="connsiteX8" fmla="*/ 438150 w 438150"/>
              <a:gd name="connsiteY8" fmla="*/ 504825 h 533400"/>
              <a:gd name="connsiteX9" fmla="*/ 409575 w 438150"/>
              <a:gd name="connsiteY9" fmla="*/ 533400 h 533400"/>
              <a:gd name="connsiteX10" fmla="*/ 28575 w 438150"/>
              <a:gd name="connsiteY10" fmla="*/ 533400 h 533400"/>
              <a:gd name="connsiteX11" fmla="*/ 0 w 438150"/>
              <a:gd name="connsiteY11" fmla="*/ 504825 h 533400"/>
              <a:gd name="connsiteX12" fmla="*/ 0 w 438150"/>
              <a:gd name="connsiteY12" fmla="*/ 28575 h 533400"/>
              <a:gd name="connsiteX13" fmla="*/ 28575 w 438150"/>
              <a:gd name="connsiteY13" fmla="*/ 0 h 533400"/>
              <a:gd name="connsiteX14" fmla="*/ 283464 w 438150"/>
              <a:gd name="connsiteY14" fmla="*/ 0 h 533400"/>
              <a:gd name="connsiteX15" fmla="*/ 247650 w 438150"/>
              <a:gd name="connsiteY15" fmla="*/ 200025 h 533400"/>
              <a:gd name="connsiteX16" fmla="*/ 152400 w 438150"/>
              <a:gd name="connsiteY16" fmla="*/ 200025 h 533400"/>
              <a:gd name="connsiteX17" fmla="*/ 152400 w 438150"/>
              <a:gd name="connsiteY17" fmla="*/ 409575 h 533400"/>
              <a:gd name="connsiteX18" fmla="*/ 171450 w 438150"/>
              <a:gd name="connsiteY18" fmla="*/ 409575 h 533400"/>
              <a:gd name="connsiteX19" fmla="*/ 171450 w 438150"/>
              <a:gd name="connsiteY19" fmla="*/ 314325 h 533400"/>
              <a:gd name="connsiteX20" fmla="*/ 247650 w 438150"/>
              <a:gd name="connsiteY20" fmla="*/ 314325 h 533400"/>
              <a:gd name="connsiteX21" fmla="*/ 249746 w 438150"/>
              <a:gd name="connsiteY21" fmla="*/ 314325 h 533400"/>
              <a:gd name="connsiteX22" fmla="*/ 304800 w 438150"/>
              <a:gd name="connsiteY22" fmla="*/ 257175 h 533400"/>
              <a:gd name="connsiteX23" fmla="*/ 247650 w 438150"/>
              <a:gd name="connsiteY23" fmla="*/ 200025 h 533400"/>
              <a:gd name="connsiteX24" fmla="*/ 247650 w 438150"/>
              <a:gd name="connsiteY24" fmla="*/ 200025 h 533400"/>
              <a:gd name="connsiteX25" fmla="*/ 247650 w 438150"/>
              <a:gd name="connsiteY25" fmla="*/ 219075 h 533400"/>
              <a:gd name="connsiteX26" fmla="*/ 285750 w 438150"/>
              <a:gd name="connsiteY26" fmla="*/ 257175 h 533400"/>
              <a:gd name="connsiteX27" fmla="*/ 247650 w 438150"/>
              <a:gd name="connsiteY27" fmla="*/ 295275 h 533400"/>
              <a:gd name="connsiteX28" fmla="*/ 247650 w 438150"/>
              <a:gd name="connsiteY28" fmla="*/ 295275 h 533400"/>
              <a:gd name="connsiteX29" fmla="*/ 171450 w 438150"/>
              <a:gd name="connsiteY29" fmla="*/ 295275 h 533400"/>
              <a:gd name="connsiteX30" fmla="*/ 171450 w 438150"/>
              <a:gd name="connsiteY30" fmla="*/ 219075 h 533400"/>
              <a:gd name="connsiteX31" fmla="*/ 247650 w 438150"/>
              <a:gd name="connsiteY31" fmla="*/ 219075 h 533400"/>
              <a:gd name="connsiteX32" fmla="*/ 428625 w 438150"/>
              <a:gd name="connsiteY32" fmla="*/ 133350 h 533400"/>
              <a:gd name="connsiteX33" fmla="*/ 314325 w 438150"/>
              <a:gd name="connsiteY33" fmla="*/ 133350 h 533400"/>
              <a:gd name="connsiteX34" fmla="*/ 313182 w 438150"/>
              <a:gd name="connsiteY34" fmla="*/ 133255 h 533400"/>
              <a:gd name="connsiteX35" fmla="*/ 304800 w 438150"/>
              <a:gd name="connsiteY35" fmla="*/ 123825 h 533400"/>
              <a:gd name="connsiteX36" fmla="*/ 304800 w 438150"/>
              <a:gd name="connsiteY36" fmla="*/ 123825 h 533400"/>
              <a:gd name="connsiteX37" fmla="*/ 304800 w 438150"/>
              <a:gd name="connsiteY37" fmla="*/ 9525 h 533400"/>
              <a:gd name="connsiteX38" fmla="*/ 428625 w 438150"/>
              <a:gd name="connsiteY38" fmla="*/ 13335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38150" h="533400">
                <a:moveTo>
                  <a:pt x="283464" y="0"/>
                </a:moveTo>
                <a:cubicBezTo>
                  <a:pt x="284226" y="0"/>
                  <a:pt x="284988" y="0"/>
                  <a:pt x="285750" y="95"/>
                </a:cubicBezTo>
                <a:lnTo>
                  <a:pt x="285750" y="123825"/>
                </a:lnTo>
                <a:lnTo>
                  <a:pt x="285845" y="125540"/>
                </a:lnTo>
                <a:cubicBezTo>
                  <a:pt x="286703" y="140494"/>
                  <a:pt x="299085" y="152400"/>
                  <a:pt x="314325" y="152400"/>
                </a:cubicBezTo>
                <a:lnTo>
                  <a:pt x="314325" y="152400"/>
                </a:lnTo>
                <a:lnTo>
                  <a:pt x="438055" y="152400"/>
                </a:lnTo>
                <a:cubicBezTo>
                  <a:pt x="438150" y="153162"/>
                  <a:pt x="438150" y="153924"/>
                  <a:pt x="438150" y="154686"/>
                </a:cubicBezTo>
                <a:lnTo>
                  <a:pt x="438150" y="504825"/>
                </a:lnTo>
                <a:cubicBezTo>
                  <a:pt x="438150" y="520637"/>
                  <a:pt x="425387" y="533400"/>
                  <a:pt x="409575" y="533400"/>
                </a:cubicBezTo>
                <a:lnTo>
                  <a:pt x="28575" y="533400"/>
                </a:lnTo>
                <a:cubicBezTo>
                  <a:pt x="12764" y="533400"/>
                  <a:pt x="0" y="520637"/>
                  <a:pt x="0" y="504825"/>
                </a:cubicBezTo>
                <a:lnTo>
                  <a:pt x="0" y="28575"/>
                </a:lnTo>
                <a:cubicBezTo>
                  <a:pt x="0" y="12763"/>
                  <a:pt x="12764" y="0"/>
                  <a:pt x="28575" y="0"/>
                </a:cubicBezTo>
                <a:lnTo>
                  <a:pt x="283464" y="0"/>
                </a:lnTo>
                <a:close/>
                <a:moveTo>
                  <a:pt x="247650" y="200025"/>
                </a:moveTo>
                <a:lnTo>
                  <a:pt x="152400" y="200025"/>
                </a:lnTo>
                <a:lnTo>
                  <a:pt x="152400" y="409575"/>
                </a:lnTo>
                <a:lnTo>
                  <a:pt x="171450" y="409575"/>
                </a:lnTo>
                <a:lnTo>
                  <a:pt x="171450" y="314325"/>
                </a:lnTo>
                <a:lnTo>
                  <a:pt x="247650" y="314325"/>
                </a:lnTo>
                <a:lnTo>
                  <a:pt x="249746" y="314325"/>
                </a:lnTo>
                <a:cubicBezTo>
                  <a:pt x="280321" y="313182"/>
                  <a:pt x="304800" y="288036"/>
                  <a:pt x="304800" y="257175"/>
                </a:cubicBezTo>
                <a:cubicBezTo>
                  <a:pt x="304800" y="225647"/>
                  <a:pt x="279178" y="200025"/>
                  <a:pt x="247650" y="200025"/>
                </a:cubicBezTo>
                <a:lnTo>
                  <a:pt x="247650" y="200025"/>
                </a:lnTo>
                <a:close/>
                <a:moveTo>
                  <a:pt x="247650" y="219075"/>
                </a:moveTo>
                <a:cubicBezTo>
                  <a:pt x="268700" y="219075"/>
                  <a:pt x="285750" y="236125"/>
                  <a:pt x="285750" y="257175"/>
                </a:cubicBezTo>
                <a:cubicBezTo>
                  <a:pt x="285750" y="278225"/>
                  <a:pt x="268700" y="295275"/>
                  <a:pt x="247650" y="295275"/>
                </a:cubicBezTo>
                <a:lnTo>
                  <a:pt x="247650" y="295275"/>
                </a:lnTo>
                <a:lnTo>
                  <a:pt x="171450" y="295275"/>
                </a:lnTo>
                <a:lnTo>
                  <a:pt x="171450" y="219075"/>
                </a:lnTo>
                <a:lnTo>
                  <a:pt x="247650" y="219075"/>
                </a:lnTo>
                <a:close/>
                <a:moveTo>
                  <a:pt x="428625" y="133350"/>
                </a:moveTo>
                <a:lnTo>
                  <a:pt x="314325" y="133350"/>
                </a:lnTo>
                <a:lnTo>
                  <a:pt x="313182" y="133255"/>
                </a:lnTo>
                <a:cubicBezTo>
                  <a:pt x="308515" y="132779"/>
                  <a:pt x="304800" y="128683"/>
                  <a:pt x="304800" y="123825"/>
                </a:cubicBezTo>
                <a:lnTo>
                  <a:pt x="304800" y="123825"/>
                </a:lnTo>
                <a:lnTo>
                  <a:pt x="304800" y="9525"/>
                </a:lnTo>
                <a:lnTo>
                  <a:pt x="428625" y="1333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5" name="图片 24" descr="pc-analytic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63875" y="3402330"/>
            <a:ext cx="828040" cy="828040"/>
          </a:xfrm>
          <a:prstGeom prst="rect">
            <a:avLst/>
          </a:prstGeom>
        </p:spPr>
      </p:pic>
      <p:pic>
        <p:nvPicPr>
          <p:cNvPr id="26" name="图片 25" descr="alert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17185" y="3188970"/>
            <a:ext cx="1249680" cy="1249680"/>
          </a:xfrm>
          <a:prstGeom prst="rect">
            <a:avLst/>
          </a:prstGeom>
        </p:spPr>
      </p:pic>
      <p:pic>
        <p:nvPicPr>
          <p:cNvPr id="27" name="图片 26" descr="supervis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9120" y="3335655"/>
            <a:ext cx="979170" cy="97917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ŝ1iḓ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íṧļiḋé"/>
          <p:cNvSpPr>
            <a:spLocks noGrp="1"/>
          </p:cNvSpPr>
          <p:nvPr>
            <p:ph type="title"/>
          </p:nvPr>
        </p:nvSpPr>
        <p:spPr>
          <a:xfrm>
            <a:off x="635" y="0"/>
            <a:ext cx="993584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4000" dirty="0">
                <a:solidFill>
                  <a:schemeClr val="bg1"/>
                </a:solidFill>
              </a:rPr>
              <a:t>泰和污水厂系统概况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4" name="ïṣḷîḓê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39620"/>
            <a:ext cx="10477500" cy="42862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0725" y="1246505"/>
            <a:ext cx="1080008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泰和污水厂服务范围覆盖苏州河沿线排水系统，上游共 26 座干线及支线泵站</a:t>
            </a:r>
            <a:r>
              <a:rPr lang="en-US" altLang="zh-CN"/>
              <a:t>.</a:t>
            </a:r>
            <a:r>
              <a:rPr>
                <a:sym typeface="+mn-ea"/>
              </a:rPr>
              <a:t>经彭越浦总站汇流，合计设计能力 40.5 m³/s</a:t>
            </a:r>
            <a:r>
              <a:rPr lang="zh-CN">
                <a:sym typeface="+mn-ea"/>
              </a:rPr>
              <a:t>，</a:t>
            </a:r>
            <a:r>
              <a:rPr>
                <a:sym typeface="+mn-ea"/>
              </a:rPr>
              <a:t>各泵站服务范围以道路/河道为界</a:t>
            </a:r>
            <a:endParaRPr>
              <a:sym typeface="+mn-ea"/>
            </a:endParaRPr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" y="0"/>
            <a:ext cx="9587230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数据分类总览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95689" y="6394768"/>
            <a:ext cx="2909888" cy="206381"/>
          </a:xfrm>
        </p:spPr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7530" y="1514475"/>
          <a:ext cx="11047730" cy="4727448"/>
        </p:xfrm>
        <a:graphic>
          <a:graphicData uri="http://schemas.openxmlformats.org/drawingml/2006/table">
            <a:tbl>
              <a:tblPr/>
              <a:tblGrid>
                <a:gridCol w="981710"/>
                <a:gridCol w="3068955"/>
                <a:gridCol w="3314065"/>
                <a:gridCol w="3683000"/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类别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数据项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Date1泵站资料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组委会提供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约束管网拓扑与调控对象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</a:t>
                      </a:r>
                      <a:endParaRPr lang="en-US" sz="1400" b="1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上海水务局水情信息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data.sh.gov.cn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模拟场景实测降雨驱动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Köln-Weiden数据集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Zenodo 6992694 (CC-BY-4.0)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方法有效性验证主数据集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</a:t>
                      </a:r>
                      <a:endParaRPr lang="en-US" sz="1400" b="1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BSM2基准进水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GitHub (BSD)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进水模式量级参照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NOAA ISD / ERA5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NOAA / Open-Meteo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与水情信息互校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SWMM示例管网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GitHub pyswmm (MIT)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SWMM建模范式参考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UCI污水厂日运行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UCI ML Repository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进水-出水关系对照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7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模拟</a:t>
                      </a:r>
                      <a:endParaRPr lang="en-US" sz="1400" b="1" dirty="0">
                        <a:solidFill>
                          <a:srgbClr val="FF57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管网节点液位/流量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参数化生成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泰和场景训练与验证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模拟</a:t>
                      </a:r>
                      <a:endParaRPr lang="en-US" sz="1400" b="1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厂前进水水量水质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参数化生成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泰和场景预测目标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7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模拟</a:t>
                      </a:r>
                      <a:endParaRPr lang="en-US" sz="1400" b="1" dirty="0">
                        <a:solidFill>
                          <a:srgbClr val="FF57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设计暴雨过程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上海暴雨公式生成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极端场景压力测试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262380" y="1028700"/>
            <a:ext cx="95510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严格区分真实数据与模拟数据，真实数据下载入库并标注来源与许可，模拟数据明确标注生成方式与参数</a:t>
            </a:r>
            <a:endParaRPr lang="en-US" alt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ŝ1iḑ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ŝ1ïḓê"/>
          <p:cNvSpPr>
            <a:spLocks noGrp="1"/>
          </p:cNvSpPr>
          <p:nvPr>
            <p:ph type="title"/>
          </p:nvPr>
        </p:nvSpPr>
        <p:spPr>
          <a:xfrm>
            <a:off x="0" y="0"/>
            <a:ext cx="951928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r>
              <a:rPr sz="4000">
                <a:solidFill>
                  <a:schemeClr val="bg1"/>
                </a:solidFill>
                <a:sym typeface="+mn-ea"/>
              </a:rPr>
              <a:t>真实数据</a:t>
            </a:r>
            <a:r>
              <a:rPr lang="zh-CN" sz="4000">
                <a:solidFill>
                  <a:schemeClr val="bg1"/>
                </a:solidFill>
                <a:sym typeface="+mn-ea"/>
              </a:rPr>
              <a:t>来源</a:t>
            </a:r>
            <a:endParaRPr lang="zh-CN" sz="4000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ï$1íḍê"/>
          <p:cNvSpPr>
            <a:spLocks noGrp="1"/>
          </p:cNvSpPr>
          <p:nvPr>
            <p:ph type="sldNum" sz="quarter" idx="12"/>
          </p:nvPr>
        </p:nvSpPr>
        <p:spPr>
          <a:xfrm>
            <a:off x="10073004" y="6465888"/>
            <a:ext cx="2909888" cy="206381"/>
          </a:xfrm>
        </p:spPr>
        <p:txBody>
          <a:bodyPr/>
          <a:lstStyle/>
          <a:p>
            <a:pPr algn="ctr"/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743" name="íṩľîḓ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-36195" y="1480185"/>
            <a:ext cx="11168380" cy="4715510"/>
            <a:chOff x="669925" y="1561649"/>
            <a:chExt cx="9312275" cy="4545628"/>
          </a:xfrm>
        </p:grpSpPr>
        <p:grpSp>
          <p:nvGrpSpPr>
            <p:cNvPr id="744" name="ïşḷiḋè"/>
            <p:cNvGrpSpPr/>
            <p:nvPr/>
          </p:nvGrpSpPr>
          <p:grpSpPr>
            <a:xfrm>
              <a:off x="2009144" y="1561649"/>
              <a:ext cx="7973056" cy="4545628"/>
              <a:chOff x="2009144" y="1561649"/>
              <a:chExt cx="7973056" cy="4545628"/>
            </a:xfrm>
          </p:grpSpPr>
          <p:sp>
            <p:nvSpPr>
              <p:cNvPr id="763" name="ïšļîḋê"/>
              <p:cNvSpPr/>
              <p:nvPr/>
            </p:nvSpPr>
            <p:spPr bwMode="auto">
              <a:xfrm>
                <a:off x="6964028" y="1708927"/>
                <a:ext cx="62475" cy="39940"/>
              </a:xfrm>
              <a:custGeom>
                <a:avLst/>
                <a:gdLst>
                  <a:gd name="T0" fmla="*/ 7 w 14"/>
                  <a:gd name="T1" fmla="*/ 0 h 8"/>
                  <a:gd name="T2" fmla="*/ 8 w 14"/>
                  <a:gd name="T3" fmla="*/ 2 h 8"/>
                  <a:gd name="T4" fmla="*/ 11 w 14"/>
                  <a:gd name="T5" fmla="*/ 7 h 8"/>
                  <a:gd name="T6" fmla="*/ 5 w 14"/>
                  <a:gd name="T7" fmla="*/ 4 h 8"/>
                  <a:gd name="T8" fmla="*/ 7 w 14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7" y="0"/>
                    </a:moveTo>
                    <a:cubicBezTo>
                      <a:pt x="8" y="0"/>
                      <a:pt x="8" y="1"/>
                      <a:pt x="8" y="2"/>
                    </a:cubicBezTo>
                    <a:cubicBezTo>
                      <a:pt x="10" y="4"/>
                      <a:pt x="14" y="4"/>
                      <a:pt x="11" y="7"/>
                    </a:cubicBezTo>
                    <a:cubicBezTo>
                      <a:pt x="7" y="8"/>
                      <a:pt x="9" y="2"/>
                      <a:pt x="5" y="4"/>
                    </a:cubicBezTo>
                    <a:cubicBezTo>
                      <a:pt x="0" y="2"/>
                      <a:pt x="10" y="4"/>
                      <a:pt x="7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64" name="íşlîḑe"/>
              <p:cNvSpPr/>
              <p:nvPr/>
            </p:nvSpPr>
            <p:spPr bwMode="auto">
              <a:xfrm>
                <a:off x="7804204" y="1708927"/>
                <a:ext cx="112023" cy="69894"/>
              </a:xfrm>
              <a:custGeom>
                <a:avLst/>
                <a:gdLst>
                  <a:gd name="T0" fmla="*/ 25 w 26"/>
                  <a:gd name="T1" fmla="*/ 10 h 14"/>
                  <a:gd name="T2" fmla="*/ 15 w 26"/>
                  <a:gd name="T3" fmla="*/ 13 h 14"/>
                  <a:gd name="T4" fmla="*/ 2 w 26"/>
                  <a:gd name="T5" fmla="*/ 13 h 14"/>
                  <a:gd name="T6" fmla="*/ 0 w 26"/>
                  <a:gd name="T7" fmla="*/ 10 h 14"/>
                  <a:gd name="T8" fmla="*/ 20 w 26"/>
                  <a:gd name="T9" fmla="*/ 0 h 14"/>
                  <a:gd name="T10" fmla="*/ 24 w 26"/>
                  <a:gd name="T11" fmla="*/ 3 h 14"/>
                  <a:gd name="T12" fmla="*/ 21 w 26"/>
                  <a:gd name="T13" fmla="*/ 4 h 14"/>
                  <a:gd name="T14" fmla="*/ 25 w 26"/>
                  <a:gd name="T15" fmla="*/ 1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14">
                    <a:moveTo>
                      <a:pt x="25" y="10"/>
                    </a:moveTo>
                    <a:cubicBezTo>
                      <a:pt x="21" y="11"/>
                      <a:pt x="15" y="9"/>
                      <a:pt x="15" y="13"/>
                    </a:cubicBezTo>
                    <a:cubicBezTo>
                      <a:pt x="13" y="11"/>
                      <a:pt x="7" y="14"/>
                      <a:pt x="2" y="13"/>
                    </a:cubicBezTo>
                    <a:cubicBezTo>
                      <a:pt x="3" y="11"/>
                      <a:pt x="1" y="11"/>
                      <a:pt x="0" y="10"/>
                    </a:cubicBezTo>
                    <a:cubicBezTo>
                      <a:pt x="2" y="3"/>
                      <a:pt x="10" y="0"/>
                      <a:pt x="20" y="0"/>
                    </a:cubicBezTo>
                    <a:cubicBezTo>
                      <a:pt x="18" y="4"/>
                      <a:pt x="23" y="2"/>
                      <a:pt x="24" y="3"/>
                    </a:cubicBezTo>
                    <a:cubicBezTo>
                      <a:pt x="24" y="4"/>
                      <a:pt x="21" y="4"/>
                      <a:pt x="21" y="4"/>
                    </a:cubicBezTo>
                    <a:cubicBezTo>
                      <a:pt x="21" y="6"/>
                      <a:pt x="26" y="5"/>
                      <a:pt x="25" y="1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65" name="íṥļîḍe"/>
              <p:cNvSpPr/>
              <p:nvPr/>
            </p:nvSpPr>
            <p:spPr bwMode="auto">
              <a:xfrm>
                <a:off x="7147144" y="1713920"/>
                <a:ext cx="56012" cy="39940"/>
              </a:xfrm>
              <a:custGeom>
                <a:avLst/>
                <a:gdLst>
                  <a:gd name="T0" fmla="*/ 13 w 13"/>
                  <a:gd name="T1" fmla="*/ 2 h 8"/>
                  <a:gd name="T2" fmla="*/ 12 w 13"/>
                  <a:gd name="T3" fmla="*/ 7 h 8"/>
                  <a:gd name="T4" fmla="*/ 7 w 13"/>
                  <a:gd name="T5" fmla="*/ 8 h 8"/>
                  <a:gd name="T6" fmla="*/ 1 w 13"/>
                  <a:gd name="T7" fmla="*/ 4 h 8"/>
                  <a:gd name="T8" fmla="*/ 8 w 13"/>
                  <a:gd name="T9" fmla="*/ 4 h 8"/>
                  <a:gd name="T10" fmla="*/ 13 w 13"/>
                  <a:gd name="T11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8">
                    <a:moveTo>
                      <a:pt x="13" y="2"/>
                    </a:moveTo>
                    <a:cubicBezTo>
                      <a:pt x="12" y="3"/>
                      <a:pt x="12" y="5"/>
                      <a:pt x="12" y="7"/>
                    </a:cubicBezTo>
                    <a:cubicBezTo>
                      <a:pt x="9" y="6"/>
                      <a:pt x="9" y="8"/>
                      <a:pt x="7" y="8"/>
                    </a:cubicBezTo>
                    <a:cubicBezTo>
                      <a:pt x="5" y="7"/>
                      <a:pt x="0" y="8"/>
                      <a:pt x="1" y="4"/>
                    </a:cubicBezTo>
                    <a:cubicBezTo>
                      <a:pt x="4" y="5"/>
                      <a:pt x="5" y="2"/>
                      <a:pt x="8" y="4"/>
                    </a:cubicBezTo>
                    <a:cubicBezTo>
                      <a:pt x="10" y="4"/>
                      <a:pt x="9" y="0"/>
                      <a:pt x="13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66" name="î$ľiḑe"/>
              <p:cNvSpPr/>
              <p:nvPr/>
            </p:nvSpPr>
            <p:spPr bwMode="auto">
              <a:xfrm>
                <a:off x="6795993" y="1733889"/>
                <a:ext cx="73246" cy="44932"/>
              </a:xfrm>
              <a:custGeom>
                <a:avLst/>
                <a:gdLst>
                  <a:gd name="T0" fmla="*/ 16 w 17"/>
                  <a:gd name="T1" fmla="*/ 0 h 9"/>
                  <a:gd name="T2" fmla="*/ 13 w 17"/>
                  <a:gd name="T3" fmla="*/ 4 h 9"/>
                  <a:gd name="T4" fmla="*/ 10 w 17"/>
                  <a:gd name="T5" fmla="*/ 8 h 9"/>
                  <a:gd name="T6" fmla="*/ 7 w 17"/>
                  <a:gd name="T7" fmla="*/ 5 h 9"/>
                  <a:gd name="T8" fmla="*/ 3 w 17"/>
                  <a:gd name="T9" fmla="*/ 7 h 9"/>
                  <a:gd name="T10" fmla="*/ 1 w 17"/>
                  <a:gd name="T11" fmla="*/ 4 h 9"/>
                  <a:gd name="T12" fmla="*/ 7 w 17"/>
                  <a:gd name="T13" fmla="*/ 3 h 9"/>
                  <a:gd name="T14" fmla="*/ 7 w 17"/>
                  <a:gd name="T15" fmla="*/ 2 h 9"/>
                  <a:gd name="T16" fmla="*/ 16 w 17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9">
                    <a:moveTo>
                      <a:pt x="16" y="0"/>
                    </a:moveTo>
                    <a:cubicBezTo>
                      <a:pt x="17" y="3"/>
                      <a:pt x="14" y="2"/>
                      <a:pt x="13" y="4"/>
                    </a:cubicBezTo>
                    <a:cubicBezTo>
                      <a:pt x="13" y="5"/>
                      <a:pt x="12" y="7"/>
                      <a:pt x="10" y="8"/>
                    </a:cubicBezTo>
                    <a:cubicBezTo>
                      <a:pt x="7" y="9"/>
                      <a:pt x="8" y="6"/>
                      <a:pt x="7" y="5"/>
                    </a:cubicBezTo>
                    <a:cubicBezTo>
                      <a:pt x="7" y="5"/>
                      <a:pt x="5" y="7"/>
                      <a:pt x="3" y="7"/>
                    </a:cubicBezTo>
                    <a:cubicBezTo>
                      <a:pt x="3" y="6"/>
                      <a:pt x="2" y="4"/>
                      <a:pt x="1" y="4"/>
                    </a:cubicBezTo>
                    <a:cubicBezTo>
                      <a:pt x="0" y="1"/>
                      <a:pt x="6" y="4"/>
                      <a:pt x="7" y="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10" y="1"/>
                      <a:pt x="12" y="1"/>
                      <a:pt x="1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67" name="îṡḻídê"/>
              <p:cNvSpPr/>
              <p:nvPr/>
            </p:nvSpPr>
            <p:spPr bwMode="auto">
              <a:xfrm>
                <a:off x="7082515" y="1733889"/>
                <a:ext cx="56012" cy="19970"/>
              </a:xfrm>
              <a:custGeom>
                <a:avLst/>
                <a:gdLst>
                  <a:gd name="T0" fmla="*/ 12 w 13"/>
                  <a:gd name="T1" fmla="*/ 4 h 4"/>
                  <a:gd name="T2" fmla="*/ 2 w 13"/>
                  <a:gd name="T3" fmla="*/ 4 h 4"/>
                  <a:gd name="T4" fmla="*/ 5 w 13"/>
                  <a:gd name="T5" fmla="*/ 0 h 4"/>
                  <a:gd name="T6" fmla="*/ 12 w 13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4">
                    <a:moveTo>
                      <a:pt x="12" y="4"/>
                    </a:moveTo>
                    <a:cubicBezTo>
                      <a:pt x="8" y="4"/>
                      <a:pt x="5" y="4"/>
                      <a:pt x="2" y="4"/>
                    </a:cubicBezTo>
                    <a:cubicBezTo>
                      <a:pt x="0" y="0"/>
                      <a:pt x="6" y="3"/>
                      <a:pt x="5" y="0"/>
                    </a:cubicBezTo>
                    <a:cubicBezTo>
                      <a:pt x="6" y="3"/>
                      <a:pt x="13" y="0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68" name="isḷîḋè"/>
              <p:cNvSpPr/>
              <p:nvPr/>
            </p:nvSpPr>
            <p:spPr bwMode="auto">
              <a:xfrm>
                <a:off x="6994189" y="1758852"/>
                <a:ext cx="75401" cy="29955"/>
              </a:xfrm>
              <a:custGeom>
                <a:avLst/>
                <a:gdLst>
                  <a:gd name="T0" fmla="*/ 12 w 17"/>
                  <a:gd name="T1" fmla="*/ 0 h 6"/>
                  <a:gd name="T2" fmla="*/ 12 w 17"/>
                  <a:gd name="T3" fmla="*/ 5 h 6"/>
                  <a:gd name="T4" fmla="*/ 0 w 17"/>
                  <a:gd name="T5" fmla="*/ 4 h 6"/>
                  <a:gd name="T6" fmla="*/ 12 w 17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6">
                    <a:moveTo>
                      <a:pt x="12" y="0"/>
                    </a:moveTo>
                    <a:cubicBezTo>
                      <a:pt x="17" y="2"/>
                      <a:pt x="11" y="2"/>
                      <a:pt x="12" y="5"/>
                    </a:cubicBezTo>
                    <a:cubicBezTo>
                      <a:pt x="8" y="5"/>
                      <a:pt x="2" y="6"/>
                      <a:pt x="0" y="4"/>
                    </a:cubicBezTo>
                    <a:cubicBezTo>
                      <a:pt x="2" y="1"/>
                      <a:pt x="9" y="3"/>
                      <a:pt x="12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69" name="ï$1íďè"/>
              <p:cNvSpPr/>
              <p:nvPr/>
            </p:nvSpPr>
            <p:spPr bwMode="auto">
              <a:xfrm>
                <a:off x="3508535" y="1783814"/>
                <a:ext cx="30160" cy="24962"/>
              </a:xfrm>
              <a:custGeom>
                <a:avLst/>
                <a:gdLst>
                  <a:gd name="T0" fmla="*/ 0 w 7"/>
                  <a:gd name="T1" fmla="*/ 0 h 5"/>
                  <a:gd name="T2" fmla="*/ 6 w 7"/>
                  <a:gd name="T3" fmla="*/ 5 h 5"/>
                  <a:gd name="T4" fmla="*/ 0 w 7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cubicBezTo>
                      <a:pt x="4" y="0"/>
                      <a:pt x="7" y="1"/>
                      <a:pt x="6" y="5"/>
                    </a:cubicBezTo>
                    <a:cubicBezTo>
                      <a:pt x="5" y="3"/>
                      <a:pt x="0" y="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0" name="îšḻíḋè"/>
              <p:cNvSpPr/>
              <p:nvPr/>
            </p:nvSpPr>
            <p:spPr bwMode="auto">
              <a:xfrm>
                <a:off x="7842982" y="1783814"/>
                <a:ext cx="124949" cy="69894"/>
              </a:xfrm>
              <a:custGeom>
                <a:avLst/>
                <a:gdLst>
                  <a:gd name="T0" fmla="*/ 26 w 29"/>
                  <a:gd name="T1" fmla="*/ 3 h 14"/>
                  <a:gd name="T2" fmla="*/ 28 w 29"/>
                  <a:gd name="T3" fmla="*/ 9 h 14"/>
                  <a:gd name="T4" fmla="*/ 16 w 29"/>
                  <a:gd name="T5" fmla="*/ 13 h 14"/>
                  <a:gd name="T6" fmla="*/ 13 w 29"/>
                  <a:gd name="T7" fmla="*/ 12 h 14"/>
                  <a:gd name="T8" fmla="*/ 8 w 29"/>
                  <a:gd name="T9" fmla="*/ 12 h 14"/>
                  <a:gd name="T10" fmla="*/ 8 w 29"/>
                  <a:gd name="T11" fmla="*/ 9 h 14"/>
                  <a:gd name="T12" fmla="*/ 4 w 29"/>
                  <a:gd name="T13" fmla="*/ 10 h 14"/>
                  <a:gd name="T14" fmla="*/ 6 w 29"/>
                  <a:gd name="T15" fmla="*/ 8 h 14"/>
                  <a:gd name="T16" fmla="*/ 1 w 29"/>
                  <a:gd name="T17" fmla="*/ 7 h 14"/>
                  <a:gd name="T18" fmla="*/ 3 w 29"/>
                  <a:gd name="T19" fmla="*/ 4 h 14"/>
                  <a:gd name="T20" fmla="*/ 7 w 29"/>
                  <a:gd name="T21" fmla="*/ 2 h 14"/>
                  <a:gd name="T22" fmla="*/ 18 w 29"/>
                  <a:gd name="T23" fmla="*/ 0 h 14"/>
                  <a:gd name="T24" fmla="*/ 18 w 29"/>
                  <a:gd name="T25" fmla="*/ 3 h 14"/>
                  <a:gd name="T26" fmla="*/ 26 w 29"/>
                  <a:gd name="T27" fmla="*/ 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14">
                    <a:moveTo>
                      <a:pt x="26" y="3"/>
                    </a:moveTo>
                    <a:cubicBezTo>
                      <a:pt x="25" y="7"/>
                      <a:pt x="21" y="9"/>
                      <a:pt x="28" y="9"/>
                    </a:cubicBezTo>
                    <a:cubicBezTo>
                      <a:pt x="29" y="14"/>
                      <a:pt x="21" y="13"/>
                      <a:pt x="16" y="13"/>
                    </a:cubicBezTo>
                    <a:cubicBezTo>
                      <a:pt x="14" y="13"/>
                      <a:pt x="14" y="13"/>
                      <a:pt x="13" y="12"/>
                    </a:cubicBezTo>
                    <a:cubicBezTo>
                      <a:pt x="11" y="9"/>
                      <a:pt x="11" y="14"/>
                      <a:pt x="8" y="12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7" y="9"/>
                      <a:pt x="6" y="11"/>
                      <a:pt x="4" y="10"/>
                    </a:cubicBezTo>
                    <a:cubicBezTo>
                      <a:pt x="4" y="10"/>
                      <a:pt x="6" y="8"/>
                      <a:pt x="6" y="8"/>
                    </a:cubicBezTo>
                    <a:cubicBezTo>
                      <a:pt x="5" y="7"/>
                      <a:pt x="0" y="9"/>
                      <a:pt x="1" y="7"/>
                    </a:cubicBezTo>
                    <a:cubicBezTo>
                      <a:pt x="0" y="4"/>
                      <a:pt x="2" y="5"/>
                      <a:pt x="3" y="4"/>
                    </a:cubicBezTo>
                    <a:cubicBezTo>
                      <a:pt x="5" y="3"/>
                      <a:pt x="4" y="2"/>
                      <a:pt x="7" y="2"/>
                    </a:cubicBezTo>
                    <a:cubicBezTo>
                      <a:pt x="8" y="1"/>
                      <a:pt x="14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20" y="4"/>
                      <a:pt x="25" y="2"/>
                      <a:pt x="26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1" name="i$ļîḍe"/>
              <p:cNvSpPr/>
              <p:nvPr/>
            </p:nvSpPr>
            <p:spPr bwMode="auto">
              <a:xfrm>
                <a:off x="7791279" y="1783814"/>
                <a:ext cx="47395" cy="39940"/>
              </a:xfrm>
              <a:custGeom>
                <a:avLst/>
                <a:gdLst>
                  <a:gd name="T0" fmla="*/ 11 w 11"/>
                  <a:gd name="T1" fmla="*/ 4 h 8"/>
                  <a:gd name="T2" fmla="*/ 8 w 11"/>
                  <a:gd name="T3" fmla="*/ 4 h 8"/>
                  <a:gd name="T4" fmla="*/ 6 w 11"/>
                  <a:gd name="T5" fmla="*/ 7 h 8"/>
                  <a:gd name="T6" fmla="*/ 0 w 11"/>
                  <a:gd name="T7" fmla="*/ 4 h 8"/>
                  <a:gd name="T8" fmla="*/ 11 w 11"/>
                  <a:gd name="T9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8">
                    <a:moveTo>
                      <a:pt x="11" y="4"/>
                    </a:moveTo>
                    <a:cubicBezTo>
                      <a:pt x="10" y="6"/>
                      <a:pt x="9" y="4"/>
                      <a:pt x="8" y="4"/>
                    </a:cubicBezTo>
                    <a:cubicBezTo>
                      <a:pt x="6" y="4"/>
                      <a:pt x="7" y="6"/>
                      <a:pt x="6" y="7"/>
                    </a:cubicBezTo>
                    <a:cubicBezTo>
                      <a:pt x="2" y="8"/>
                      <a:pt x="4" y="3"/>
                      <a:pt x="0" y="4"/>
                    </a:cubicBezTo>
                    <a:cubicBezTo>
                      <a:pt x="2" y="0"/>
                      <a:pt x="8" y="3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2" name="išlíďê"/>
              <p:cNvSpPr/>
              <p:nvPr/>
            </p:nvSpPr>
            <p:spPr bwMode="auto">
              <a:xfrm>
                <a:off x="3396512" y="1828746"/>
                <a:ext cx="129258" cy="82376"/>
              </a:xfrm>
              <a:custGeom>
                <a:avLst/>
                <a:gdLst>
                  <a:gd name="T0" fmla="*/ 21 w 30"/>
                  <a:gd name="T1" fmla="*/ 4 h 16"/>
                  <a:gd name="T2" fmla="*/ 25 w 30"/>
                  <a:gd name="T3" fmla="*/ 9 h 16"/>
                  <a:gd name="T4" fmla="*/ 29 w 30"/>
                  <a:gd name="T5" fmla="*/ 15 h 16"/>
                  <a:gd name="T6" fmla="*/ 25 w 30"/>
                  <a:gd name="T7" fmla="*/ 15 h 16"/>
                  <a:gd name="T8" fmla="*/ 25 w 30"/>
                  <a:gd name="T9" fmla="*/ 13 h 16"/>
                  <a:gd name="T10" fmla="*/ 22 w 30"/>
                  <a:gd name="T11" fmla="*/ 12 h 16"/>
                  <a:gd name="T12" fmla="*/ 6 w 30"/>
                  <a:gd name="T13" fmla="*/ 10 h 16"/>
                  <a:gd name="T14" fmla="*/ 10 w 30"/>
                  <a:gd name="T15" fmla="*/ 8 h 16"/>
                  <a:gd name="T16" fmla="*/ 7 w 30"/>
                  <a:gd name="T17" fmla="*/ 5 h 16"/>
                  <a:gd name="T18" fmla="*/ 0 w 30"/>
                  <a:gd name="T19" fmla="*/ 1 h 16"/>
                  <a:gd name="T20" fmla="*/ 10 w 30"/>
                  <a:gd name="T21" fmla="*/ 1 h 16"/>
                  <a:gd name="T22" fmla="*/ 12 w 30"/>
                  <a:gd name="T23" fmla="*/ 4 h 16"/>
                  <a:gd name="T24" fmla="*/ 17 w 30"/>
                  <a:gd name="T25" fmla="*/ 4 h 16"/>
                  <a:gd name="T26" fmla="*/ 21 w 30"/>
                  <a:gd name="T27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0" h="16">
                    <a:moveTo>
                      <a:pt x="21" y="4"/>
                    </a:moveTo>
                    <a:cubicBezTo>
                      <a:pt x="23" y="5"/>
                      <a:pt x="24" y="7"/>
                      <a:pt x="25" y="9"/>
                    </a:cubicBezTo>
                    <a:cubicBezTo>
                      <a:pt x="26" y="11"/>
                      <a:pt x="30" y="12"/>
                      <a:pt x="29" y="15"/>
                    </a:cubicBezTo>
                    <a:cubicBezTo>
                      <a:pt x="28" y="15"/>
                      <a:pt x="25" y="16"/>
                      <a:pt x="25" y="15"/>
                    </a:cubicBezTo>
                    <a:cubicBezTo>
                      <a:pt x="25" y="15"/>
                      <a:pt x="25" y="13"/>
                      <a:pt x="25" y="13"/>
                    </a:cubicBezTo>
                    <a:cubicBezTo>
                      <a:pt x="25" y="13"/>
                      <a:pt x="21" y="15"/>
                      <a:pt x="22" y="12"/>
                    </a:cubicBezTo>
                    <a:cubicBezTo>
                      <a:pt x="15" y="11"/>
                      <a:pt x="10" y="11"/>
                      <a:pt x="6" y="10"/>
                    </a:cubicBezTo>
                    <a:cubicBezTo>
                      <a:pt x="5" y="8"/>
                      <a:pt x="8" y="8"/>
                      <a:pt x="10" y="8"/>
                    </a:cubicBezTo>
                    <a:cubicBezTo>
                      <a:pt x="9" y="6"/>
                      <a:pt x="7" y="7"/>
                      <a:pt x="7" y="5"/>
                    </a:cubicBezTo>
                    <a:cubicBezTo>
                      <a:pt x="2" y="4"/>
                      <a:pt x="0" y="7"/>
                      <a:pt x="0" y="1"/>
                    </a:cubicBezTo>
                    <a:cubicBezTo>
                      <a:pt x="3" y="0"/>
                      <a:pt x="7" y="1"/>
                      <a:pt x="10" y="1"/>
                    </a:cubicBezTo>
                    <a:cubicBezTo>
                      <a:pt x="12" y="2"/>
                      <a:pt x="12" y="2"/>
                      <a:pt x="12" y="4"/>
                    </a:cubicBezTo>
                    <a:cubicBezTo>
                      <a:pt x="14" y="5"/>
                      <a:pt x="17" y="0"/>
                      <a:pt x="17" y="4"/>
                    </a:cubicBezTo>
                    <a:cubicBezTo>
                      <a:pt x="17" y="6"/>
                      <a:pt x="21" y="6"/>
                      <a:pt x="21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3" name="ïṧḻíḑé"/>
              <p:cNvSpPr/>
              <p:nvPr/>
            </p:nvSpPr>
            <p:spPr bwMode="auto">
              <a:xfrm>
                <a:off x="7972240" y="1828746"/>
                <a:ext cx="131413" cy="77384"/>
              </a:xfrm>
              <a:custGeom>
                <a:avLst/>
                <a:gdLst>
                  <a:gd name="T0" fmla="*/ 12 w 30"/>
                  <a:gd name="T1" fmla="*/ 0 h 15"/>
                  <a:gd name="T2" fmla="*/ 17 w 30"/>
                  <a:gd name="T3" fmla="*/ 4 h 15"/>
                  <a:gd name="T4" fmla="*/ 19 w 30"/>
                  <a:gd name="T5" fmla="*/ 1 h 15"/>
                  <a:gd name="T6" fmla="*/ 21 w 30"/>
                  <a:gd name="T7" fmla="*/ 4 h 15"/>
                  <a:gd name="T8" fmla="*/ 24 w 30"/>
                  <a:gd name="T9" fmla="*/ 4 h 15"/>
                  <a:gd name="T10" fmla="*/ 24 w 30"/>
                  <a:gd name="T11" fmla="*/ 5 h 15"/>
                  <a:gd name="T12" fmla="*/ 29 w 30"/>
                  <a:gd name="T13" fmla="*/ 6 h 15"/>
                  <a:gd name="T14" fmla="*/ 20 w 30"/>
                  <a:gd name="T15" fmla="*/ 9 h 15"/>
                  <a:gd name="T16" fmla="*/ 19 w 30"/>
                  <a:gd name="T17" fmla="*/ 12 h 15"/>
                  <a:gd name="T18" fmla="*/ 7 w 30"/>
                  <a:gd name="T19" fmla="*/ 12 h 15"/>
                  <a:gd name="T20" fmla="*/ 6 w 30"/>
                  <a:gd name="T21" fmla="*/ 14 h 15"/>
                  <a:gd name="T22" fmla="*/ 1 w 30"/>
                  <a:gd name="T23" fmla="*/ 13 h 15"/>
                  <a:gd name="T24" fmla="*/ 1 w 30"/>
                  <a:gd name="T25" fmla="*/ 9 h 15"/>
                  <a:gd name="T26" fmla="*/ 3 w 30"/>
                  <a:gd name="T27" fmla="*/ 9 h 15"/>
                  <a:gd name="T28" fmla="*/ 5 w 30"/>
                  <a:gd name="T29" fmla="*/ 5 h 15"/>
                  <a:gd name="T30" fmla="*/ 7 w 30"/>
                  <a:gd name="T31" fmla="*/ 5 h 15"/>
                  <a:gd name="T32" fmla="*/ 12 w 30"/>
                  <a:gd name="T3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0" h="15">
                    <a:moveTo>
                      <a:pt x="12" y="0"/>
                    </a:moveTo>
                    <a:cubicBezTo>
                      <a:pt x="13" y="2"/>
                      <a:pt x="18" y="0"/>
                      <a:pt x="17" y="4"/>
                    </a:cubicBezTo>
                    <a:cubicBezTo>
                      <a:pt x="19" y="5"/>
                      <a:pt x="18" y="1"/>
                      <a:pt x="19" y="1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22" y="4"/>
                      <a:pt x="23" y="4"/>
                      <a:pt x="24" y="4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5" y="6"/>
                      <a:pt x="29" y="4"/>
                      <a:pt x="29" y="6"/>
                    </a:cubicBezTo>
                    <a:cubicBezTo>
                      <a:pt x="30" y="11"/>
                      <a:pt x="23" y="8"/>
                      <a:pt x="20" y="9"/>
                    </a:cubicBezTo>
                    <a:cubicBezTo>
                      <a:pt x="18" y="8"/>
                      <a:pt x="19" y="11"/>
                      <a:pt x="19" y="12"/>
                    </a:cubicBezTo>
                    <a:cubicBezTo>
                      <a:pt x="16" y="13"/>
                      <a:pt x="9" y="12"/>
                      <a:pt x="7" y="12"/>
                    </a:cubicBezTo>
                    <a:cubicBezTo>
                      <a:pt x="6" y="12"/>
                      <a:pt x="6" y="13"/>
                      <a:pt x="6" y="14"/>
                    </a:cubicBezTo>
                    <a:cubicBezTo>
                      <a:pt x="3" y="12"/>
                      <a:pt x="3" y="15"/>
                      <a:pt x="1" y="13"/>
                    </a:cubicBezTo>
                    <a:cubicBezTo>
                      <a:pt x="1" y="12"/>
                      <a:pt x="0" y="10"/>
                      <a:pt x="1" y="9"/>
                    </a:cubicBezTo>
                    <a:cubicBezTo>
                      <a:pt x="1" y="9"/>
                      <a:pt x="3" y="9"/>
                      <a:pt x="3" y="9"/>
                    </a:cubicBezTo>
                    <a:cubicBezTo>
                      <a:pt x="4" y="8"/>
                      <a:pt x="4" y="6"/>
                      <a:pt x="5" y="5"/>
                    </a:cubicBezTo>
                    <a:cubicBezTo>
                      <a:pt x="5" y="5"/>
                      <a:pt x="7" y="6"/>
                      <a:pt x="7" y="5"/>
                    </a:cubicBezTo>
                    <a:cubicBezTo>
                      <a:pt x="9" y="3"/>
                      <a:pt x="11" y="3"/>
                      <a:pt x="12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4" name="íŝliḓe"/>
              <p:cNvSpPr/>
              <p:nvPr/>
            </p:nvSpPr>
            <p:spPr bwMode="auto">
              <a:xfrm>
                <a:off x="3191854" y="1906128"/>
                <a:ext cx="0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400"/>
              </a:p>
            </p:txBody>
          </p:sp>
          <p:sp>
            <p:nvSpPr>
              <p:cNvPr id="775" name="iṡlïḍé"/>
              <p:cNvSpPr/>
              <p:nvPr/>
            </p:nvSpPr>
            <p:spPr bwMode="auto">
              <a:xfrm>
                <a:off x="3191854" y="1906128"/>
                <a:ext cx="0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400"/>
              </a:p>
            </p:txBody>
          </p:sp>
          <p:sp>
            <p:nvSpPr>
              <p:cNvPr id="776" name="íṩ1îḍê"/>
              <p:cNvSpPr/>
              <p:nvPr/>
            </p:nvSpPr>
            <p:spPr bwMode="auto">
              <a:xfrm>
                <a:off x="3217706" y="1896143"/>
                <a:ext cx="73246" cy="44932"/>
              </a:xfrm>
              <a:custGeom>
                <a:avLst/>
                <a:gdLst>
                  <a:gd name="T0" fmla="*/ 15 w 17"/>
                  <a:gd name="T1" fmla="*/ 2 h 9"/>
                  <a:gd name="T2" fmla="*/ 4 w 17"/>
                  <a:gd name="T3" fmla="*/ 9 h 9"/>
                  <a:gd name="T4" fmla="*/ 0 w 17"/>
                  <a:gd name="T5" fmla="*/ 5 h 9"/>
                  <a:gd name="T6" fmla="*/ 8 w 17"/>
                  <a:gd name="T7" fmla="*/ 2 h 9"/>
                  <a:gd name="T8" fmla="*/ 15 w 17"/>
                  <a:gd name="T9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9">
                    <a:moveTo>
                      <a:pt x="15" y="2"/>
                    </a:moveTo>
                    <a:cubicBezTo>
                      <a:pt x="17" y="9"/>
                      <a:pt x="7" y="6"/>
                      <a:pt x="4" y="9"/>
                    </a:cubicBezTo>
                    <a:cubicBezTo>
                      <a:pt x="2" y="8"/>
                      <a:pt x="3" y="4"/>
                      <a:pt x="0" y="5"/>
                    </a:cubicBezTo>
                    <a:cubicBezTo>
                      <a:pt x="1" y="1"/>
                      <a:pt x="8" y="6"/>
                      <a:pt x="8" y="2"/>
                    </a:cubicBezTo>
                    <a:cubicBezTo>
                      <a:pt x="8" y="0"/>
                      <a:pt x="11" y="4"/>
                      <a:pt x="15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7" name="iṥḷîḑè"/>
              <p:cNvSpPr/>
              <p:nvPr/>
            </p:nvSpPr>
            <p:spPr bwMode="auto">
              <a:xfrm>
                <a:off x="3609788" y="1901136"/>
                <a:ext cx="60320" cy="39940"/>
              </a:xfrm>
              <a:custGeom>
                <a:avLst/>
                <a:gdLst>
                  <a:gd name="T0" fmla="*/ 12 w 14"/>
                  <a:gd name="T1" fmla="*/ 3 h 8"/>
                  <a:gd name="T2" fmla="*/ 12 w 14"/>
                  <a:gd name="T3" fmla="*/ 5 h 8"/>
                  <a:gd name="T4" fmla="*/ 9 w 14"/>
                  <a:gd name="T5" fmla="*/ 6 h 8"/>
                  <a:gd name="T6" fmla="*/ 7 w 14"/>
                  <a:gd name="T7" fmla="*/ 8 h 8"/>
                  <a:gd name="T8" fmla="*/ 4 w 14"/>
                  <a:gd name="T9" fmla="*/ 6 h 8"/>
                  <a:gd name="T10" fmla="*/ 2 w 14"/>
                  <a:gd name="T11" fmla="*/ 8 h 8"/>
                  <a:gd name="T12" fmla="*/ 1 w 14"/>
                  <a:gd name="T13" fmla="*/ 6 h 8"/>
                  <a:gd name="T14" fmla="*/ 12 w 14"/>
                  <a:gd name="T15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8">
                    <a:moveTo>
                      <a:pt x="12" y="3"/>
                    </a:moveTo>
                    <a:cubicBezTo>
                      <a:pt x="14" y="3"/>
                      <a:pt x="13" y="4"/>
                      <a:pt x="12" y="5"/>
                    </a:cubicBezTo>
                    <a:cubicBezTo>
                      <a:pt x="11" y="6"/>
                      <a:pt x="10" y="6"/>
                      <a:pt x="9" y="6"/>
                    </a:cubicBezTo>
                    <a:cubicBezTo>
                      <a:pt x="8" y="7"/>
                      <a:pt x="7" y="8"/>
                      <a:pt x="7" y="8"/>
                    </a:cubicBezTo>
                    <a:cubicBezTo>
                      <a:pt x="7" y="8"/>
                      <a:pt x="5" y="6"/>
                      <a:pt x="4" y="6"/>
                    </a:cubicBezTo>
                    <a:cubicBezTo>
                      <a:pt x="4" y="6"/>
                      <a:pt x="3" y="8"/>
                      <a:pt x="2" y="8"/>
                    </a:cubicBezTo>
                    <a:cubicBezTo>
                      <a:pt x="1" y="8"/>
                      <a:pt x="1" y="7"/>
                      <a:pt x="1" y="6"/>
                    </a:cubicBezTo>
                    <a:cubicBezTo>
                      <a:pt x="0" y="0"/>
                      <a:pt x="12" y="7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8" name="iṡľiḋe"/>
              <p:cNvSpPr/>
              <p:nvPr/>
            </p:nvSpPr>
            <p:spPr bwMode="auto">
              <a:xfrm>
                <a:off x="3379277" y="1921106"/>
                <a:ext cx="34469" cy="19970"/>
              </a:xfrm>
              <a:custGeom>
                <a:avLst/>
                <a:gdLst>
                  <a:gd name="T0" fmla="*/ 0 w 8"/>
                  <a:gd name="T1" fmla="*/ 2 h 4"/>
                  <a:gd name="T2" fmla="*/ 6 w 8"/>
                  <a:gd name="T3" fmla="*/ 4 h 4"/>
                  <a:gd name="T4" fmla="*/ 0 w 8"/>
                  <a:gd name="T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4">
                    <a:moveTo>
                      <a:pt x="0" y="2"/>
                    </a:moveTo>
                    <a:cubicBezTo>
                      <a:pt x="0" y="0"/>
                      <a:pt x="8" y="0"/>
                      <a:pt x="6" y="4"/>
                    </a:cubicBezTo>
                    <a:cubicBezTo>
                      <a:pt x="3" y="2"/>
                      <a:pt x="4" y="4"/>
                      <a:pt x="0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79" name="í$líḓé"/>
              <p:cNvSpPr/>
              <p:nvPr/>
            </p:nvSpPr>
            <p:spPr bwMode="auto">
              <a:xfrm>
                <a:off x="3721811" y="1926098"/>
                <a:ext cx="17234" cy="19970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4 h 4"/>
                  <a:gd name="T4" fmla="*/ 0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3" y="0"/>
                      <a:pt x="4" y="1"/>
                      <a:pt x="4" y="4"/>
                    </a:cubicBezTo>
                    <a:cubicBezTo>
                      <a:pt x="3" y="4"/>
                      <a:pt x="2" y="4"/>
                      <a:pt x="0" y="4"/>
                    </a:cubicBezTo>
                    <a:cubicBezTo>
                      <a:pt x="0" y="3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0" name="išľíḍe"/>
              <p:cNvSpPr/>
              <p:nvPr/>
            </p:nvSpPr>
            <p:spPr bwMode="auto">
              <a:xfrm>
                <a:off x="3573164" y="1956053"/>
                <a:ext cx="392082" cy="134796"/>
              </a:xfrm>
              <a:custGeom>
                <a:avLst/>
                <a:gdLst>
                  <a:gd name="T0" fmla="*/ 90 w 90"/>
                  <a:gd name="T1" fmla="*/ 15 h 27"/>
                  <a:gd name="T2" fmla="*/ 90 w 90"/>
                  <a:gd name="T3" fmla="*/ 22 h 27"/>
                  <a:gd name="T4" fmla="*/ 86 w 90"/>
                  <a:gd name="T5" fmla="*/ 24 h 27"/>
                  <a:gd name="T6" fmla="*/ 71 w 90"/>
                  <a:gd name="T7" fmla="*/ 24 h 27"/>
                  <a:gd name="T8" fmla="*/ 66 w 90"/>
                  <a:gd name="T9" fmla="*/ 27 h 27"/>
                  <a:gd name="T10" fmla="*/ 62 w 90"/>
                  <a:gd name="T11" fmla="*/ 26 h 27"/>
                  <a:gd name="T12" fmla="*/ 61 w 90"/>
                  <a:gd name="T13" fmla="*/ 27 h 27"/>
                  <a:gd name="T14" fmla="*/ 56 w 90"/>
                  <a:gd name="T15" fmla="*/ 27 h 27"/>
                  <a:gd name="T16" fmla="*/ 56 w 90"/>
                  <a:gd name="T17" fmla="*/ 26 h 27"/>
                  <a:gd name="T18" fmla="*/ 53 w 90"/>
                  <a:gd name="T19" fmla="*/ 27 h 27"/>
                  <a:gd name="T20" fmla="*/ 48 w 90"/>
                  <a:gd name="T21" fmla="*/ 24 h 27"/>
                  <a:gd name="T22" fmla="*/ 29 w 90"/>
                  <a:gd name="T23" fmla="*/ 24 h 27"/>
                  <a:gd name="T24" fmla="*/ 31 w 90"/>
                  <a:gd name="T25" fmla="*/ 22 h 27"/>
                  <a:gd name="T26" fmla="*/ 28 w 90"/>
                  <a:gd name="T27" fmla="*/ 20 h 27"/>
                  <a:gd name="T28" fmla="*/ 26 w 90"/>
                  <a:gd name="T29" fmla="*/ 15 h 27"/>
                  <a:gd name="T30" fmla="*/ 28 w 90"/>
                  <a:gd name="T31" fmla="*/ 13 h 27"/>
                  <a:gd name="T32" fmla="*/ 26 w 90"/>
                  <a:gd name="T33" fmla="*/ 8 h 27"/>
                  <a:gd name="T34" fmla="*/ 14 w 90"/>
                  <a:gd name="T35" fmla="*/ 9 h 27"/>
                  <a:gd name="T36" fmla="*/ 12 w 90"/>
                  <a:gd name="T37" fmla="*/ 7 h 27"/>
                  <a:gd name="T38" fmla="*/ 9 w 90"/>
                  <a:gd name="T39" fmla="*/ 5 h 27"/>
                  <a:gd name="T40" fmla="*/ 4 w 90"/>
                  <a:gd name="T41" fmla="*/ 7 h 27"/>
                  <a:gd name="T42" fmla="*/ 2 w 90"/>
                  <a:gd name="T43" fmla="*/ 2 h 27"/>
                  <a:gd name="T44" fmla="*/ 15 w 90"/>
                  <a:gd name="T45" fmla="*/ 0 h 27"/>
                  <a:gd name="T46" fmla="*/ 18 w 90"/>
                  <a:gd name="T47" fmla="*/ 2 h 27"/>
                  <a:gd name="T48" fmla="*/ 18 w 90"/>
                  <a:gd name="T49" fmla="*/ 4 h 27"/>
                  <a:gd name="T50" fmla="*/ 22 w 90"/>
                  <a:gd name="T51" fmla="*/ 7 h 27"/>
                  <a:gd name="T52" fmla="*/ 33 w 90"/>
                  <a:gd name="T53" fmla="*/ 7 h 27"/>
                  <a:gd name="T54" fmla="*/ 33 w 90"/>
                  <a:gd name="T55" fmla="*/ 13 h 27"/>
                  <a:gd name="T56" fmla="*/ 42 w 90"/>
                  <a:gd name="T57" fmla="*/ 14 h 27"/>
                  <a:gd name="T58" fmla="*/ 42 w 90"/>
                  <a:gd name="T59" fmla="*/ 17 h 27"/>
                  <a:gd name="T60" fmla="*/ 44 w 90"/>
                  <a:gd name="T61" fmla="*/ 15 h 27"/>
                  <a:gd name="T62" fmla="*/ 60 w 90"/>
                  <a:gd name="T63" fmla="*/ 15 h 27"/>
                  <a:gd name="T64" fmla="*/ 62 w 90"/>
                  <a:gd name="T65" fmla="*/ 17 h 27"/>
                  <a:gd name="T66" fmla="*/ 66 w 90"/>
                  <a:gd name="T67" fmla="*/ 14 h 27"/>
                  <a:gd name="T68" fmla="*/ 70 w 90"/>
                  <a:gd name="T69" fmla="*/ 14 h 27"/>
                  <a:gd name="T70" fmla="*/ 90 w 90"/>
                  <a:gd name="T71" fmla="*/ 1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27">
                    <a:moveTo>
                      <a:pt x="90" y="15"/>
                    </a:moveTo>
                    <a:cubicBezTo>
                      <a:pt x="90" y="18"/>
                      <a:pt x="90" y="20"/>
                      <a:pt x="90" y="22"/>
                    </a:cubicBezTo>
                    <a:cubicBezTo>
                      <a:pt x="88" y="22"/>
                      <a:pt x="87" y="23"/>
                      <a:pt x="86" y="24"/>
                    </a:cubicBezTo>
                    <a:cubicBezTo>
                      <a:pt x="80" y="25"/>
                      <a:pt x="75" y="24"/>
                      <a:pt x="71" y="24"/>
                    </a:cubicBezTo>
                    <a:cubicBezTo>
                      <a:pt x="69" y="24"/>
                      <a:pt x="67" y="26"/>
                      <a:pt x="66" y="27"/>
                    </a:cubicBezTo>
                    <a:cubicBezTo>
                      <a:pt x="64" y="27"/>
                      <a:pt x="64" y="26"/>
                      <a:pt x="62" y="26"/>
                    </a:cubicBezTo>
                    <a:cubicBezTo>
                      <a:pt x="63" y="26"/>
                      <a:pt x="61" y="27"/>
                      <a:pt x="61" y="27"/>
                    </a:cubicBezTo>
                    <a:cubicBezTo>
                      <a:pt x="60" y="27"/>
                      <a:pt x="56" y="27"/>
                      <a:pt x="56" y="27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54" y="25"/>
                      <a:pt x="53" y="27"/>
                      <a:pt x="53" y="27"/>
                    </a:cubicBezTo>
                    <a:cubicBezTo>
                      <a:pt x="50" y="26"/>
                      <a:pt x="51" y="24"/>
                      <a:pt x="48" y="24"/>
                    </a:cubicBezTo>
                    <a:cubicBezTo>
                      <a:pt x="43" y="24"/>
                      <a:pt x="37" y="27"/>
                      <a:pt x="29" y="24"/>
                    </a:cubicBezTo>
                    <a:cubicBezTo>
                      <a:pt x="29" y="23"/>
                      <a:pt x="31" y="23"/>
                      <a:pt x="31" y="22"/>
                    </a:cubicBezTo>
                    <a:cubicBezTo>
                      <a:pt x="30" y="20"/>
                      <a:pt x="29" y="22"/>
                      <a:pt x="28" y="20"/>
                    </a:cubicBezTo>
                    <a:cubicBezTo>
                      <a:pt x="27" y="19"/>
                      <a:pt x="28" y="16"/>
                      <a:pt x="26" y="15"/>
                    </a:cubicBezTo>
                    <a:cubicBezTo>
                      <a:pt x="26" y="14"/>
                      <a:pt x="28" y="15"/>
                      <a:pt x="28" y="13"/>
                    </a:cubicBezTo>
                    <a:cubicBezTo>
                      <a:pt x="28" y="10"/>
                      <a:pt x="25" y="11"/>
                      <a:pt x="26" y="8"/>
                    </a:cubicBezTo>
                    <a:cubicBezTo>
                      <a:pt x="23" y="10"/>
                      <a:pt x="18" y="9"/>
                      <a:pt x="14" y="9"/>
                    </a:cubicBezTo>
                    <a:cubicBezTo>
                      <a:pt x="11" y="10"/>
                      <a:pt x="12" y="7"/>
                      <a:pt x="12" y="7"/>
                    </a:cubicBezTo>
                    <a:cubicBezTo>
                      <a:pt x="11" y="6"/>
                      <a:pt x="9" y="7"/>
                      <a:pt x="9" y="5"/>
                    </a:cubicBezTo>
                    <a:cubicBezTo>
                      <a:pt x="8" y="6"/>
                      <a:pt x="6" y="7"/>
                      <a:pt x="4" y="7"/>
                    </a:cubicBezTo>
                    <a:cubicBezTo>
                      <a:pt x="8" y="3"/>
                      <a:pt x="0" y="6"/>
                      <a:pt x="2" y="2"/>
                    </a:cubicBezTo>
                    <a:cubicBezTo>
                      <a:pt x="7" y="2"/>
                      <a:pt x="11" y="1"/>
                      <a:pt x="15" y="0"/>
                    </a:cubicBezTo>
                    <a:cubicBezTo>
                      <a:pt x="15" y="2"/>
                      <a:pt x="17" y="1"/>
                      <a:pt x="18" y="2"/>
                    </a:cubicBezTo>
                    <a:cubicBezTo>
                      <a:pt x="18" y="2"/>
                      <a:pt x="18" y="4"/>
                      <a:pt x="18" y="4"/>
                    </a:cubicBezTo>
                    <a:cubicBezTo>
                      <a:pt x="19" y="5"/>
                      <a:pt x="23" y="3"/>
                      <a:pt x="22" y="7"/>
                    </a:cubicBezTo>
                    <a:cubicBezTo>
                      <a:pt x="25" y="3"/>
                      <a:pt x="28" y="7"/>
                      <a:pt x="33" y="7"/>
                    </a:cubicBezTo>
                    <a:cubicBezTo>
                      <a:pt x="32" y="11"/>
                      <a:pt x="35" y="11"/>
                      <a:pt x="33" y="13"/>
                    </a:cubicBezTo>
                    <a:cubicBezTo>
                      <a:pt x="35" y="13"/>
                      <a:pt x="39" y="13"/>
                      <a:pt x="42" y="14"/>
                    </a:cubicBezTo>
                    <a:cubicBezTo>
                      <a:pt x="43" y="15"/>
                      <a:pt x="36" y="17"/>
                      <a:pt x="42" y="17"/>
                    </a:cubicBezTo>
                    <a:cubicBezTo>
                      <a:pt x="43" y="17"/>
                      <a:pt x="43" y="16"/>
                      <a:pt x="44" y="15"/>
                    </a:cubicBezTo>
                    <a:cubicBezTo>
                      <a:pt x="48" y="15"/>
                      <a:pt x="54" y="15"/>
                      <a:pt x="60" y="15"/>
                    </a:cubicBezTo>
                    <a:cubicBezTo>
                      <a:pt x="60" y="16"/>
                      <a:pt x="62" y="17"/>
                      <a:pt x="62" y="17"/>
                    </a:cubicBezTo>
                    <a:cubicBezTo>
                      <a:pt x="65" y="16"/>
                      <a:pt x="60" y="14"/>
                      <a:pt x="66" y="14"/>
                    </a:cubicBezTo>
                    <a:cubicBezTo>
                      <a:pt x="67" y="14"/>
                      <a:pt x="68" y="14"/>
                      <a:pt x="70" y="14"/>
                    </a:cubicBezTo>
                    <a:cubicBezTo>
                      <a:pt x="75" y="13"/>
                      <a:pt x="83" y="13"/>
                      <a:pt x="90" y="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1" name="ïsľîdè"/>
              <p:cNvSpPr/>
              <p:nvPr/>
            </p:nvSpPr>
            <p:spPr bwMode="auto">
              <a:xfrm>
                <a:off x="3474066" y="1976022"/>
                <a:ext cx="43086" cy="19970"/>
              </a:xfrm>
              <a:custGeom>
                <a:avLst/>
                <a:gdLst>
                  <a:gd name="T0" fmla="*/ 7 w 10"/>
                  <a:gd name="T1" fmla="*/ 0 h 4"/>
                  <a:gd name="T2" fmla="*/ 9 w 10"/>
                  <a:gd name="T3" fmla="*/ 0 h 4"/>
                  <a:gd name="T4" fmla="*/ 7 w 10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4">
                    <a:moveTo>
                      <a:pt x="7" y="0"/>
                    </a:moveTo>
                    <a:cubicBezTo>
                      <a:pt x="8" y="0"/>
                      <a:pt x="9" y="0"/>
                      <a:pt x="9" y="0"/>
                    </a:cubicBezTo>
                    <a:cubicBezTo>
                      <a:pt x="10" y="4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2" name="ïṡliḋe"/>
              <p:cNvSpPr/>
              <p:nvPr/>
            </p:nvSpPr>
            <p:spPr bwMode="auto">
              <a:xfrm>
                <a:off x="8812416" y="2000985"/>
                <a:ext cx="116332" cy="104841"/>
              </a:xfrm>
              <a:custGeom>
                <a:avLst/>
                <a:gdLst>
                  <a:gd name="T0" fmla="*/ 7 w 27"/>
                  <a:gd name="T1" fmla="*/ 0 h 21"/>
                  <a:gd name="T2" fmla="*/ 8 w 27"/>
                  <a:gd name="T3" fmla="*/ 1 h 21"/>
                  <a:gd name="T4" fmla="*/ 16 w 27"/>
                  <a:gd name="T5" fmla="*/ 5 h 21"/>
                  <a:gd name="T6" fmla="*/ 20 w 27"/>
                  <a:gd name="T7" fmla="*/ 3 h 21"/>
                  <a:gd name="T8" fmla="*/ 27 w 27"/>
                  <a:gd name="T9" fmla="*/ 4 h 21"/>
                  <a:gd name="T10" fmla="*/ 25 w 27"/>
                  <a:gd name="T11" fmla="*/ 10 h 21"/>
                  <a:gd name="T12" fmla="*/ 15 w 27"/>
                  <a:gd name="T13" fmla="*/ 13 h 21"/>
                  <a:gd name="T14" fmla="*/ 15 w 27"/>
                  <a:gd name="T15" fmla="*/ 14 h 21"/>
                  <a:gd name="T16" fmla="*/ 12 w 27"/>
                  <a:gd name="T17" fmla="*/ 17 h 21"/>
                  <a:gd name="T18" fmla="*/ 8 w 27"/>
                  <a:gd name="T19" fmla="*/ 18 h 21"/>
                  <a:gd name="T20" fmla="*/ 3 w 27"/>
                  <a:gd name="T21" fmla="*/ 15 h 21"/>
                  <a:gd name="T22" fmla="*/ 0 w 27"/>
                  <a:gd name="T23" fmla="*/ 5 h 21"/>
                  <a:gd name="T24" fmla="*/ 7 w 27"/>
                  <a:gd name="T2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1">
                    <a:moveTo>
                      <a:pt x="7" y="0"/>
                    </a:moveTo>
                    <a:cubicBezTo>
                      <a:pt x="8" y="0"/>
                      <a:pt x="8" y="1"/>
                      <a:pt x="8" y="1"/>
                    </a:cubicBezTo>
                    <a:cubicBezTo>
                      <a:pt x="10" y="4"/>
                      <a:pt x="14" y="3"/>
                      <a:pt x="16" y="5"/>
                    </a:cubicBezTo>
                    <a:cubicBezTo>
                      <a:pt x="18" y="6"/>
                      <a:pt x="19" y="3"/>
                      <a:pt x="20" y="3"/>
                    </a:cubicBezTo>
                    <a:cubicBezTo>
                      <a:pt x="21" y="2"/>
                      <a:pt x="23" y="5"/>
                      <a:pt x="27" y="4"/>
                    </a:cubicBezTo>
                    <a:cubicBezTo>
                      <a:pt x="26" y="5"/>
                      <a:pt x="21" y="8"/>
                      <a:pt x="25" y="10"/>
                    </a:cubicBezTo>
                    <a:cubicBezTo>
                      <a:pt x="24" y="13"/>
                      <a:pt x="19" y="13"/>
                      <a:pt x="15" y="13"/>
                    </a:cubicBezTo>
                    <a:cubicBezTo>
                      <a:pt x="13" y="13"/>
                      <a:pt x="14" y="14"/>
                      <a:pt x="15" y="14"/>
                    </a:cubicBezTo>
                    <a:cubicBezTo>
                      <a:pt x="16" y="16"/>
                      <a:pt x="7" y="15"/>
                      <a:pt x="12" y="17"/>
                    </a:cubicBezTo>
                    <a:cubicBezTo>
                      <a:pt x="12" y="21"/>
                      <a:pt x="8" y="14"/>
                      <a:pt x="8" y="18"/>
                    </a:cubicBezTo>
                    <a:cubicBezTo>
                      <a:pt x="6" y="17"/>
                      <a:pt x="7" y="14"/>
                      <a:pt x="3" y="15"/>
                    </a:cubicBezTo>
                    <a:cubicBezTo>
                      <a:pt x="2" y="12"/>
                      <a:pt x="3" y="6"/>
                      <a:pt x="0" y="5"/>
                    </a:cubicBezTo>
                    <a:cubicBezTo>
                      <a:pt x="1" y="2"/>
                      <a:pt x="8" y="5"/>
                      <a:pt x="7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3" name="ïṧ1ïďè"/>
              <p:cNvSpPr/>
              <p:nvPr/>
            </p:nvSpPr>
            <p:spPr bwMode="auto">
              <a:xfrm>
                <a:off x="3077676" y="2015962"/>
                <a:ext cx="32315" cy="24962"/>
              </a:xfrm>
              <a:custGeom>
                <a:avLst/>
                <a:gdLst>
                  <a:gd name="T0" fmla="*/ 3 w 7"/>
                  <a:gd name="T1" fmla="*/ 0 h 5"/>
                  <a:gd name="T2" fmla="*/ 5 w 7"/>
                  <a:gd name="T3" fmla="*/ 5 h 5"/>
                  <a:gd name="T4" fmla="*/ 0 w 7"/>
                  <a:gd name="T5" fmla="*/ 3 h 5"/>
                  <a:gd name="T6" fmla="*/ 3 w 7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5">
                    <a:moveTo>
                      <a:pt x="3" y="0"/>
                    </a:moveTo>
                    <a:cubicBezTo>
                      <a:pt x="7" y="1"/>
                      <a:pt x="5" y="2"/>
                      <a:pt x="5" y="5"/>
                    </a:cubicBezTo>
                    <a:cubicBezTo>
                      <a:pt x="3" y="4"/>
                      <a:pt x="2" y="3"/>
                      <a:pt x="0" y="3"/>
                    </a:cubicBezTo>
                    <a:cubicBezTo>
                      <a:pt x="0" y="1"/>
                      <a:pt x="4" y="3"/>
                      <a:pt x="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4" name="ïS1iḑe"/>
              <p:cNvSpPr/>
              <p:nvPr/>
            </p:nvSpPr>
            <p:spPr bwMode="auto">
              <a:xfrm>
                <a:off x="8941674" y="2015962"/>
                <a:ext cx="53858" cy="54917"/>
              </a:xfrm>
              <a:custGeom>
                <a:avLst/>
                <a:gdLst>
                  <a:gd name="T0" fmla="*/ 0 w 12"/>
                  <a:gd name="T1" fmla="*/ 3 h 11"/>
                  <a:gd name="T2" fmla="*/ 12 w 12"/>
                  <a:gd name="T3" fmla="*/ 6 h 11"/>
                  <a:gd name="T4" fmla="*/ 7 w 12"/>
                  <a:gd name="T5" fmla="*/ 11 h 11"/>
                  <a:gd name="T6" fmla="*/ 5 w 12"/>
                  <a:gd name="T7" fmla="*/ 8 h 11"/>
                  <a:gd name="T8" fmla="*/ 2 w 12"/>
                  <a:gd name="T9" fmla="*/ 8 h 11"/>
                  <a:gd name="T10" fmla="*/ 0 w 12"/>
                  <a:gd name="T11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1">
                    <a:moveTo>
                      <a:pt x="0" y="3"/>
                    </a:moveTo>
                    <a:cubicBezTo>
                      <a:pt x="4" y="0"/>
                      <a:pt x="11" y="4"/>
                      <a:pt x="12" y="6"/>
                    </a:cubicBezTo>
                    <a:cubicBezTo>
                      <a:pt x="12" y="9"/>
                      <a:pt x="6" y="7"/>
                      <a:pt x="7" y="11"/>
                    </a:cubicBezTo>
                    <a:cubicBezTo>
                      <a:pt x="6" y="11"/>
                      <a:pt x="6" y="9"/>
                      <a:pt x="5" y="8"/>
                    </a:cubicBezTo>
                    <a:cubicBezTo>
                      <a:pt x="4" y="8"/>
                      <a:pt x="3" y="9"/>
                      <a:pt x="2" y="8"/>
                    </a:cubicBezTo>
                    <a:cubicBezTo>
                      <a:pt x="1" y="7"/>
                      <a:pt x="3" y="4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5" name="íšḷíḑé"/>
              <p:cNvSpPr/>
              <p:nvPr/>
            </p:nvSpPr>
            <p:spPr bwMode="auto">
              <a:xfrm>
                <a:off x="9012766" y="2035932"/>
                <a:ext cx="86172" cy="49925"/>
              </a:xfrm>
              <a:custGeom>
                <a:avLst/>
                <a:gdLst>
                  <a:gd name="T0" fmla="*/ 2 w 20"/>
                  <a:gd name="T1" fmla="*/ 1 h 10"/>
                  <a:gd name="T2" fmla="*/ 4 w 20"/>
                  <a:gd name="T3" fmla="*/ 1 h 10"/>
                  <a:gd name="T4" fmla="*/ 10 w 20"/>
                  <a:gd name="T5" fmla="*/ 3 h 10"/>
                  <a:gd name="T6" fmla="*/ 17 w 20"/>
                  <a:gd name="T7" fmla="*/ 6 h 10"/>
                  <a:gd name="T8" fmla="*/ 19 w 20"/>
                  <a:gd name="T9" fmla="*/ 8 h 10"/>
                  <a:gd name="T10" fmla="*/ 4 w 20"/>
                  <a:gd name="T11" fmla="*/ 6 h 10"/>
                  <a:gd name="T12" fmla="*/ 2 w 20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0">
                    <a:moveTo>
                      <a:pt x="2" y="1"/>
                    </a:moveTo>
                    <a:cubicBezTo>
                      <a:pt x="2" y="1"/>
                      <a:pt x="3" y="1"/>
                      <a:pt x="4" y="1"/>
                    </a:cubicBezTo>
                    <a:cubicBezTo>
                      <a:pt x="8" y="0"/>
                      <a:pt x="8" y="3"/>
                      <a:pt x="10" y="3"/>
                    </a:cubicBezTo>
                    <a:cubicBezTo>
                      <a:pt x="13" y="4"/>
                      <a:pt x="14" y="4"/>
                      <a:pt x="17" y="6"/>
                    </a:cubicBezTo>
                    <a:cubicBezTo>
                      <a:pt x="18" y="7"/>
                      <a:pt x="20" y="6"/>
                      <a:pt x="19" y="8"/>
                    </a:cubicBezTo>
                    <a:cubicBezTo>
                      <a:pt x="12" y="10"/>
                      <a:pt x="10" y="6"/>
                      <a:pt x="4" y="6"/>
                    </a:cubicBezTo>
                    <a:cubicBezTo>
                      <a:pt x="6" y="2"/>
                      <a:pt x="0" y="5"/>
                      <a:pt x="2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6" name="íṧlîďè"/>
              <p:cNvSpPr/>
              <p:nvPr/>
            </p:nvSpPr>
            <p:spPr bwMode="auto">
              <a:xfrm>
                <a:off x="3448215" y="2115811"/>
                <a:ext cx="137875" cy="132301"/>
              </a:xfrm>
              <a:custGeom>
                <a:avLst/>
                <a:gdLst>
                  <a:gd name="T0" fmla="*/ 10 w 32"/>
                  <a:gd name="T1" fmla="*/ 5 h 26"/>
                  <a:gd name="T2" fmla="*/ 10 w 32"/>
                  <a:gd name="T3" fmla="*/ 4 h 26"/>
                  <a:gd name="T4" fmla="*/ 24 w 32"/>
                  <a:gd name="T5" fmla="*/ 0 h 26"/>
                  <a:gd name="T6" fmla="*/ 27 w 32"/>
                  <a:gd name="T7" fmla="*/ 5 h 26"/>
                  <a:gd name="T8" fmla="*/ 24 w 32"/>
                  <a:gd name="T9" fmla="*/ 9 h 26"/>
                  <a:gd name="T10" fmla="*/ 31 w 32"/>
                  <a:gd name="T11" fmla="*/ 10 h 26"/>
                  <a:gd name="T12" fmla="*/ 32 w 32"/>
                  <a:gd name="T13" fmla="*/ 20 h 26"/>
                  <a:gd name="T14" fmla="*/ 28 w 32"/>
                  <a:gd name="T15" fmla="*/ 20 h 26"/>
                  <a:gd name="T16" fmla="*/ 28 w 32"/>
                  <a:gd name="T17" fmla="*/ 22 h 26"/>
                  <a:gd name="T18" fmla="*/ 24 w 32"/>
                  <a:gd name="T19" fmla="*/ 22 h 26"/>
                  <a:gd name="T20" fmla="*/ 20 w 32"/>
                  <a:gd name="T21" fmla="*/ 25 h 26"/>
                  <a:gd name="T22" fmla="*/ 17 w 32"/>
                  <a:gd name="T23" fmla="*/ 21 h 26"/>
                  <a:gd name="T24" fmla="*/ 13 w 32"/>
                  <a:gd name="T25" fmla="*/ 17 h 26"/>
                  <a:gd name="T26" fmla="*/ 10 w 32"/>
                  <a:gd name="T27" fmla="*/ 15 h 26"/>
                  <a:gd name="T28" fmla="*/ 4 w 32"/>
                  <a:gd name="T29" fmla="*/ 14 h 26"/>
                  <a:gd name="T30" fmla="*/ 0 w 32"/>
                  <a:gd name="T31" fmla="*/ 11 h 26"/>
                  <a:gd name="T32" fmla="*/ 13 w 32"/>
                  <a:gd name="T33" fmla="*/ 12 h 26"/>
                  <a:gd name="T34" fmla="*/ 14 w 32"/>
                  <a:gd name="T35" fmla="*/ 7 h 26"/>
                  <a:gd name="T36" fmla="*/ 9 w 32"/>
                  <a:gd name="T37" fmla="*/ 4 h 26"/>
                  <a:gd name="T38" fmla="*/ 10 w 32"/>
                  <a:gd name="T39" fmla="*/ 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26">
                    <a:moveTo>
                      <a:pt x="10" y="5"/>
                    </a:moveTo>
                    <a:cubicBezTo>
                      <a:pt x="12" y="5"/>
                      <a:pt x="11" y="4"/>
                      <a:pt x="10" y="4"/>
                    </a:cubicBezTo>
                    <a:cubicBezTo>
                      <a:pt x="13" y="1"/>
                      <a:pt x="22" y="4"/>
                      <a:pt x="24" y="0"/>
                    </a:cubicBezTo>
                    <a:cubicBezTo>
                      <a:pt x="26" y="1"/>
                      <a:pt x="27" y="3"/>
                      <a:pt x="27" y="5"/>
                    </a:cubicBezTo>
                    <a:cubicBezTo>
                      <a:pt x="27" y="8"/>
                      <a:pt x="24" y="7"/>
                      <a:pt x="24" y="9"/>
                    </a:cubicBezTo>
                    <a:cubicBezTo>
                      <a:pt x="25" y="13"/>
                      <a:pt x="28" y="10"/>
                      <a:pt x="31" y="10"/>
                    </a:cubicBezTo>
                    <a:cubicBezTo>
                      <a:pt x="32" y="15"/>
                      <a:pt x="31" y="15"/>
                      <a:pt x="32" y="20"/>
                    </a:cubicBezTo>
                    <a:cubicBezTo>
                      <a:pt x="31" y="20"/>
                      <a:pt x="29" y="19"/>
                      <a:pt x="28" y="20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7" y="23"/>
                      <a:pt x="25" y="22"/>
                      <a:pt x="24" y="22"/>
                    </a:cubicBezTo>
                    <a:cubicBezTo>
                      <a:pt x="23" y="23"/>
                      <a:pt x="22" y="25"/>
                      <a:pt x="20" y="25"/>
                    </a:cubicBezTo>
                    <a:cubicBezTo>
                      <a:pt x="18" y="26"/>
                      <a:pt x="18" y="22"/>
                      <a:pt x="17" y="21"/>
                    </a:cubicBezTo>
                    <a:cubicBezTo>
                      <a:pt x="16" y="20"/>
                      <a:pt x="12" y="20"/>
                      <a:pt x="13" y="17"/>
                    </a:cubicBezTo>
                    <a:cubicBezTo>
                      <a:pt x="11" y="18"/>
                      <a:pt x="11" y="16"/>
                      <a:pt x="10" y="15"/>
                    </a:cubicBezTo>
                    <a:cubicBezTo>
                      <a:pt x="8" y="16"/>
                      <a:pt x="6" y="14"/>
                      <a:pt x="4" y="14"/>
                    </a:cubicBezTo>
                    <a:cubicBezTo>
                      <a:pt x="2" y="13"/>
                      <a:pt x="0" y="14"/>
                      <a:pt x="0" y="11"/>
                    </a:cubicBezTo>
                    <a:cubicBezTo>
                      <a:pt x="6" y="10"/>
                      <a:pt x="7" y="13"/>
                      <a:pt x="13" y="12"/>
                    </a:cubicBezTo>
                    <a:cubicBezTo>
                      <a:pt x="15" y="12"/>
                      <a:pt x="14" y="9"/>
                      <a:pt x="14" y="7"/>
                    </a:cubicBezTo>
                    <a:cubicBezTo>
                      <a:pt x="15" y="4"/>
                      <a:pt x="7" y="9"/>
                      <a:pt x="9" y="4"/>
                    </a:cubicBezTo>
                    <a:cubicBezTo>
                      <a:pt x="10" y="3"/>
                      <a:pt x="10" y="4"/>
                      <a:pt x="10" y="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7" name="ïṣlïḋê"/>
              <p:cNvSpPr/>
              <p:nvPr/>
            </p:nvSpPr>
            <p:spPr bwMode="auto">
              <a:xfrm>
                <a:off x="3943703" y="2128293"/>
                <a:ext cx="81863" cy="44932"/>
              </a:xfrm>
              <a:custGeom>
                <a:avLst/>
                <a:gdLst>
                  <a:gd name="T0" fmla="*/ 0 w 19"/>
                  <a:gd name="T1" fmla="*/ 2 h 9"/>
                  <a:gd name="T2" fmla="*/ 5 w 19"/>
                  <a:gd name="T3" fmla="*/ 0 h 9"/>
                  <a:gd name="T4" fmla="*/ 19 w 19"/>
                  <a:gd name="T5" fmla="*/ 4 h 9"/>
                  <a:gd name="T6" fmla="*/ 17 w 19"/>
                  <a:gd name="T7" fmla="*/ 9 h 9"/>
                  <a:gd name="T8" fmla="*/ 4 w 19"/>
                  <a:gd name="T9" fmla="*/ 4 h 9"/>
                  <a:gd name="T10" fmla="*/ 0 w 19"/>
                  <a:gd name="T11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9">
                    <a:moveTo>
                      <a:pt x="0" y="2"/>
                    </a:moveTo>
                    <a:cubicBezTo>
                      <a:pt x="0" y="0"/>
                      <a:pt x="3" y="0"/>
                      <a:pt x="5" y="0"/>
                    </a:cubicBezTo>
                    <a:cubicBezTo>
                      <a:pt x="9" y="1"/>
                      <a:pt x="15" y="4"/>
                      <a:pt x="19" y="4"/>
                    </a:cubicBezTo>
                    <a:cubicBezTo>
                      <a:pt x="19" y="6"/>
                      <a:pt x="17" y="7"/>
                      <a:pt x="17" y="9"/>
                    </a:cubicBezTo>
                    <a:cubicBezTo>
                      <a:pt x="10" y="9"/>
                      <a:pt x="8" y="8"/>
                      <a:pt x="4" y="4"/>
                    </a:cubicBezTo>
                    <a:cubicBezTo>
                      <a:pt x="3" y="3"/>
                      <a:pt x="2" y="1"/>
                      <a:pt x="0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8" name="ïśḻíḑê"/>
              <p:cNvSpPr/>
              <p:nvPr/>
            </p:nvSpPr>
            <p:spPr bwMode="auto">
              <a:xfrm>
                <a:off x="8885662" y="2128293"/>
                <a:ext cx="56012" cy="24962"/>
              </a:xfrm>
              <a:custGeom>
                <a:avLst/>
                <a:gdLst>
                  <a:gd name="T0" fmla="*/ 13 w 13"/>
                  <a:gd name="T1" fmla="*/ 4 h 5"/>
                  <a:gd name="T2" fmla="*/ 0 w 13"/>
                  <a:gd name="T3" fmla="*/ 3 h 5"/>
                  <a:gd name="T4" fmla="*/ 4 w 13"/>
                  <a:gd name="T5" fmla="*/ 0 h 5"/>
                  <a:gd name="T6" fmla="*/ 13 w 13"/>
                  <a:gd name="T7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5">
                    <a:moveTo>
                      <a:pt x="13" y="4"/>
                    </a:moveTo>
                    <a:cubicBezTo>
                      <a:pt x="11" y="5"/>
                      <a:pt x="3" y="4"/>
                      <a:pt x="0" y="3"/>
                    </a:cubicBezTo>
                    <a:cubicBezTo>
                      <a:pt x="1" y="1"/>
                      <a:pt x="4" y="2"/>
                      <a:pt x="4" y="0"/>
                    </a:cubicBezTo>
                    <a:cubicBezTo>
                      <a:pt x="7" y="1"/>
                      <a:pt x="13" y="0"/>
                      <a:pt x="13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89" name="ísḻïḑè"/>
              <p:cNvSpPr/>
              <p:nvPr/>
            </p:nvSpPr>
            <p:spPr bwMode="auto">
              <a:xfrm>
                <a:off x="4546907" y="2268082"/>
                <a:ext cx="45241" cy="29955"/>
              </a:xfrm>
              <a:custGeom>
                <a:avLst/>
                <a:gdLst>
                  <a:gd name="T0" fmla="*/ 10 w 10"/>
                  <a:gd name="T1" fmla="*/ 5 h 6"/>
                  <a:gd name="T2" fmla="*/ 4 w 10"/>
                  <a:gd name="T3" fmla="*/ 4 h 6"/>
                  <a:gd name="T4" fmla="*/ 0 w 10"/>
                  <a:gd name="T5" fmla="*/ 3 h 6"/>
                  <a:gd name="T6" fmla="*/ 10 w 10"/>
                  <a:gd name="T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6">
                    <a:moveTo>
                      <a:pt x="10" y="5"/>
                    </a:moveTo>
                    <a:cubicBezTo>
                      <a:pt x="7" y="6"/>
                      <a:pt x="5" y="5"/>
                      <a:pt x="4" y="4"/>
                    </a:cubicBezTo>
                    <a:cubicBezTo>
                      <a:pt x="3" y="3"/>
                      <a:pt x="2" y="2"/>
                      <a:pt x="0" y="3"/>
                    </a:cubicBezTo>
                    <a:cubicBezTo>
                      <a:pt x="1" y="0"/>
                      <a:pt x="10" y="1"/>
                      <a:pt x="10" y="5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0" name="ïṧļide"/>
              <p:cNvSpPr/>
              <p:nvPr/>
            </p:nvSpPr>
            <p:spPr bwMode="auto">
              <a:xfrm>
                <a:off x="4516746" y="2308021"/>
                <a:ext cx="62475" cy="34947"/>
              </a:xfrm>
              <a:custGeom>
                <a:avLst/>
                <a:gdLst>
                  <a:gd name="T0" fmla="*/ 14 w 14"/>
                  <a:gd name="T1" fmla="*/ 3 h 7"/>
                  <a:gd name="T2" fmla="*/ 1 w 14"/>
                  <a:gd name="T3" fmla="*/ 3 h 7"/>
                  <a:gd name="T4" fmla="*/ 3 w 14"/>
                  <a:gd name="T5" fmla="*/ 1 h 7"/>
                  <a:gd name="T6" fmla="*/ 5 w 14"/>
                  <a:gd name="T7" fmla="*/ 0 h 7"/>
                  <a:gd name="T8" fmla="*/ 14 w 14"/>
                  <a:gd name="T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7">
                    <a:moveTo>
                      <a:pt x="14" y="3"/>
                    </a:moveTo>
                    <a:cubicBezTo>
                      <a:pt x="13" y="7"/>
                      <a:pt x="3" y="7"/>
                      <a:pt x="1" y="3"/>
                    </a:cubicBezTo>
                    <a:cubicBezTo>
                      <a:pt x="0" y="1"/>
                      <a:pt x="2" y="1"/>
                      <a:pt x="3" y="1"/>
                    </a:cubicBezTo>
                    <a:cubicBezTo>
                      <a:pt x="4" y="1"/>
                      <a:pt x="5" y="1"/>
                      <a:pt x="5" y="0"/>
                    </a:cubicBezTo>
                    <a:cubicBezTo>
                      <a:pt x="8" y="1"/>
                      <a:pt x="10" y="3"/>
                      <a:pt x="14" y="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1" name="îṡḻîḓé"/>
              <p:cNvSpPr/>
              <p:nvPr/>
            </p:nvSpPr>
            <p:spPr bwMode="auto">
              <a:xfrm>
                <a:off x="6821845" y="2332984"/>
                <a:ext cx="38777" cy="37444"/>
              </a:xfrm>
              <a:custGeom>
                <a:avLst/>
                <a:gdLst>
                  <a:gd name="T0" fmla="*/ 4 w 9"/>
                  <a:gd name="T1" fmla="*/ 0 h 7"/>
                  <a:gd name="T2" fmla="*/ 9 w 9"/>
                  <a:gd name="T3" fmla="*/ 5 h 7"/>
                  <a:gd name="T4" fmla="*/ 2 w 9"/>
                  <a:gd name="T5" fmla="*/ 7 h 7"/>
                  <a:gd name="T6" fmla="*/ 1 w 9"/>
                  <a:gd name="T7" fmla="*/ 1 h 7"/>
                  <a:gd name="T8" fmla="*/ 4 w 9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7">
                    <a:moveTo>
                      <a:pt x="4" y="0"/>
                    </a:moveTo>
                    <a:cubicBezTo>
                      <a:pt x="7" y="0"/>
                      <a:pt x="9" y="1"/>
                      <a:pt x="9" y="5"/>
                    </a:cubicBezTo>
                    <a:cubicBezTo>
                      <a:pt x="6" y="4"/>
                      <a:pt x="3" y="4"/>
                      <a:pt x="2" y="7"/>
                    </a:cubicBezTo>
                    <a:cubicBezTo>
                      <a:pt x="0" y="7"/>
                      <a:pt x="2" y="3"/>
                      <a:pt x="1" y="1"/>
                    </a:cubicBezTo>
                    <a:cubicBezTo>
                      <a:pt x="3" y="1"/>
                      <a:pt x="3" y="1"/>
                      <a:pt x="4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2" name="ïSḻîďè"/>
              <p:cNvSpPr/>
              <p:nvPr/>
            </p:nvSpPr>
            <p:spPr bwMode="auto">
              <a:xfrm>
                <a:off x="3321112" y="2352953"/>
                <a:ext cx="40932" cy="37444"/>
              </a:xfrm>
              <a:custGeom>
                <a:avLst/>
                <a:gdLst>
                  <a:gd name="T0" fmla="*/ 9 w 9"/>
                  <a:gd name="T1" fmla="*/ 6 h 7"/>
                  <a:gd name="T2" fmla="*/ 0 w 9"/>
                  <a:gd name="T3" fmla="*/ 7 h 7"/>
                  <a:gd name="T4" fmla="*/ 9 w 9"/>
                  <a:gd name="T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9" y="6"/>
                    </a:moveTo>
                    <a:cubicBezTo>
                      <a:pt x="5" y="5"/>
                      <a:pt x="3" y="7"/>
                      <a:pt x="0" y="7"/>
                    </a:cubicBezTo>
                    <a:cubicBezTo>
                      <a:pt x="1" y="5"/>
                      <a:pt x="9" y="0"/>
                      <a:pt x="9" y="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3" name="išḷide"/>
              <p:cNvSpPr/>
              <p:nvPr/>
            </p:nvSpPr>
            <p:spPr bwMode="auto">
              <a:xfrm>
                <a:off x="4012641" y="2385404"/>
                <a:ext cx="68938" cy="44932"/>
              </a:xfrm>
              <a:custGeom>
                <a:avLst/>
                <a:gdLst>
                  <a:gd name="T0" fmla="*/ 13 w 16"/>
                  <a:gd name="T1" fmla="*/ 1 h 9"/>
                  <a:gd name="T2" fmla="*/ 14 w 16"/>
                  <a:gd name="T3" fmla="*/ 8 h 9"/>
                  <a:gd name="T4" fmla="*/ 1 w 16"/>
                  <a:gd name="T5" fmla="*/ 6 h 9"/>
                  <a:gd name="T6" fmla="*/ 4 w 16"/>
                  <a:gd name="T7" fmla="*/ 1 h 9"/>
                  <a:gd name="T8" fmla="*/ 13 w 16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9">
                    <a:moveTo>
                      <a:pt x="13" y="1"/>
                    </a:moveTo>
                    <a:cubicBezTo>
                      <a:pt x="15" y="3"/>
                      <a:pt x="16" y="7"/>
                      <a:pt x="14" y="8"/>
                    </a:cubicBezTo>
                    <a:cubicBezTo>
                      <a:pt x="9" y="8"/>
                      <a:pt x="3" y="9"/>
                      <a:pt x="1" y="6"/>
                    </a:cubicBezTo>
                    <a:cubicBezTo>
                      <a:pt x="0" y="2"/>
                      <a:pt x="6" y="5"/>
                      <a:pt x="4" y="1"/>
                    </a:cubicBezTo>
                    <a:cubicBezTo>
                      <a:pt x="8" y="0"/>
                      <a:pt x="13" y="3"/>
                      <a:pt x="13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4" name="i$ľîďè"/>
              <p:cNvSpPr/>
              <p:nvPr/>
            </p:nvSpPr>
            <p:spPr bwMode="auto">
              <a:xfrm>
                <a:off x="3986789" y="2515207"/>
                <a:ext cx="81863" cy="44932"/>
              </a:xfrm>
              <a:custGeom>
                <a:avLst/>
                <a:gdLst>
                  <a:gd name="T0" fmla="*/ 18 w 19"/>
                  <a:gd name="T1" fmla="*/ 4 h 9"/>
                  <a:gd name="T2" fmla="*/ 12 w 19"/>
                  <a:gd name="T3" fmla="*/ 6 h 9"/>
                  <a:gd name="T4" fmla="*/ 7 w 19"/>
                  <a:gd name="T5" fmla="*/ 8 h 9"/>
                  <a:gd name="T6" fmla="*/ 2 w 19"/>
                  <a:gd name="T7" fmla="*/ 6 h 9"/>
                  <a:gd name="T8" fmla="*/ 4 w 19"/>
                  <a:gd name="T9" fmla="*/ 3 h 9"/>
                  <a:gd name="T10" fmla="*/ 7 w 19"/>
                  <a:gd name="T11" fmla="*/ 0 h 9"/>
                  <a:gd name="T12" fmla="*/ 18 w 19"/>
                  <a:gd name="T1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9">
                    <a:moveTo>
                      <a:pt x="18" y="4"/>
                    </a:moveTo>
                    <a:cubicBezTo>
                      <a:pt x="19" y="8"/>
                      <a:pt x="14" y="6"/>
                      <a:pt x="12" y="6"/>
                    </a:cubicBezTo>
                    <a:cubicBezTo>
                      <a:pt x="12" y="6"/>
                      <a:pt x="8" y="9"/>
                      <a:pt x="7" y="8"/>
                    </a:cubicBezTo>
                    <a:cubicBezTo>
                      <a:pt x="7" y="7"/>
                      <a:pt x="4" y="7"/>
                      <a:pt x="2" y="6"/>
                    </a:cubicBezTo>
                    <a:cubicBezTo>
                      <a:pt x="0" y="3"/>
                      <a:pt x="8" y="4"/>
                      <a:pt x="4" y="3"/>
                    </a:cubicBezTo>
                    <a:cubicBezTo>
                      <a:pt x="4" y="1"/>
                      <a:pt x="7" y="2"/>
                      <a:pt x="7" y="0"/>
                    </a:cubicBezTo>
                    <a:cubicBezTo>
                      <a:pt x="11" y="1"/>
                      <a:pt x="15" y="2"/>
                      <a:pt x="18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5" name="îṡ1ïḓe"/>
              <p:cNvSpPr/>
              <p:nvPr/>
            </p:nvSpPr>
            <p:spPr bwMode="auto">
              <a:xfrm>
                <a:off x="3986789" y="2585102"/>
                <a:ext cx="38777" cy="19970"/>
              </a:xfrm>
              <a:custGeom>
                <a:avLst/>
                <a:gdLst>
                  <a:gd name="T0" fmla="*/ 7 w 9"/>
                  <a:gd name="T1" fmla="*/ 4 h 4"/>
                  <a:gd name="T2" fmla="*/ 2 w 9"/>
                  <a:gd name="T3" fmla="*/ 4 h 4"/>
                  <a:gd name="T4" fmla="*/ 7 w 9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4">
                    <a:moveTo>
                      <a:pt x="7" y="4"/>
                    </a:moveTo>
                    <a:cubicBezTo>
                      <a:pt x="5" y="2"/>
                      <a:pt x="6" y="4"/>
                      <a:pt x="2" y="4"/>
                    </a:cubicBezTo>
                    <a:cubicBezTo>
                      <a:pt x="0" y="0"/>
                      <a:pt x="9" y="0"/>
                      <a:pt x="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6" name="ïṧļiḋê"/>
              <p:cNvSpPr/>
              <p:nvPr/>
            </p:nvSpPr>
            <p:spPr bwMode="auto">
              <a:xfrm>
                <a:off x="3866149" y="2612561"/>
                <a:ext cx="47395" cy="34947"/>
              </a:xfrm>
              <a:custGeom>
                <a:avLst/>
                <a:gdLst>
                  <a:gd name="T0" fmla="*/ 9 w 11"/>
                  <a:gd name="T1" fmla="*/ 1 h 7"/>
                  <a:gd name="T2" fmla="*/ 10 w 11"/>
                  <a:gd name="T3" fmla="*/ 4 h 7"/>
                  <a:gd name="T4" fmla="*/ 5 w 11"/>
                  <a:gd name="T5" fmla="*/ 5 h 7"/>
                  <a:gd name="T6" fmla="*/ 0 w 11"/>
                  <a:gd name="T7" fmla="*/ 5 h 7"/>
                  <a:gd name="T8" fmla="*/ 9 w 11"/>
                  <a:gd name="T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7">
                    <a:moveTo>
                      <a:pt x="9" y="1"/>
                    </a:moveTo>
                    <a:cubicBezTo>
                      <a:pt x="9" y="3"/>
                      <a:pt x="9" y="3"/>
                      <a:pt x="10" y="4"/>
                    </a:cubicBezTo>
                    <a:cubicBezTo>
                      <a:pt x="11" y="6"/>
                      <a:pt x="6" y="4"/>
                      <a:pt x="5" y="5"/>
                    </a:cubicBezTo>
                    <a:cubicBezTo>
                      <a:pt x="4" y="7"/>
                      <a:pt x="5" y="5"/>
                      <a:pt x="0" y="5"/>
                    </a:cubicBezTo>
                    <a:cubicBezTo>
                      <a:pt x="2" y="3"/>
                      <a:pt x="4" y="0"/>
                      <a:pt x="9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7" name="i$ļíḍé"/>
              <p:cNvSpPr/>
              <p:nvPr/>
            </p:nvSpPr>
            <p:spPr bwMode="auto">
              <a:xfrm>
                <a:off x="3948012" y="2642516"/>
                <a:ext cx="17234" cy="34947"/>
              </a:xfrm>
              <a:custGeom>
                <a:avLst/>
                <a:gdLst>
                  <a:gd name="T0" fmla="*/ 1 w 4"/>
                  <a:gd name="T1" fmla="*/ 0 h 7"/>
                  <a:gd name="T2" fmla="*/ 4 w 4"/>
                  <a:gd name="T3" fmla="*/ 5 h 7"/>
                  <a:gd name="T4" fmla="*/ 1 w 4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7">
                    <a:moveTo>
                      <a:pt x="1" y="0"/>
                    </a:moveTo>
                    <a:cubicBezTo>
                      <a:pt x="4" y="1"/>
                      <a:pt x="4" y="2"/>
                      <a:pt x="4" y="5"/>
                    </a:cubicBezTo>
                    <a:cubicBezTo>
                      <a:pt x="0" y="7"/>
                      <a:pt x="2" y="2"/>
                      <a:pt x="1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8" name="išlîďê"/>
              <p:cNvSpPr/>
              <p:nvPr/>
            </p:nvSpPr>
            <p:spPr bwMode="auto">
              <a:xfrm>
                <a:off x="5516340" y="2909611"/>
                <a:ext cx="101253" cy="134796"/>
              </a:xfrm>
              <a:custGeom>
                <a:avLst/>
                <a:gdLst>
                  <a:gd name="T0" fmla="*/ 9 w 23"/>
                  <a:gd name="T1" fmla="*/ 0 h 27"/>
                  <a:gd name="T2" fmla="*/ 10 w 23"/>
                  <a:gd name="T3" fmla="*/ 1 h 27"/>
                  <a:gd name="T4" fmla="*/ 19 w 23"/>
                  <a:gd name="T5" fmla="*/ 1 h 27"/>
                  <a:gd name="T6" fmla="*/ 22 w 23"/>
                  <a:gd name="T7" fmla="*/ 4 h 27"/>
                  <a:gd name="T8" fmla="*/ 21 w 23"/>
                  <a:gd name="T9" fmla="*/ 6 h 27"/>
                  <a:gd name="T10" fmla="*/ 19 w 23"/>
                  <a:gd name="T11" fmla="*/ 8 h 27"/>
                  <a:gd name="T12" fmla="*/ 21 w 23"/>
                  <a:gd name="T13" fmla="*/ 14 h 27"/>
                  <a:gd name="T14" fmla="*/ 20 w 23"/>
                  <a:gd name="T15" fmla="*/ 20 h 27"/>
                  <a:gd name="T16" fmla="*/ 14 w 23"/>
                  <a:gd name="T17" fmla="*/ 20 h 27"/>
                  <a:gd name="T18" fmla="*/ 12 w 23"/>
                  <a:gd name="T19" fmla="*/ 24 h 27"/>
                  <a:gd name="T20" fmla="*/ 10 w 23"/>
                  <a:gd name="T21" fmla="*/ 27 h 27"/>
                  <a:gd name="T22" fmla="*/ 2 w 23"/>
                  <a:gd name="T23" fmla="*/ 27 h 27"/>
                  <a:gd name="T24" fmla="*/ 5 w 23"/>
                  <a:gd name="T25" fmla="*/ 19 h 27"/>
                  <a:gd name="T26" fmla="*/ 5 w 23"/>
                  <a:gd name="T27" fmla="*/ 14 h 27"/>
                  <a:gd name="T28" fmla="*/ 2 w 23"/>
                  <a:gd name="T29" fmla="*/ 8 h 27"/>
                  <a:gd name="T30" fmla="*/ 7 w 23"/>
                  <a:gd name="T31" fmla="*/ 9 h 27"/>
                  <a:gd name="T32" fmla="*/ 9 w 23"/>
                  <a:gd name="T33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3" h="27">
                    <a:moveTo>
                      <a:pt x="9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3"/>
                      <a:pt x="15" y="0"/>
                      <a:pt x="19" y="1"/>
                    </a:cubicBezTo>
                    <a:cubicBezTo>
                      <a:pt x="19" y="3"/>
                      <a:pt x="20" y="4"/>
                      <a:pt x="22" y="4"/>
                    </a:cubicBezTo>
                    <a:cubicBezTo>
                      <a:pt x="23" y="5"/>
                      <a:pt x="22" y="6"/>
                      <a:pt x="21" y="6"/>
                    </a:cubicBezTo>
                    <a:cubicBezTo>
                      <a:pt x="21" y="8"/>
                      <a:pt x="20" y="7"/>
                      <a:pt x="19" y="8"/>
                    </a:cubicBezTo>
                    <a:cubicBezTo>
                      <a:pt x="19" y="11"/>
                      <a:pt x="21" y="11"/>
                      <a:pt x="21" y="14"/>
                    </a:cubicBezTo>
                    <a:cubicBezTo>
                      <a:pt x="21" y="16"/>
                      <a:pt x="19" y="18"/>
                      <a:pt x="20" y="20"/>
                    </a:cubicBezTo>
                    <a:cubicBezTo>
                      <a:pt x="18" y="20"/>
                      <a:pt x="16" y="20"/>
                      <a:pt x="14" y="20"/>
                    </a:cubicBezTo>
                    <a:cubicBezTo>
                      <a:pt x="12" y="20"/>
                      <a:pt x="13" y="23"/>
                      <a:pt x="12" y="24"/>
                    </a:cubicBezTo>
                    <a:cubicBezTo>
                      <a:pt x="12" y="25"/>
                      <a:pt x="9" y="24"/>
                      <a:pt x="10" y="27"/>
                    </a:cubicBezTo>
                    <a:cubicBezTo>
                      <a:pt x="7" y="27"/>
                      <a:pt x="5" y="27"/>
                      <a:pt x="2" y="27"/>
                    </a:cubicBezTo>
                    <a:cubicBezTo>
                      <a:pt x="3" y="24"/>
                      <a:pt x="0" y="18"/>
                      <a:pt x="5" y="19"/>
                    </a:cubicBezTo>
                    <a:cubicBezTo>
                      <a:pt x="5" y="16"/>
                      <a:pt x="3" y="16"/>
                      <a:pt x="5" y="14"/>
                    </a:cubicBezTo>
                    <a:cubicBezTo>
                      <a:pt x="6" y="10"/>
                      <a:pt x="1" y="12"/>
                      <a:pt x="2" y="8"/>
                    </a:cubicBezTo>
                    <a:cubicBezTo>
                      <a:pt x="5" y="7"/>
                      <a:pt x="6" y="9"/>
                      <a:pt x="7" y="9"/>
                    </a:cubicBezTo>
                    <a:cubicBezTo>
                      <a:pt x="10" y="8"/>
                      <a:pt x="8" y="3"/>
                      <a:pt x="9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799" name="îšļíďê"/>
              <p:cNvSpPr/>
              <p:nvPr/>
            </p:nvSpPr>
            <p:spPr bwMode="auto">
              <a:xfrm>
                <a:off x="8911513" y="2914603"/>
                <a:ext cx="58167" cy="297052"/>
              </a:xfrm>
              <a:custGeom>
                <a:avLst/>
                <a:gdLst>
                  <a:gd name="T0" fmla="*/ 4 w 13"/>
                  <a:gd name="T1" fmla="*/ 7 h 59"/>
                  <a:gd name="T2" fmla="*/ 7 w 13"/>
                  <a:gd name="T3" fmla="*/ 15 h 59"/>
                  <a:gd name="T4" fmla="*/ 8 w 13"/>
                  <a:gd name="T5" fmla="*/ 21 h 59"/>
                  <a:gd name="T6" fmla="*/ 8 w 13"/>
                  <a:gd name="T7" fmla="*/ 24 h 59"/>
                  <a:gd name="T8" fmla="*/ 9 w 13"/>
                  <a:gd name="T9" fmla="*/ 34 h 59"/>
                  <a:gd name="T10" fmla="*/ 13 w 13"/>
                  <a:gd name="T11" fmla="*/ 39 h 59"/>
                  <a:gd name="T12" fmla="*/ 8 w 13"/>
                  <a:gd name="T13" fmla="*/ 41 h 59"/>
                  <a:gd name="T14" fmla="*/ 8 w 13"/>
                  <a:gd name="T15" fmla="*/ 49 h 59"/>
                  <a:gd name="T16" fmla="*/ 6 w 13"/>
                  <a:gd name="T17" fmla="*/ 49 h 59"/>
                  <a:gd name="T18" fmla="*/ 8 w 13"/>
                  <a:gd name="T19" fmla="*/ 58 h 59"/>
                  <a:gd name="T20" fmla="*/ 2 w 13"/>
                  <a:gd name="T21" fmla="*/ 57 h 59"/>
                  <a:gd name="T22" fmla="*/ 3 w 13"/>
                  <a:gd name="T23" fmla="*/ 49 h 59"/>
                  <a:gd name="T24" fmla="*/ 1 w 13"/>
                  <a:gd name="T25" fmla="*/ 46 h 59"/>
                  <a:gd name="T26" fmla="*/ 3 w 13"/>
                  <a:gd name="T27" fmla="*/ 31 h 59"/>
                  <a:gd name="T28" fmla="*/ 1 w 13"/>
                  <a:gd name="T29" fmla="*/ 24 h 59"/>
                  <a:gd name="T30" fmla="*/ 1 w 13"/>
                  <a:gd name="T31" fmla="*/ 15 h 59"/>
                  <a:gd name="T32" fmla="*/ 4 w 13"/>
                  <a:gd name="T33" fmla="*/ 12 h 59"/>
                  <a:gd name="T34" fmla="*/ 6 w 13"/>
                  <a:gd name="T35" fmla="*/ 8 h 59"/>
                  <a:gd name="T36" fmla="*/ 4 w 13"/>
                  <a:gd name="T37" fmla="*/ 7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59">
                    <a:moveTo>
                      <a:pt x="4" y="7"/>
                    </a:moveTo>
                    <a:cubicBezTo>
                      <a:pt x="10" y="0"/>
                      <a:pt x="5" y="14"/>
                      <a:pt x="7" y="15"/>
                    </a:cubicBezTo>
                    <a:cubicBezTo>
                      <a:pt x="9" y="17"/>
                      <a:pt x="5" y="18"/>
                      <a:pt x="8" y="21"/>
                    </a:cubicBezTo>
                    <a:cubicBezTo>
                      <a:pt x="10" y="22"/>
                      <a:pt x="8" y="22"/>
                      <a:pt x="8" y="24"/>
                    </a:cubicBezTo>
                    <a:cubicBezTo>
                      <a:pt x="8" y="26"/>
                      <a:pt x="11" y="30"/>
                      <a:pt x="9" y="34"/>
                    </a:cubicBezTo>
                    <a:cubicBezTo>
                      <a:pt x="9" y="37"/>
                      <a:pt x="11" y="38"/>
                      <a:pt x="13" y="39"/>
                    </a:cubicBezTo>
                    <a:cubicBezTo>
                      <a:pt x="13" y="42"/>
                      <a:pt x="10" y="42"/>
                      <a:pt x="8" y="41"/>
                    </a:cubicBezTo>
                    <a:cubicBezTo>
                      <a:pt x="7" y="44"/>
                      <a:pt x="8" y="50"/>
                      <a:pt x="8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52"/>
                      <a:pt x="9" y="53"/>
                      <a:pt x="8" y="58"/>
                    </a:cubicBezTo>
                    <a:cubicBezTo>
                      <a:pt x="4" y="57"/>
                      <a:pt x="5" y="59"/>
                      <a:pt x="2" y="57"/>
                    </a:cubicBezTo>
                    <a:cubicBezTo>
                      <a:pt x="4" y="54"/>
                      <a:pt x="1" y="53"/>
                      <a:pt x="3" y="49"/>
                    </a:cubicBezTo>
                    <a:cubicBezTo>
                      <a:pt x="3" y="47"/>
                      <a:pt x="2" y="46"/>
                      <a:pt x="1" y="46"/>
                    </a:cubicBezTo>
                    <a:cubicBezTo>
                      <a:pt x="2" y="43"/>
                      <a:pt x="4" y="37"/>
                      <a:pt x="3" y="31"/>
                    </a:cubicBezTo>
                    <a:cubicBezTo>
                      <a:pt x="3" y="28"/>
                      <a:pt x="1" y="26"/>
                      <a:pt x="1" y="24"/>
                    </a:cubicBezTo>
                    <a:cubicBezTo>
                      <a:pt x="0" y="21"/>
                      <a:pt x="4" y="18"/>
                      <a:pt x="1" y="15"/>
                    </a:cubicBezTo>
                    <a:cubicBezTo>
                      <a:pt x="1" y="14"/>
                      <a:pt x="3" y="12"/>
                      <a:pt x="4" y="12"/>
                    </a:cubicBezTo>
                    <a:cubicBezTo>
                      <a:pt x="4" y="10"/>
                      <a:pt x="4" y="8"/>
                      <a:pt x="6" y="8"/>
                    </a:cubicBezTo>
                    <a:cubicBezTo>
                      <a:pt x="6" y="7"/>
                      <a:pt x="5" y="7"/>
                      <a:pt x="4" y="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0" name="ïşľíďè"/>
              <p:cNvSpPr/>
              <p:nvPr/>
            </p:nvSpPr>
            <p:spPr bwMode="auto">
              <a:xfrm>
                <a:off x="4413340" y="3049400"/>
                <a:ext cx="165882" cy="162255"/>
              </a:xfrm>
              <a:custGeom>
                <a:avLst/>
                <a:gdLst>
                  <a:gd name="T0" fmla="*/ 17 w 38"/>
                  <a:gd name="T1" fmla="*/ 0 h 32"/>
                  <a:gd name="T2" fmla="*/ 20 w 38"/>
                  <a:gd name="T3" fmla="*/ 2 h 32"/>
                  <a:gd name="T4" fmla="*/ 19 w 38"/>
                  <a:gd name="T5" fmla="*/ 7 h 32"/>
                  <a:gd name="T6" fmla="*/ 24 w 38"/>
                  <a:gd name="T7" fmla="*/ 10 h 32"/>
                  <a:gd name="T8" fmla="*/ 32 w 38"/>
                  <a:gd name="T9" fmla="*/ 12 h 32"/>
                  <a:gd name="T10" fmla="*/ 31 w 38"/>
                  <a:gd name="T11" fmla="*/ 17 h 32"/>
                  <a:gd name="T12" fmla="*/ 34 w 38"/>
                  <a:gd name="T13" fmla="*/ 19 h 32"/>
                  <a:gd name="T14" fmla="*/ 37 w 38"/>
                  <a:gd name="T15" fmla="*/ 22 h 32"/>
                  <a:gd name="T16" fmla="*/ 34 w 38"/>
                  <a:gd name="T17" fmla="*/ 29 h 32"/>
                  <a:gd name="T18" fmla="*/ 33 w 38"/>
                  <a:gd name="T19" fmla="*/ 26 h 32"/>
                  <a:gd name="T20" fmla="*/ 25 w 38"/>
                  <a:gd name="T21" fmla="*/ 26 h 32"/>
                  <a:gd name="T22" fmla="*/ 20 w 38"/>
                  <a:gd name="T23" fmla="*/ 31 h 32"/>
                  <a:gd name="T24" fmla="*/ 18 w 38"/>
                  <a:gd name="T25" fmla="*/ 27 h 32"/>
                  <a:gd name="T26" fmla="*/ 14 w 38"/>
                  <a:gd name="T27" fmla="*/ 26 h 32"/>
                  <a:gd name="T28" fmla="*/ 9 w 38"/>
                  <a:gd name="T29" fmla="*/ 22 h 32"/>
                  <a:gd name="T30" fmla="*/ 0 w 38"/>
                  <a:gd name="T31" fmla="*/ 24 h 32"/>
                  <a:gd name="T32" fmla="*/ 2 w 38"/>
                  <a:gd name="T33" fmla="*/ 19 h 32"/>
                  <a:gd name="T34" fmla="*/ 7 w 38"/>
                  <a:gd name="T35" fmla="*/ 16 h 32"/>
                  <a:gd name="T36" fmla="*/ 9 w 38"/>
                  <a:gd name="T37" fmla="*/ 11 h 32"/>
                  <a:gd name="T38" fmla="*/ 10 w 38"/>
                  <a:gd name="T39" fmla="*/ 5 h 32"/>
                  <a:gd name="T40" fmla="*/ 13 w 38"/>
                  <a:gd name="T41" fmla="*/ 5 h 32"/>
                  <a:gd name="T42" fmla="*/ 13 w 38"/>
                  <a:gd name="T43" fmla="*/ 2 h 32"/>
                  <a:gd name="T44" fmla="*/ 17 w 38"/>
                  <a:gd name="T4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2">
                    <a:moveTo>
                      <a:pt x="17" y="0"/>
                    </a:moveTo>
                    <a:cubicBezTo>
                      <a:pt x="18" y="0"/>
                      <a:pt x="19" y="2"/>
                      <a:pt x="20" y="2"/>
                    </a:cubicBezTo>
                    <a:cubicBezTo>
                      <a:pt x="20" y="5"/>
                      <a:pt x="17" y="5"/>
                      <a:pt x="19" y="7"/>
                    </a:cubicBezTo>
                    <a:cubicBezTo>
                      <a:pt x="18" y="10"/>
                      <a:pt x="22" y="9"/>
                      <a:pt x="24" y="10"/>
                    </a:cubicBezTo>
                    <a:cubicBezTo>
                      <a:pt x="25" y="10"/>
                      <a:pt x="27" y="14"/>
                      <a:pt x="32" y="12"/>
                    </a:cubicBezTo>
                    <a:cubicBezTo>
                      <a:pt x="32" y="16"/>
                      <a:pt x="34" y="16"/>
                      <a:pt x="31" y="17"/>
                    </a:cubicBezTo>
                    <a:cubicBezTo>
                      <a:pt x="30" y="19"/>
                      <a:pt x="33" y="18"/>
                      <a:pt x="34" y="19"/>
                    </a:cubicBezTo>
                    <a:cubicBezTo>
                      <a:pt x="35" y="19"/>
                      <a:pt x="33" y="24"/>
                      <a:pt x="37" y="22"/>
                    </a:cubicBezTo>
                    <a:cubicBezTo>
                      <a:pt x="38" y="26"/>
                      <a:pt x="33" y="25"/>
                      <a:pt x="34" y="29"/>
                    </a:cubicBezTo>
                    <a:cubicBezTo>
                      <a:pt x="33" y="29"/>
                      <a:pt x="33" y="27"/>
                      <a:pt x="33" y="26"/>
                    </a:cubicBezTo>
                    <a:cubicBezTo>
                      <a:pt x="28" y="26"/>
                      <a:pt x="29" y="28"/>
                      <a:pt x="25" y="26"/>
                    </a:cubicBezTo>
                    <a:cubicBezTo>
                      <a:pt x="24" y="28"/>
                      <a:pt x="20" y="28"/>
                      <a:pt x="20" y="31"/>
                    </a:cubicBezTo>
                    <a:cubicBezTo>
                      <a:pt x="18" y="32"/>
                      <a:pt x="19" y="29"/>
                      <a:pt x="18" y="27"/>
                    </a:cubicBezTo>
                    <a:cubicBezTo>
                      <a:pt x="17" y="27"/>
                      <a:pt x="15" y="27"/>
                      <a:pt x="14" y="26"/>
                    </a:cubicBezTo>
                    <a:cubicBezTo>
                      <a:pt x="13" y="25"/>
                      <a:pt x="12" y="23"/>
                      <a:pt x="9" y="22"/>
                    </a:cubicBezTo>
                    <a:cubicBezTo>
                      <a:pt x="5" y="22"/>
                      <a:pt x="5" y="25"/>
                      <a:pt x="0" y="24"/>
                    </a:cubicBezTo>
                    <a:cubicBezTo>
                      <a:pt x="1" y="23"/>
                      <a:pt x="2" y="21"/>
                      <a:pt x="2" y="19"/>
                    </a:cubicBezTo>
                    <a:cubicBezTo>
                      <a:pt x="6" y="20"/>
                      <a:pt x="2" y="15"/>
                      <a:pt x="7" y="16"/>
                    </a:cubicBezTo>
                    <a:cubicBezTo>
                      <a:pt x="5" y="13"/>
                      <a:pt x="8" y="13"/>
                      <a:pt x="9" y="11"/>
                    </a:cubicBezTo>
                    <a:cubicBezTo>
                      <a:pt x="10" y="9"/>
                      <a:pt x="9" y="7"/>
                      <a:pt x="10" y="5"/>
                    </a:cubicBezTo>
                    <a:cubicBezTo>
                      <a:pt x="11" y="4"/>
                      <a:pt x="12" y="5"/>
                      <a:pt x="13" y="5"/>
                    </a:cubicBezTo>
                    <a:cubicBezTo>
                      <a:pt x="13" y="4"/>
                      <a:pt x="12" y="3"/>
                      <a:pt x="13" y="2"/>
                    </a:cubicBezTo>
                    <a:cubicBezTo>
                      <a:pt x="14" y="1"/>
                      <a:pt x="17" y="2"/>
                      <a:pt x="17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1" name="íşľïḓe"/>
              <p:cNvSpPr/>
              <p:nvPr/>
            </p:nvSpPr>
            <p:spPr bwMode="auto">
              <a:xfrm>
                <a:off x="4325015" y="3101821"/>
                <a:ext cx="40932" cy="39940"/>
              </a:xfrm>
              <a:custGeom>
                <a:avLst/>
                <a:gdLst>
                  <a:gd name="T0" fmla="*/ 0 w 9"/>
                  <a:gd name="T1" fmla="*/ 0 h 8"/>
                  <a:gd name="T2" fmla="*/ 9 w 9"/>
                  <a:gd name="T3" fmla="*/ 4 h 8"/>
                  <a:gd name="T4" fmla="*/ 0 w 9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cubicBezTo>
                      <a:pt x="5" y="0"/>
                      <a:pt x="5" y="4"/>
                      <a:pt x="9" y="4"/>
                    </a:cubicBezTo>
                    <a:cubicBezTo>
                      <a:pt x="8" y="8"/>
                      <a:pt x="0" y="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2" name="ïşļïdê"/>
              <p:cNvSpPr/>
              <p:nvPr/>
            </p:nvSpPr>
            <p:spPr bwMode="auto">
              <a:xfrm>
                <a:off x="8889970" y="3256587"/>
                <a:ext cx="118487" cy="97354"/>
              </a:xfrm>
              <a:custGeom>
                <a:avLst/>
                <a:gdLst>
                  <a:gd name="T0" fmla="*/ 8 w 27"/>
                  <a:gd name="T1" fmla="*/ 0 h 19"/>
                  <a:gd name="T2" fmla="*/ 9 w 27"/>
                  <a:gd name="T3" fmla="*/ 2 h 19"/>
                  <a:gd name="T4" fmla="*/ 14 w 27"/>
                  <a:gd name="T5" fmla="*/ 7 h 19"/>
                  <a:gd name="T6" fmla="*/ 27 w 27"/>
                  <a:gd name="T7" fmla="*/ 5 h 19"/>
                  <a:gd name="T8" fmla="*/ 22 w 27"/>
                  <a:gd name="T9" fmla="*/ 13 h 19"/>
                  <a:gd name="T10" fmla="*/ 18 w 27"/>
                  <a:gd name="T11" fmla="*/ 12 h 19"/>
                  <a:gd name="T12" fmla="*/ 13 w 27"/>
                  <a:gd name="T13" fmla="*/ 14 h 19"/>
                  <a:gd name="T14" fmla="*/ 12 w 27"/>
                  <a:gd name="T15" fmla="*/ 18 h 19"/>
                  <a:gd name="T16" fmla="*/ 6 w 27"/>
                  <a:gd name="T17" fmla="*/ 15 h 19"/>
                  <a:gd name="T18" fmla="*/ 8 w 27"/>
                  <a:gd name="T1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19">
                    <a:moveTo>
                      <a:pt x="8" y="0"/>
                    </a:moveTo>
                    <a:cubicBezTo>
                      <a:pt x="9" y="0"/>
                      <a:pt x="9" y="1"/>
                      <a:pt x="9" y="2"/>
                    </a:cubicBezTo>
                    <a:cubicBezTo>
                      <a:pt x="9" y="5"/>
                      <a:pt x="14" y="3"/>
                      <a:pt x="14" y="7"/>
                    </a:cubicBezTo>
                    <a:cubicBezTo>
                      <a:pt x="19" y="5"/>
                      <a:pt x="22" y="7"/>
                      <a:pt x="27" y="5"/>
                    </a:cubicBezTo>
                    <a:cubicBezTo>
                      <a:pt x="27" y="9"/>
                      <a:pt x="22" y="9"/>
                      <a:pt x="22" y="13"/>
                    </a:cubicBezTo>
                    <a:cubicBezTo>
                      <a:pt x="20" y="13"/>
                      <a:pt x="20" y="12"/>
                      <a:pt x="18" y="12"/>
                    </a:cubicBezTo>
                    <a:cubicBezTo>
                      <a:pt x="16" y="11"/>
                      <a:pt x="14" y="17"/>
                      <a:pt x="13" y="14"/>
                    </a:cubicBezTo>
                    <a:cubicBezTo>
                      <a:pt x="12" y="14"/>
                      <a:pt x="12" y="16"/>
                      <a:pt x="12" y="18"/>
                    </a:cubicBezTo>
                    <a:cubicBezTo>
                      <a:pt x="8" y="19"/>
                      <a:pt x="8" y="11"/>
                      <a:pt x="6" y="15"/>
                    </a:cubicBezTo>
                    <a:cubicBezTo>
                      <a:pt x="0" y="12"/>
                      <a:pt x="4" y="3"/>
                      <a:pt x="8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3" name="îŝḷïḓe"/>
              <p:cNvSpPr/>
              <p:nvPr/>
            </p:nvSpPr>
            <p:spPr bwMode="auto">
              <a:xfrm>
                <a:off x="8689621" y="3373909"/>
                <a:ext cx="221893" cy="222165"/>
              </a:xfrm>
              <a:custGeom>
                <a:avLst/>
                <a:gdLst>
                  <a:gd name="T0" fmla="*/ 45 w 51"/>
                  <a:gd name="T1" fmla="*/ 0 h 44"/>
                  <a:gd name="T2" fmla="*/ 49 w 51"/>
                  <a:gd name="T3" fmla="*/ 1 h 44"/>
                  <a:gd name="T4" fmla="*/ 49 w 51"/>
                  <a:gd name="T5" fmla="*/ 20 h 44"/>
                  <a:gd name="T6" fmla="*/ 48 w 51"/>
                  <a:gd name="T7" fmla="*/ 18 h 44"/>
                  <a:gd name="T8" fmla="*/ 48 w 51"/>
                  <a:gd name="T9" fmla="*/ 25 h 44"/>
                  <a:gd name="T10" fmla="*/ 45 w 51"/>
                  <a:gd name="T11" fmla="*/ 24 h 44"/>
                  <a:gd name="T12" fmla="*/ 45 w 51"/>
                  <a:gd name="T13" fmla="*/ 36 h 44"/>
                  <a:gd name="T14" fmla="*/ 43 w 51"/>
                  <a:gd name="T15" fmla="*/ 35 h 44"/>
                  <a:gd name="T16" fmla="*/ 39 w 51"/>
                  <a:gd name="T17" fmla="*/ 38 h 44"/>
                  <a:gd name="T18" fmla="*/ 36 w 51"/>
                  <a:gd name="T19" fmla="*/ 36 h 44"/>
                  <a:gd name="T20" fmla="*/ 31 w 51"/>
                  <a:gd name="T21" fmla="*/ 38 h 44"/>
                  <a:gd name="T22" fmla="*/ 25 w 51"/>
                  <a:gd name="T23" fmla="*/ 39 h 44"/>
                  <a:gd name="T24" fmla="*/ 23 w 51"/>
                  <a:gd name="T25" fmla="*/ 44 h 44"/>
                  <a:gd name="T26" fmla="*/ 18 w 51"/>
                  <a:gd name="T27" fmla="*/ 38 h 44"/>
                  <a:gd name="T28" fmla="*/ 15 w 51"/>
                  <a:gd name="T29" fmla="*/ 40 h 44"/>
                  <a:gd name="T30" fmla="*/ 12 w 51"/>
                  <a:gd name="T31" fmla="*/ 39 h 44"/>
                  <a:gd name="T32" fmla="*/ 0 w 51"/>
                  <a:gd name="T33" fmla="*/ 41 h 44"/>
                  <a:gd name="T34" fmla="*/ 1 w 51"/>
                  <a:gd name="T35" fmla="*/ 36 h 44"/>
                  <a:gd name="T36" fmla="*/ 4 w 51"/>
                  <a:gd name="T37" fmla="*/ 38 h 44"/>
                  <a:gd name="T38" fmla="*/ 5 w 51"/>
                  <a:gd name="T39" fmla="*/ 35 h 44"/>
                  <a:gd name="T40" fmla="*/ 23 w 51"/>
                  <a:gd name="T41" fmla="*/ 34 h 44"/>
                  <a:gd name="T42" fmla="*/ 25 w 51"/>
                  <a:gd name="T43" fmla="*/ 25 h 44"/>
                  <a:gd name="T44" fmla="*/ 28 w 51"/>
                  <a:gd name="T45" fmla="*/ 23 h 44"/>
                  <a:gd name="T46" fmla="*/ 35 w 51"/>
                  <a:gd name="T47" fmla="*/ 24 h 44"/>
                  <a:gd name="T48" fmla="*/ 35 w 51"/>
                  <a:gd name="T49" fmla="*/ 19 h 44"/>
                  <a:gd name="T50" fmla="*/ 36 w 51"/>
                  <a:gd name="T51" fmla="*/ 21 h 44"/>
                  <a:gd name="T52" fmla="*/ 38 w 51"/>
                  <a:gd name="T53" fmla="*/ 15 h 44"/>
                  <a:gd name="T54" fmla="*/ 41 w 51"/>
                  <a:gd name="T55" fmla="*/ 5 h 44"/>
                  <a:gd name="T56" fmla="*/ 45 w 51"/>
                  <a:gd name="T5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1" h="44">
                    <a:moveTo>
                      <a:pt x="45" y="0"/>
                    </a:moveTo>
                    <a:cubicBezTo>
                      <a:pt x="47" y="0"/>
                      <a:pt x="47" y="1"/>
                      <a:pt x="49" y="1"/>
                    </a:cubicBezTo>
                    <a:cubicBezTo>
                      <a:pt x="49" y="10"/>
                      <a:pt x="51" y="15"/>
                      <a:pt x="49" y="20"/>
                    </a:cubicBezTo>
                    <a:cubicBezTo>
                      <a:pt x="48" y="20"/>
                      <a:pt x="48" y="19"/>
                      <a:pt x="48" y="18"/>
                    </a:cubicBezTo>
                    <a:cubicBezTo>
                      <a:pt x="44" y="19"/>
                      <a:pt x="48" y="23"/>
                      <a:pt x="48" y="25"/>
                    </a:cubicBezTo>
                    <a:cubicBezTo>
                      <a:pt x="47" y="25"/>
                      <a:pt x="47" y="24"/>
                      <a:pt x="45" y="24"/>
                    </a:cubicBezTo>
                    <a:cubicBezTo>
                      <a:pt x="45" y="28"/>
                      <a:pt x="45" y="32"/>
                      <a:pt x="45" y="36"/>
                    </a:cubicBezTo>
                    <a:cubicBezTo>
                      <a:pt x="44" y="36"/>
                      <a:pt x="44" y="35"/>
                      <a:pt x="43" y="35"/>
                    </a:cubicBezTo>
                    <a:cubicBezTo>
                      <a:pt x="40" y="34"/>
                      <a:pt x="40" y="37"/>
                      <a:pt x="39" y="38"/>
                    </a:cubicBezTo>
                    <a:cubicBezTo>
                      <a:pt x="38" y="38"/>
                      <a:pt x="37" y="36"/>
                      <a:pt x="36" y="36"/>
                    </a:cubicBezTo>
                    <a:cubicBezTo>
                      <a:pt x="36" y="36"/>
                      <a:pt x="33" y="37"/>
                      <a:pt x="31" y="38"/>
                    </a:cubicBezTo>
                    <a:cubicBezTo>
                      <a:pt x="31" y="38"/>
                      <a:pt x="28" y="40"/>
                      <a:pt x="25" y="39"/>
                    </a:cubicBezTo>
                    <a:cubicBezTo>
                      <a:pt x="23" y="39"/>
                      <a:pt x="24" y="43"/>
                      <a:pt x="23" y="44"/>
                    </a:cubicBezTo>
                    <a:cubicBezTo>
                      <a:pt x="20" y="43"/>
                      <a:pt x="18" y="41"/>
                      <a:pt x="18" y="38"/>
                    </a:cubicBezTo>
                    <a:cubicBezTo>
                      <a:pt x="15" y="36"/>
                      <a:pt x="16" y="40"/>
                      <a:pt x="15" y="40"/>
                    </a:cubicBezTo>
                    <a:cubicBezTo>
                      <a:pt x="13" y="41"/>
                      <a:pt x="13" y="39"/>
                      <a:pt x="12" y="39"/>
                    </a:cubicBezTo>
                    <a:cubicBezTo>
                      <a:pt x="8" y="40"/>
                      <a:pt x="3" y="44"/>
                      <a:pt x="0" y="41"/>
                    </a:cubicBezTo>
                    <a:cubicBezTo>
                      <a:pt x="1" y="40"/>
                      <a:pt x="1" y="39"/>
                      <a:pt x="1" y="36"/>
                    </a:cubicBezTo>
                    <a:cubicBezTo>
                      <a:pt x="2" y="35"/>
                      <a:pt x="4" y="38"/>
                      <a:pt x="4" y="38"/>
                    </a:cubicBezTo>
                    <a:cubicBezTo>
                      <a:pt x="5" y="38"/>
                      <a:pt x="4" y="35"/>
                      <a:pt x="5" y="35"/>
                    </a:cubicBezTo>
                    <a:cubicBezTo>
                      <a:pt x="9" y="34"/>
                      <a:pt x="17" y="36"/>
                      <a:pt x="23" y="34"/>
                    </a:cubicBezTo>
                    <a:cubicBezTo>
                      <a:pt x="21" y="28"/>
                      <a:pt x="26" y="30"/>
                      <a:pt x="25" y="25"/>
                    </a:cubicBezTo>
                    <a:cubicBezTo>
                      <a:pt x="27" y="27"/>
                      <a:pt x="28" y="26"/>
                      <a:pt x="28" y="23"/>
                    </a:cubicBezTo>
                    <a:cubicBezTo>
                      <a:pt x="30" y="26"/>
                      <a:pt x="33" y="21"/>
                      <a:pt x="35" y="24"/>
                    </a:cubicBezTo>
                    <a:cubicBezTo>
                      <a:pt x="36" y="23"/>
                      <a:pt x="34" y="19"/>
                      <a:pt x="35" y="19"/>
                    </a:cubicBezTo>
                    <a:cubicBezTo>
                      <a:pt x="36" y="18"/>
                      <a:pt x="36" y="21"/>
                      <a:pt x="36" y="21"/>
                    </a:cubicBezTo>
                    <a:cubicBezTo>
                      <a:pt x="37" y="22"/>
                      <a:pt x="40" y="21"/>
                      <a:pt x="38" y="15"/>
                    </a:cubicBezTo>
                    <a:cubicBezTo>
                      <a:pt x="42" y="14"/>
                      <a:pt x="40" y="8"/>
                      <a:pt x="41" y="5"/>
                    </a:cubicBezTo>
                    <a:cubicBezTo>
                      <a:pt x="42" y="3"/>
                      <a:pt x="47" y="3"/>
                      <a:pt x="4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3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4" name="iSľíḋê"/>
              <p:cNvSpPr/>
              <p:nvPr/>
            </p:nvSpPr>
            <p:spPr bwMode="auto">
              <a:xfrm>
                <a:off x="5934274" y="3383894"/>
                <a:ext cx="38777" cy="54917"/>
              </a:xfrm>
              <a:custGeom>
                <a:avLst/>
                <a:gdLst>
                  <a:gd name="T0" fmla="*/ 3 w 9"/>
                  <a:gd name="T1" fmla="*/ 0 h 11"/>
                  <a:gd name="T2" fmla="*/ 1 w 9"/>
                  <a:gd name="T3" fmla="*/ 9 h 11"/>
                  <a:gd name="T4" fmla="*/ 3 w 9"/>
                  <a:gd name="T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1">
                    <a:moveTo>
                      <a:pt x="3" y="0"/>
                    </a:moveTo>
                    <a:cubicBezTo>
                      <a:pt x="9" y="1"/>
                      <a:pt x="7" y="11"/>
                      <a:pt x="1" y="9"/>
                    </a:cubicBezTo>
                    <a:cubicBezTo>
                      <a:pt x="4" y="8"/>
                      <a:pt x="0" y="1"/>
                      <a:pt x="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5" name="íṣḷîḋè"/>
              <p:cNvSpPr/>
              <p:nvPr/>
            </p:nvSpPr>
            <p:spPr bwMode="auto">
              <a:xfrm>
                <a:off x="6029063" y="3458781"/>
                <a:ext cx="58167" cy="44932"/>
              </a:xfrm>
              <a:custGeom>
                <a:avLst/>
                <a:gdLst>
                  <a:gd name="T0" fmla="*/ 10 w 13"/>
                  <a:gd name="T1" fmla="*/ 2 h 9"/>
                  <a:gd name="T2" fmla="*/ 13 w 13"/>
                  <a:gd name="T3" fmla="*/ 8 h 9"/>
                  <a:gd name="T4" fmla="*/ 7 w 13"/>
                  <a:gd name="T5" fmla="*/ 8 h 9"/>
                  <a:gd name="T6" fmla="*/ 7 w 13"/>
                  <a:gd name="T7" fmla="*/ 7 h 9"/>
                  <a:gd name="T8" fmla="*/ 2 w 13"/>
                  <a:gd name="T9" fmla="*/ 6 h 9"/>
                  <a:gd name="T10" fmla="*/ 10 w 13"/>
                  <a:gd name="T11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9">
                    <a:moveTo>
                      <a:pt x="10" y="2"/>
                    </a:moveTo>
                    <a:cubicBezTo>
                      <a:pt x="12" y="3"/>
                      <a:pt x="13" y="5"/>
                      <a:pt x="13" y="8"/>
                    </a:cubicBezTo>
                    <a:cubicBezTo>
                      <a:pt x="12" y="7"/>
                      <a:pt x="7" y="9"/>
                      <a:pt x="7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5" y="6"/>
                      <a:pt x="2" y="8"/>
                      <a:pt x="2" y="6"/>
                    </a:cubicBezTo>
                    <a:cubicBezTo>
                      <a:pt x="0" y="0"/>
                      <a:pt x="10" y="6"/>
                      <a:pt x="10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6" name="íṣlidé"/>
              <p:cNvSpPr/>
              <p:nvPr/>
            </p:nvSpPr>
            <p:spPr bwMode="auto">
              <a:xfrm>
                <a:off x="6472849" y="3548645"/>
                <a:ext cx="43086" cy="19970"/>
              </a:xfrm>
              <a:custGeom>
                <a:avLst/>
                <a:gdLst>
                  <a:gd name="T0" fmla="*/ 0 w 10"/>
                  <a:gd name="T1" fmla="*/ 4 h 4"/>
                  <a:gd name="T2" fmla="*/ 5 w 10"/>
                  <a:gd name="T3" fmla="*/ 0 h 4"/>
                  <a:gd name="T4" fmla="*/ 4 w 10"/>
                  <a:gd name="T5" fmla="*/ 1 h 4"/>
                  <a:gd name="T6" fmla="*/ 0 w 10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4">
                    <a:moveTo>
                      <a:pt x="0" y="4"/>
                    </a:moveTo>
                    <a:cubicBezTo>
                      <a:pt x="0" y="1"/>
                      <a:pt x="2" y="0"/>
                      <a:pt x="5" y="0"/>
                    </a:cubicBezTo>
                    <a:cubicBezTo>
                      <a:pt x="10" y="0"/>
                      <a:pt x="7" y="2"/>
                      <a:pt x="4" y="1"/>
                    </a:cubicBezTo>
                    <a:cubicBezTo>
                      <a:pt x="3" y="2"/>
                      <a:pt x="3" y="4"/>
                      <a:pt x="0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7" name="i$1iḓê"/>
              <p:cNvSpPr/>
              <p:nvPr/>
            </p:nvSpPr>
            <p:spPr bwMode="auto">
              <a:xfrm>
                <a:off x="8711164" y="3586089"/>
                <a:ext cx="40932" cy="29955"/>
              </a:xfrm>
              <a:custGeom>
                <a:avLst/>
                <a:gdLst>
                  <a:gd name="T0" fmla="*/ 7 w 9"/>
                  <a:gd name="T1" fmla="*/ 1 h 6"/>
                  <a:gd name="T2" fmla="*/ 5 w 9"/>
                  <a:gd name="T3" fmla="*/ 6 h 6"/>
                  <a:gd name="T4" fmla="*/ 0 w 9"/>
                  <a:gd name="T5" fmla="*/ 2 h 6"/>
                  <a:gd name="T6" fmla="*/ 7 w 9"/>
                  <a:gd name="T7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6">
                    <a:moveTo>
                      <a:pt x="7" y="1"/>
                    </a:moveTo>
                    <a:cubicBezTo>
                      <a:pt x="9" y="5"/>
                      <a:pt x="3" y="2"/>
                      <a:pt x="5" y="6"/>
                    </a:cubicBezTo>
                    <a:cubicBezTo>
                      <a:pt x="2" y="6"/>
                      <a:pt x="0" y="5"/>
                      <a:pt x="0" y="2"/>
                    </a:cubicBezTo>
                    <a:cubicBezTo>
                      <a:pt x="3" y="5"/>
                      <a:pt x="4" y="0"/>
                      <a:pt x="7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8" name="iṧḷîḓe"/>
              <p:cNvSpPr/>
              <p:nvPr/>
            </p:nvSpPr>
            <p:spPr bwMode="auto">
              <a:xfrm>
                <a:off x="8637918" y="3591081"/>
                <a:ext cx="60320" cy="69894"/>
              </a:xfrm>
              <a:custGeom>
                <a:avLst/>
                <a:gdLst>
                  <a:gd name="T0" fmla="*/ 12 w 14"/>
                  <a:gd name="T1" fmla="*/ 2 h 14"/>
                  <a:gd name="T2" fmla="*/ 12 w 14"/>
                  <a:gd name="T3" fmla="*/ 11 h 14"/>
                  <a:gd name="T4" fmla="*/ 4 w 14"/>
                  <a:gd name="T5" fmla="*/ 12 h 14"/>
                  <a:gd name="T6" fmla="*/ 1 w 14"/>
                  <a:gd name="T7" fmla="*/ 7 h 14"/>
                  <a:gd name="T8" fmla="*/ 12 w 14"/>
                  <a:gd name="T9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12" y="2"/>
                    </a:moveTo>
                    <a:cubicBezTo>
                      <a:pt x="14" y="6"/>
                      <a:pt x="8" y="9"/>
                      <a:pt x="12" y="11"/>
                    </a:cubicBezTo>
                    <a:cubicBezTo>
                      <a:pt x="12" y="14"/>
                      <a:pt x="7" y="12"/>
                      <a:pt x="4" y="12"/>
                    </a:cubicBezTo>
                    <a:cubicBezTo>
                      <a:pt x="4" y="7"/>
                      <a:pt x="5" y="5"/>
                      <a:pt x="1" y="7"/>
                    </a:cubicBezTo>
                    <a:cubicBezTo>
                      <a:pt x="0" y="1"/>
                      <a:pt x="7" y="0"/>
                      <a:pt x="12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09" name="iSlíḋê"/>
              <p:cNvSpPr/>
              <p:nvPr/>
            </p:nvSpPr>
            <p:spPr bwMode="auto">
              <a:xfrm>
                <a:off x="8433259" y="3843199"/>
                <a:ext cx="34469" cy="64902"/>
              </a:xfrm>
              <a:custGeom>
                <a:avLst/>
                <a:gdLst>
                  <a:gd name="T0" fmla="*/ 7 w 8"/>
                  <a:gd name="T1" fmla="*/ 5 h 13"/>
                  <a:gd name="T2" fmla="*/ 5 w 8"/>
                  <a:gd name="T3" fmla="*/ 13 h 13"/>
                  <a:gd name="T4" fmla="*/ 0 w 8"/>
                  <a:gd name="T5" fmla="*/ 13 h 13"/>
                  <a:gd name="T6" fmla="*/ 1 w 8"/>
                  <a:gd name="T7" fmla="*/ 4 h 13"/>
                  <a:gd name="T8" fmla="*/ 7 w 8"/>
                  <a:gd name="T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3">
                    <a:moveTo>
                      <a:pt x="7" y="5"/>
                    </a:moveTo>
                    <a:cubicBezTo>
                      <a:pt x="7" y="9"/>
                      <a:pt x="3" y="8"/>
                      <a:pt x="5" y="13"/>
                    </a:cubicBezTo>
                    <a:cubicBezTo>
                      <a:pt x="3" y="13"/>
                      <a:pt x="1" y="13"/>
                      <a:pt x="0" y="13"/>
                    </a:cubicBezTo>
                    <a:cubicBezTo>
                      <a:pt x="0" y="10"/>
                      <a:pt x="4" y="6"/>
                      <a:pt x="1" y="4"/>
                    </a:cubicBezTo>
                    <a:cubicBezTo>
                      <a:pt x="2" y="1"/>
                      <a:pt x="8" y="0"/>
                      <a:pt x="7" y="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0" name="ïSļîḋe"/>
              <p:cNvSpPr/>
              <p:nvPr/>
            </p:nvSpPr>
            <p:spPr bwMode="auto">
              <a:xfrm>
                <a:off x="3273717" y="3873154"/>
                <a:ext cx="21543" cy="19970"/>
              </a:xfrm>
              <a:custGeom>
                <a:avLst/>
                <a:gdLst>
                  <a:gd name="T0" fmla="*/ 0 w 5"/>
                  <a:gd name="T1" fmla="*/ 2 h 4"/>
                  <a:gd name="T2" fmla="*/ 5 w 5"/>
                  <a:gd name="T3" fmla="*/ 0 h 4"/>
                  <a:gd name="T4" fmla="*/ 4 w 5"/>
                  <a:gd name="T5" fmla="*/ 4 h 4"/>
                  <a:gd name="T6" fmla="*/ 1 w 5"/>
                  <a:gd name="T7" fmla="*/ 4 h 4"/>
                  <a:gd name="T8" fmla="*/ 0 w 5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0"/>
                      <a:pt x="3" y="1"/>
                      <a:pt x="5" y="0"/>
                    </a:cubicBezTo>
                    <a:cubicBezTo>
                      <a:pt x="5" y="2"/>
                      <a:pt x="4" y="3"/>
                      <a:pt x="4" y="4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1" y="3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1" name="íśḷíḍè"/>
              <p:cNvSpPr/>
              <p:nvPr/>
            </p:nvSpPr>
            <p:spPr bwMode="auto">
              <a:xfrm>
                <a:off x="3857531" y="3893124"/>
                <a:ext cx="219738" cy="99849"/>
              </a:xfrm>
              <a:custGeom>
                <a:avLst/>
                <a:gdLst>
                  <a:gd name="T0" fmla="*/ 50 w 51"/>
                  <a:gd name="T1" fmla="*/ 14 h 20"/>
                  <a:gd name="T2" fmla="*/ 39 w 51"/>
                  <a:gd name="T3" fmla="*/ 18 h 20"/>
                  <a:gd name="T4" fmla="*/ 36 w 51"/>
                  <a:gd name="T5" fmla="*/ 11 h 20"/>
                  <a:gd name="T6" fmla="*/ 22 w 51"/>
                  <a:gd name="T7" fmla="*/ 9 h 20"/>
                  <a:gd name="T8" fmla="*/ 21 w 51"/>
                  <a:gd name="T9" fmla="*/ 5 h 20"/>
                  <a:gd name="T10" fmla="*/ 8 w 51"/>
                  <a:gd name="T11" fmla="*/ 5 h 20"/>
                  <a:gd name="T12" fmla="*/ 0 w 51"/>
                  <a:gd name="T13" fmla="*/ 8 h 20"/>
                  <a:gd name="T14" fmla="*/ 5 w 51"/>
                  <a:gd name="T15" fmla="*/ 1 h 20"/>
                  <a:gd name="T16" fmla="*/ 16 w 51"/>
                  <a:gd name="T17" fmla="*/ 0 h 20"/>
                  <a:gd name="T18" fmla="*/ 20 w 51"/>
                  <a:gd name="T19" fmla="*/ 3 h 20"/>
                  <a:gd name="T20" fmla="*/ 24 w 51"/>
                  <a:gd name="T21" fmla="*/ 4 h 20"/>
                  <a:gd name="T22" fmla="*/ 34 w 51"/>
                  <a:gd name="T23" fmla="*/ 5 h 20"/>
                  <a:gd name="T24" fmla="*/ 37 w 51"/>
                  <a:gd name="T25" fmla="*/ 11 h 20"/>
                  <a:gd name="T26" fmla="*/ 41 w 51"/>
                  <a:gd name="T27" fmla="*/ 13 h 20"/>
                  <a:gd name="T28" fmla="*/ 50 w 51"/>
                  <a:gd name="T29" fmla="*/ 1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" h="20">
                    <a:moveTo>
                      <a:pt x="50" y="14"/>
                    </a:moveTo>
                    <a:cubicBezTo>
                      <a:pt x="51" y="20"/>
                      <a:pt x="40" y="14"/>
                      <a:pt x="39" y="18"/>
                    </a:cubicBezTo>
                    <a:cubicBezTo>
                      <a:pt x="36" y="17"/>
                      <a:pt x="38" y="12"/>
                      <a:pt x="36" y="11"/>
                    </a:cubicBezTo>
                    <a:cubicBezTo>
                      <a:pt x="32" y="10"/>
                      <a:pt x="27" y="10"/>
                      <a:pt x="22" y="9"/>
                    </a:cubicBezTo>
                    <a:cubicBezTo>
                      <a:pt x="22" y="8"/>
                      <a:pt x="21" y="7"/>
                      <a:pt x="21" y="5"/>
                    </a:cubicBezTo>
                    <a:cubicBezTo>
                      <a:pt x="16" y="6"/>
                      <a:pt x="12" y="5"/>
                      <a:pt x="8" y="5"/>
                    </a:cubicBezTo>
                    <a:cubicBezTo>
                      <a:pt x="5" y="6"/>
                      <a:pt x="3" y="9"/>
                      <a:pt x="0" y="8"/>
                    </a:cubicBezTo>
                    <a:cubicBezTo>
                      <a:pt x="0" y="4"/>
                      <a:pt x="5" y="6"/>
                      <a:pt x="5" y="1"/>
                    </a:cubicBezTo>
                    <a:cubicBezTo>
                      <a:pt x="8" y="1"/>
                      <a:pt x="15" y="3"/>
                      <a:pt x="16" y="0"/>
                    </a:cubicBezTo>
                    <a:cubicBezTo>
                      <a:pt x="22" y="1"/>
                      <a:pt x="14" y="1"/>
                      <a:pt x="20" y="3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5" y="5"/>
                      <a:pt x="29" y="6"/>
                      <a:pt x="34" y="5"/>
                    </a:cubicBezTo>
                    <a:cubicBezTo>
                      <a:pt x="32" y="10"/>
                      <a:pt x="40" y="6"/>
                      <a:pt x="37" y="11"/>
                    </a:cubicBezTo>
                    <a:cubicBezTo>
                      <a:pt x="39" y="10"/>
                      <a:pt x="41" y="10"/>
                      <a:pt x="41" y="13"/>
                    </a:cubicBezTo>
                    <a:cubicBezTo>
                      <a:pt x="44" y="13"/>
                      <a:pt x="49" y="11"/>
                      <a:pt x="50" y="1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2" name="îṩļiḓè"/>
              <p:cNvSpPr/>
              <p:nvPr/>
            </p:nvSpPr>
            <p:spPr bwMode="auto">
              <a:xfrm>
                <a:off x="4118202" y="3982988"/>
                <a:ext cx="94789" cy="54917"/>
              </a:xfrm>
              <a:custGeom>
                <a:avLst/>
                <a:gdLst>
                  <a:gd name="T0" fmla="*/ 1 w 22"/>
                  <a:gd name="T1" fmla="*/ 0 h 11"/>
                  <a:gd name="T2" fmla="*/ 12 w 22"/>
                  <a:gd name="T3" fmla="*/ 1 h 11"/>
                  <a:gd name="T4" fmla="*/ 17 w 22"/>
                  <a:gd name="T5" fmla="*/ 2 h 11"/>
                  <a:gd name="T6" fmla="*/ 22 w 22"/>
                  <a:gd name="T7" fmla="*/ 5 h 11"/>
                  <a:gd name="T8" fmla="*/ 4 w 22"/>
                  <a:gd name="T9" fmla="*/ 7 h 11"/>
                  <a:gd name="T10" fmla="*/ 6 w 22"/>
                  <a:gd name="T11" fmla="*/ 6 h 11"/>
                  <a:gd name="T12" fmla="*/ 1 w 22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11">
                    <a:moveTo>
                      <a:pt x="1" y="0"/>
                    </a:moveTo>
                    <a:cubicBezTo>
                      <a:pt x="4" y="2"/>
                      <a:pt x="8" y="0"/>
                      <a:pt x="12" y="1"/>
                    </a:cubicBezTo>
                    <a:cubicBezTo>
                      <a:pt x="12" y="1"/>
                      <a:pt x="15" y="6"/>
                      <a:pt x="17" y="2"/>
                    </a:cubicBezTo>
                    <a:cubicBezTo>
                      <a:pt x="19" y="3"/>
                      <a:pt x="18" y="6"/>
                      <a:pt x="22" y="5"/>
                    </a:cubicBezTo>
                    <a:cubicBezTo>
                      <a:pt x="21" y="11"/>
                      <a:pt x="8" y="8"/>
                      <a:pt x="4" y="7"/>
                    </a:cubicBezTo>
                    <a:cubicBezTo>
                      <a:pt x="3" y="6"/>
                      <a:pt x="6" y="6"/>
                      <a:pt x="6" y="6"/>
                    </a:cubicBezTo>
                    <a:cubicBezTo>
                      <a:pt x="7" y="4"/>
                      <a:pt x="0" y="4"/>
                      <a:pt x="1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3" name="ï$lîdé"/>
              <p:cNvSpPr/>
              <p:nvPr/>
            </p:nvSpPr>
            <p:spPr bwMode="auto">
              <a:xfrm>
                <a:off x="8172590" y="3987980"/>
                <a:ext cx="47395" cy="39940"/>
              </a:xfrm>
              <a:custGeom>
                <a:avLst/>
                <a:gdLst>
                  <a:gd name="T0" fmla="*/ 9 w 11"/>
                  <a:gd name="T1" fmla="*/ 0 h 8"/>
                  <a:gd name="T2" fmla="*/ 7 w 11"/>
                  <a:gd name="T3" fmla="*/ 8 h 8"/>
                  <a:gd name="T4" fmla="*/ 0 w 11"/>
                  <a:gd name="T5" fmla="*/ 3 h 8"/>
                  <a:gd name="T6" fmla="*/ 3 w 11"/>
                  <a:gd name="T7" fmla="*/ 0 h 8"/>
                  <a:gd name="T8" fmla="*/ 9 w 11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8">
                    <a:moveTo>
                      <a:pt x="9" y="0"/>
                    </a:moveTo>
                    <a:cubicBezTo>
                      <a:pt x="11" y="5"/>
                      <a:pt x="6" y="4"/>
                      <a:pt x="7" y="8"/>
                    </a:cubicBezTo>
                    <a:cubicBezTo>
                      <a:pt x="4" y="7"/>
                      <a:pt x="0" y="6"/>
                      <a:pt x="0" y="3"/>
                    </a:cubicBezTo>
                    <a:cubicBezTo>
                      <a:pt x="2" y="3"/>
                      <a:pt x="3" y="2"/>
                      <a:pt x="3" y="0"/>
                    </a:cubicBezTo>
                    <a:cubicBezTo>
                      <a:pt x="5" y="0"/>
                      <a:pt x="7" y="0"/>
                      <a:pt x="9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4" name="iŝḻîḍe"/>
              <p:cNvSpPr/>
              <p:nvPr/>
            </p:nvSpPr>
            <p:spPr bwMode="auto">
              <a:xfrm>
                <a:off x="4088042" y="4002958"/>
                <a:ext cx="34469" cy="29955"/>
              </a:xfrm>
              <a:custGeom>
                <a:avLst/>
                <a:gdLst>
                  <a:gd name="T0" fmla="*/ 6 w 8"/>
                  <a:gd name="T1" fmla="*/ 6 h 6"/>
                  <a:gd name="T2" fmla="*/ 0 w 8"/>
                  <a:gd name="T3" fmla="*/ 5 h 6"/>
                  <a:gd name="T4" fmla="*/ 6 w 8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6" y="6"/>
                    </a:moveTo>
                    <a:cubicBezTo>
                      <a:pt x="4" y="5"/>
                      <a:pt x="2" y="4"/>
                      <a:pt x="0" y="5"/>
                    </a:cubicBezTo>
                    <a:cubicBezTo>
                      <a:pt x="0" y="2"/>
                      <a:pt x="8" y="0"/>
                      <a:pt x="6" y="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5" name="isľíḍe"/>
              <p:cNvSpPr/>
              <p:nvPr/>
            </p:nvSpPr>
            <p:spPr bwMode="auto">
              <a:xfrm>
                <a:off x="3991098" y="4007950"/>
                <a:ext cx="43086" cy="34947"/>
              </a:xfrm>
              <a:custGeom>
                <a:avLst/>
                <a:gdLst>
                  <a:gd name="T0" fmla="*/ 1 w 10"/>
                  <a:gd name="T1" fmla="*/ 2 h 7"/>
                  <a:gd name="T2" fmla="*/ 9 w 10"/>
                  <a:gd name="T3" fmla="*/ 5 h 7"/>
                  <a:gd name="T4" fmla="*/ 1 w 10"/>
                  <a:gd name="T5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7">
                    <a:moveTo>
                      <a:pt x="1" y="2"/>
                    </a:moveTo>
                    <a:cubicBezTo>
                      <a:pt x="4" y="3"/>
                      <a:pt x="10" y="0"/>
                      <a:pt x="9" y="5"/>
                    </a:cubicBezTo>
                    <a:cubicBezTo>
                      <a:pt x="6" y="4"/>
                      <a:pt x="0" y="7"/>
                      <a:pt x="1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6" name="ïṣḻiḓé"/>
              <p:cNvSpPr/>
              <p:nvPr/>
            </p:nvSpPr>
            <p:spPr bwMode="auto">
              <a:xfrm>
                <a:off x="8420334" y="4027920"/>
                <a:ext cx="62475" cy="122316"/>
              </a:xfrm>
              <a:custGeom>
                <a:avLst/>
                <a:gdLst>
                  <a:gd name="T0" fmla="*/ 6 w 14"/>
                  <a:gd name="T1" fmla="*/ 0 h 24"/>
                  <a:gd name="T2" fmla="*/ 11 w 14"/>
                  <a:gd name="T3" fmla="*/ 0 h 24"/>
                  <a:gd name="T4" fmla="*/ 14 w 14"/>
                  <a:gd name="T5" fmla="*/ 8 h 24"/>
                  <a:gd name="T6" fmla="*/ 10 w 14"/>
                  <a:gd name="T7" fmla="*/ 12 h 24"/>
                  <a:gd name="T8" fmla="*/ 9 w 14"/>
                  <a:gd name="T9" fmla="*/ 16 h 24"/>
                  <a:gd name="T10" fmla="*/ 8 w 14"/>
                  <a:gd name="T11" fmla="*/ 22 h 24"/>
                  <a:gd name="T12" fmla="*/ 4 w 14"/>
                  <a:gd name="T13" fmla="*/ 18 h 24"/>
                  <a:gd name="T14" fmla="*/ 0 w 14"/>
                  <a:gd name="T15" fmla="*/ 13 h 24"/>
                  <a:gd name="T16" fmla="*/ 3 w 14"/>
                  <a:gd name="T17" fmla="*/ 6 h 24"/>
                  <a:gd name="T18" fmla="*/ 6 w 14"/>
                  <a:gd name="T1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" h="24">
                    <a:moveTo>
                      <a:pt x="6" y="0"/>
                    </a:moveTo>
                    <a:cubicBezTo>
                      <a:pt x="8" y="0"/>
                      <a:pt x="10" y="0"/>
                      <a:pt x="11" y="0"/>
                    </a:cubicBezTo>
                    <a:cubicBezTo>
                      <a:pt x="13" y="2"/>
                      <a:pt x="13" y="6"/>
                      <a:pt x="14" y="8"/>
                    </a:cubicBezTo>
                    <a:cubicBezTo>
                      <a:pt x="12" y="9"/>
                      <a:pt x="13" y="13"/>
                      <a:pt x="10" y="12"/>
                    </a:cubicBezTo>
                    <a:cubicBezTo>
                      <a:pt x="10" y="14"/>
                      <a:pt x="10" y="16"/>
                      <a:pt x="9" y="16"/>
                    </a:cubicBezTo>
                    <a:cubicBezTo>
                      <a:pt x="8" y="18"/>
                      <a:pt x="10" y="22"/>
                      <a:pt x="8" y="22"/>
                    </a:cubicBezTo>
                    <a:cubicBezTo>
                      <a:pt x="3" y="24"/>
                      <a:pt x="7" y="19"/>
                      <a:pt x="4" y="18"/>
                    </a:cubicBezTo>
                    <a:cubicBezTo>
                      <a:pt x="2" y="18"/>
                      <a:pt x="2" y="15"/>
                      <a:pt x="0" y="13"/>
                    </a:cubicBezTo>
                    <a:cubicBezTo>
                      <a:pt x="0" y="10"/>
                      <a:pt x="4" y="11"/>
                      <a:pt x="3" y="6"/>
                    </a:cubicBezTo>
                    <a:cubicBezTo>
                      <a:pt x="6" y="9"/>
                      <a:pt x="6" y="3"/>
                      <a:pt x="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7" name="išľíde"/>
              <p:cNvSpPr/>
              <p:nvPr/>
            </p:nvSpPr>
            <p:spPr bwMode="auto">
              <a:xfrm>
                <a:off x="8482809" y="4130266"/>
                <a:ext cx="81863" cy="99849"/>
              </a:xfrm>
              <a:custGeom>
                <a:avLst/>
                <a:gdLst>
                  <a:gd name="T0" fmla="*/ 10 w 19"/>
                  <a:gd name="T1" fmla="*/ 2 h 20"/>
                  <a:gd name="T2" fmla="*/ 14 w 19"/>
                  <a:gd name="T3" fmla="*/ 6 h 20"/>
                  <a:gd name="T4" fmla="*/ 13 w 19"/>
                  <a:gd name="T5" fmla="*/ 7 h 20"/>
                  <a:gd name="T6" fmla="*/ 14 w 19"/>
                  <a:gd name="T7" fmla="*/ 10 h 20"/>
                  <a:gd name="T8" fmla="*/ 19 w 19"/>
                  <a:gd name="T9" fmla="*/ 16 h 20"/>
                  <a:gd name="T10" fmla="*/ 16 w 19"/>
                  <a:gd name="T11" fmla="*/ 20 h 20"/>
                  <a:gd name="T12" fmla="*/ 13 w 19"/>
                  <a:gd name="T13" fmla="*/ 20 h 20"/>
                  <a:gd name="T14" fmla="*/ 6 w 19"/>
                  <a:gd name="T15" fmla="*/ 14 h 20"/>
                  <a:gd name="T16" fmla="*/ 9 w 19"/>
                  <a:gd name="T17" fmla="*/ 11 h 20"/>
                  <a:gd name="T18" fmla="*/ 0 w 19"/>
                  <a:gd name="T19" fmla="*/ 3 h 20"/>
                  <a:gd name="T20" fmla="*/ 10 w 19"/>
                  <a:gd name="T21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0">
                    <a:moveTo>
                      <a:pt x="10" y="2"/>
                    </a:moveTo>
                    <a:cubicBezTo>
                      <a:pt x="7" y="6"/>
                      <a:pt x="13" y="5"/>
                      <a:pt x="14" y="6"/>
                    </a:cubicBezTo>
                    <a:cubicBezTo>
                      <a:pt x="15" y="7"/>
                      <a:pt x="13" y="7"/>
                      <a:pt x="13" y="7"/>
                    </a:cubicBezTo>
                    <a:cubicBezTo>
                      <a:pt x="12" y="7"/>
                      <a:pt x="14" y="9"/>
                      <a:pt x="14" y="10"/>
                    </a:cubicBezTo>
                    <a:cubicBezTo>
                      <a:pt x="15" y="12"/>
                      <a:pt x="19" y="12"/>
                      <a:pt x="19" y="16"/>
                    </a:cubicBezTo>
                    <a:cubicBezTo>
                      <a:pt x="16" y="15"/>
                      <a:pt x="16" y="18"/>
                      <a:pt x="16" y="20"/>
                    </a:cubicBezTo>
                    <a:cubicBezTo>
                      <a:pt x="15" y="19"/>
                      <a:pt x="13" y="18"/>
                      <a:pt x="13" y="20"/>
                    </a:cubicBezTo>
                    <a:cubicBezTo>
                      <a:pt x="9" y="19"/>
                      <a:pt x="10" y="14"/>
                      <a:pt x="6" y="14"/>
                    </a:cubicBezTo>
                    <a:cubicBezTo>
                      <a:pt x="7" y="12"/>
                      <a:pt x="9" y="13"/>
                      <a:pt x="9" y="11"/>
                    </a:cubicBezTo>
                    <a:cubicBezTo>
                      <a:pt x="6" y="9"/>
                      <a:pt x="4" y="5"/>
                      <a:pt x="0" y="3"/>
                    </a:cubicBezTo>
                    <a:cubicBezTo>
                      <a:pt x="3" y="0"/>
                      <a:pt x="6" y="2"/>
                      <a:pt x="10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8" name="îşľïḍe"/>
              <p:cNvSpPr/>
              <p:nvPr/>
            </p:nvSpPr>
            <p:spPr bwMode="auto">
              <a:xfrm>
                <a:off x="8446185" y="4175198"/>
                <a:ext cx="17234" cy="998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4 w 4"/>
                  <a:gd name="T5" fmla="*/ 2 h 2"/>
                  <a:gd name="T6" fmla="*/ 0 w 4"/>
                  <a:gd name="T7" fmla="*/ 2 h 2"/>
                  <a:gd name="T8" fmla="*/ 0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0"/>
                      <a:pt x="4" y="0"/>
                    </a:cubicBezTo>
                    <a:cubicBezTo>
                      <a:pt x="4" y="0"/>
                      <a:pt x="4" y="1"/>
                      <a:pt x="4" y="2"/>
                    </a:cubicBezTo>
                    <a:cubicBezTo>
                      <a:pt x="3" y="2"/>
                      <a:pt x="2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19" name="îśḻiḍé"/>
              <p:cNvSpPr/>
              <p:nvPr/>
            </p:nvSpPr>
            <p:spPr bwMode="auto">
              <a:xfrm>
                <a:off x="8478500" y="4190176"/>
                <a:ext cx="43086" cy="79879"/>
              </a:xfrm>
              <a:custGeom>
                <a:avLst/>
                <a:gdLst>
                  <a:gd name="T0" fmla="*/ 10 w 10"/>
                  <a:gd name="T1" fmla="*/ 13 h 16"/>
                  <a:gd name="T2" fmla="*/ 3 w 10"/>
                  <a:gd name="T3" fmla="*/ 14 h 16"/>
                  <a:gd name="T4" fmla="*/ 0 w 10"/>
                  <a:gd name="T5" fmla="*/ 8 h 16"/>
                  <a:gd name="T6" fmla="*/ 10 w 10"/>
                  <a:gd name="T7" fmla="*/ 1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6">
                    <a:moveTo>
                      <a:pt x="10" y="13"/>
                    </a:moveTo>
                    <a:cubicBezTo>
                      <a:pt x="10" y="16"/>
                      <a:pt x="5" y="13"/>
                      <a:pt x="3" y="14"/>
                    </a:cubicBezTo>
                    <a:cubicBezTo>
                      <a:pt x="3" y="11"/>
                      <a:pt x="5" y="6"/>
                      <a:pt x="0" y="8"/>
                    </a:cubicBezTo>
                    <a:cubicBezTo>
                      <a:pt x="4" y="0"/>
                      <a:pt x="4" y="14"/>
                      <a:pt x="10" y="1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0" name="iṧḻíḋè"/>
              <p:cNvSpPr/>
              <p:nvPr/>
            </p:nvSpPr>
            <p:spPr bwMode="auto">
              <a:xfrm>
                <a:off x="7530609" y="4255077"/>
                <a:ext cx="47395" cy="97354"/>
              </a:xfrm>
              <a:custGeom>
                <a:avLst/>
                <a:gdLst>
                  <a:gd name="T0" fmla="*/ 2 w 11"/>
                  <a:gd name="T1" fmla="*/ 1 h 19"/>
                  <a:gd name="T2" fmla="*/ 6 w 11"/>
                  <a:gd name="T3" fmla="*/ 5 h 19"/>
                  <a:gd name="T4" fmla="*/ 7 w 11"/>
                  <a:gd name="T5" fmla="*/ 6 h 19"/>
                  <a:gd name="T6" fmla="*/ 10 w 11"/>
                  <a:gd name="T7" fmla="*/ 9 h 19"/>
                  <a:gd name="T8" fmla="*/ 8 w 11"/>
                  <a:gd name="T9" fmla="*/ 10 h 19"/>
                  <a:gd name="T10" fmla="*/ 10 w 11"/>
                  <a:gd name="T11" fmla="*/ 16 h 19"/>
                  <a:gd name="T12" fmla="*/ 7 w 11"/>
                  <a:gd name="T13" fmla="*/ 19 h 19"/>
                  <a:gd name="T14" fmla="*/ 2 w 11"/>
                  <a:gd name="T15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9">
                    <a:moveTo>
                      <a:pt x="2" y="1"/>
                    </a:moveTo>
                    <a:cubicBezTo>
                      <a:pt x="5" y="0"/>
                      <a:pt x="5" y="4"/>
                      <a:pt x="6" y="5"/>
                    </a:cubicBezTo>
                    <a:cubicBezTo>
                      <a:pt x="6" y="6"/>
                      <a:pt x="7" y="5"/>
                      <a:pt x="7" y="6"/>
                    </a:cubicBezTo>
                    <a:cubicBezTo>
                      <a:pt x="7" y="8"/>
                      <a:pt x="9" y="8"/>
                      <a:pt x="10" y="9"/>
                    </a:cubicBezTo>
                    <a:cubicBezTo>
                      <a:pt x="10" y="10"/>
                      <a:pt x="8" y="9"/>
                      <a:pt x="8" y="10"/>
                    </a:cubicBezTo>
                    <a:cubicBezTo>
                      <a:pt x="8" y="11"/>
                      <a:pt x="11" y="13"/>
                      <a:pt x="10" y="16"/>
                    </a:cubicBezTo>
                    <a:cubicBezTo>
                      <a:pt x="7" y="16"/>
                      <a:pt x="7" y="17"/>
                      <a:pt x="7" y="19"/>
                    </a:cubicBezTo>
                    <a:cubicBezTo>
                      <a:pt x="0" y="16"/>
                      <a:pt x="1" y="9"/>
                      <a:pt x="2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1" name="iṡ1îḍe"/>
              <p:cNvSpPr/>
              <p:nvPr/>
            </p:nvSpPr>
            <p:spPr bwMode="auto">
              <a:xfrm>
                <a:off x="8517278" y="4260070"/>
                <a:ext cx="56012" cy="102346"/>
              </a:xfrm>
              <a:custGeom>
                <a:avLst/>
                <a:gdLst>
                  <a:gd name="T0" fmla="*/ 11 w 13"/>
                  <a:gd name="T1" fmla="*/ 0 h 20"/>
                  <a:gd name="T2" fmla="*/ 13 w 13"/>
                  <a:gd name="T3" fmla="*/ 10 h 20"/>
                  <a:gd name="T4" fmla="*/ 10 w 13"/>
                  <a:gd name="T5" fmla="*/ 11 h 20"/>
                  <a:gd name="T6" fmla="*/ 10 w 13"/>
                  <a:gd name="T7" fmla="*/ 20 h 20"/>
                  <a:gd name="T8" fmla="*/ 3 w 13"/>
                  <a:gd name="T9" fmla="*/ 16 h 20"/>
                  <a:gd name="T10" fmla="*/ 5 w 13"/>
                  <a:gd name="T11" fmla="*/ 11 h 20"/>
                  <a:gd name="T12" fmla="*/ 5 w 13"/>
                  <a:gd name="T13" fmla="*/ 9 h 20"/>
                  <a:gd name="T14" fmla="*/ 3 w 13"/>
                  <a:gd name="T15" fmla="*/ 9 h 20"/>
                  <a:gd name="T16" fmla="*/ 6 w 13"/>
                  <a:gd name="T17" fmla="*/ 5 h 20"/>
                  <a:gd name="T18" fmla="*/ 8 w 13"/>
                  <a:gd name="T19" fmla="*/ 1 h 20"/>
                  <a:gd name="T20" fmla="*/ 11 w 13"/>
                  <a:gd name="T2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20">
                    <a:moveTo>
                      <a:pt x="11" y="0"/>
                    </a:moveTo>
                    <a:cubicBezTo>
                      <a:pt x="11" y="4"/>
                      <a:pt x="10" y="9"/>
                      <a:pt x="13" y="10"/>
                    </a:cubicBezTo>
                    <a:cubicBezTo>
                      <a:pt x="13" y="12"/>
                      <a:pt x="11" y="11"/>
                      <a:pt x="10" y="11"/>
                    </a:cubicBezTo>
                    <a:cubicBezTo>
                      <a:pt x="12" y="14"/>
                      <a:pt x="8" y="16"/>
                      <a:pt x="10" y="20"/>
                    </a:cubicBezTo>
                    <a:cubicBezTo>
                      <a:pt x="6" y="20"/>
                      <a:pt x="7" y="16"/>
                      <a:pt x="3" y="16"/>
                    </a:cubicBezTo>
                    <a:cubicBezTo>
                      <a:pt x="3" y="14"/>
                      <a:pt x="4" y="13"/>
                      <a:pt x="5" y="11"/>
                    </a:cubicBezTo>
                    <a:cubicBezTo>
                      <a:pt x="5" y="10"/>
                      <a:pt x="2" y="9"/>
                      <a:pt x="5" y="9"/>
                    </a:cubicBezTo>
                    <a:cubicBezTo>
                      <a:pt x="4" y="7"/>
                      <a:pt x="3" y="8"/>
                      <a:pt x="3" y="9"/>
                    </a:cubicBezTo>
                    <a:cubicBezTo>
                      <a:pt x="0" y="8"/>
                      <a:pt x="3" y="4"/>
                      <a:pt x="6" y="5"/>
                    </a:cubicBezTo>
                    <a:cubicBezTo>
                      <a:pt x="6" y="3"/>
                      <a:pt x="7" y="2"/>
                      <a:pt x="8" y="1"/>
                    </a:cubicBezTo>
                    <a:cubicBezTo>
                      <a:pt x="9" y="1"/>
                      <a:pt x="9" y="0"/>
                      <a:pt x="11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2" name="îşľîḍe"/>
              <p:cNvSpPr/>
              <p:nvPr/>
            </p:nvSpPr>
            <p:spPr bwMode="auto">
              <a:xfrm>
                <a:off x="8472037" y="4280040"/>
                <a:ext cx="45241" cy="47429"/>
              </a:xfrm>
              <a:custGeom>
                <a:avLst/>
                <a:gdLst>
                  <a:gd name="T0" fmla="*/ 6 w 10"/>
                  <a:gd name="T1" fmla="*/ 0 h 9"/>
                  <a:gd name="T2" fmla="*/ 10 w 10"/>
                  <a:gd name="T3" fmla="*/ 4 h 9"/>
                  <a:gd name="T4" fmla="*/ 8 w 10"/>
                  <a:gd name="T5" fmla="*/ 5 h 9"/>
                  <a:gd name="T6" fmla="*/ 1 w 10"/>
                  <a:gd name="T7" fmla="*/ 9 h 9"/>
                  <a:gd name="T8" fmla="*/ 6 w 10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9">
                    <a:moveTo>
                      <a:pt x="6" y="0"/>
                    </a:moveTo>
                    <a:cubicBezTo>
                      <a:pt x="8" y="0"/>
                      <a:pt x="10" y="1"/>
                      <a:pt x="10" y="4"/>
                    </a:cubicBezTo>
                    <a:cubicBezTo>
                      <a:pt x="7" y="3"/>
                      <a:pt x="7" y="5"/>
                      <a:pt x="8" y="5"/>
                    </a:cubicBezTo>
                    <a:cubicBezTo>
                      <a:pt x="7" y="6"/>
                      <a:pt x="4" y="8"/>
                      <a:pt x="1" y="9"/>
                    </a:cubicBezTo>
                    <a:cubicBezTo>
                      <a:pt x="0" y="3"/>
                      <a:pt x="6" y="5"/>
                      <a:pt x="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3" name="iṧļîďè"/>
              <p:cNvSpPr/>
              <p:nvPr/>
            </p:nvSpPr>
            <p:spPr bwMode="auto">
              <a:xfrm>
                <a:off x="8594832" y="4442294"/>
                <a:ext cx="30160" cy="64902"/>
              </a:xfrm>
              <a:custGeom>
                <a:avLst/>
                <a:gdLst>
                  <a:gd name="T0" fmla="*/ 2 w 7"/>
                  <a:gd name="T1" fmla="*/ 1 h 13"/>
                  <a:gd name="T2" fmla="*/ 7 w 7"/>
                  <a:gd name="T3" fmla="*/ 4 h 13"/>
                  <a:gd name="T4" fmla="*/ 0 w 7"/>
                  <a:gd name="T5" fmla="*/ 12 h 13"/>
                  <a:gd name="T6" fmla="*/ 3 w 7"/>
                  <a:gd name="T7" fmla="*/ 11 h 13"/>
                  <a:gd name="T8" fmla="*/ 2 w 7"/>
                  <a:gd name="T9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3">
                    <a:moveTo>
                      <a:pt x="2" y="1"/>
                    </a:moveTo>
                    <a:cubicBezTo>
                      <a:pt x="5" y="0"/>
                      <a:pt x="3" y="5"/>
                      <a:pt x="7" y="4"/>
                    </a:cubicBezTo>
                    <a:cubicBezTo>
                      <a:pt x="6" y="8"/>
                      <a:pt x="6" y="13"/>
                      <a:pt x="0" y="12"/>
                    </a:cubicBezTo>
                    <a:cubicBezTo>
                      <a:pt x="0" y="11"/>
                      <a:pt x="2" y="11"/>
                      <a:pt x="3" y="11"/>
                    </a:cubicBezTo>
                    <a:cubicBezTo>
                      <a:pt x="1" y="6"/>
                      <a:pt x="1" y="7"/>
                      <a:pt x="2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4" name="ï$ḷíḑe"/>
              <p:cNvSpPr/>
              <p:nvPr/>
            </p:nvSpPr>
            <p:spPr bwMode="auto">
              <a:xfrm>
                <a:off x="8424642" y="4462263"/>
                <a:ext cx="114178" cy="39940"/>
              </a:xfrm>
              <a:custGeom>
                <a:avLst/>
                <a:gdLst>
                  <a:gd name="T0" fmla="*/ 26 w 26"/>
                  <a:gd name="T1" fmla="*/ 3 h 8"/>
                  <a:gd name="T2" fmla="*/ 18 w 26"/>
                  <a:gd name="T3" fmla="*/ 7 h 8"/>
                  <a:gd name="T4" fmla="*/ 0 w 26"/>
                  <a:gd name="T5" fmla="*/ 8 h 8"/>
                  <a:gd name="T6" fmla="*/ 22 w 26"/>
                  <a:gd name="T7" fmla="*/ 2 h 8"/>
                  <a:gd name="T8" fmla="*/ 26 w 26"/>
                  <a:gd name="T9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8">
                    <a:moveTo>
                      <a:pt x="26" y="3"/>
                    </a:moveTo>
                    <a:cubicBezTo>
                      <a:pt x="26" y="6"/>
                      <a:pt x="21" y="6"/>
                      <a:pt x="18" y="7"/>
                    </a:cubicBezTo>
                    <a:cubicBezTo>
                      <a:pt x="12" y="7"/>
                      <a:pt x="5" y="6"/>
                      <a:pt x="0" y="8"/>
                    </a:cubicBezTo>
                    <a:cubicBezTo>
                      <a:pt x="1" y="0"/>
                      <a:pt x="19" y="8"/>
                      <a:pt x="22" y="2"/>
                    </a:cubicBezTo>
                    <a:cubicBezTo>
                      <a:pt x="23" y="2"/>
                      <a:pt x="24" y="3"/>
                      <a:pt x="26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5" name="iṧlíḓê"/>
              <p:cNvSpPr/>
              <p:nvPr/>
            </p:nvSpPr>
            <p:spPr bwMode="auto">
              <a:xfrm>
                <a:off x="8668078" y="4512188"/>
                <a:ext cx="71092" cy="52422"/>
              </a:xfrm>
              <a:custGeom>
                <a:avLst/>
                <a:gdLst>
                  <a:gd name="T0" fmla="*/ 16 w 16"/>
                  <a:gd name="T1" fmla="*/ 7 h 10"/>
                  <a:gd name="T2" fmla="*/ 14 w 16"/>
                  <a:gd name="T3" fmla="*/ 9 h 10"/>
                  <a:gd name="T4" fmla="*/ 6 w 16"/>
                  <a:gd name="T5" fmla="*/ 9 h 10"/>
                  <a:gd name="T6" fmla="*/ 5 w 16"/>
                  <a:gd name="T7" fmla="*/ 8 h 10"/>
                  <a:gd name="T8" fmla="*/ 0 w 16"/>
                  <a:gd name="T9" fmla="*/ 4 h 10"/>
                  <a:gd name="T10" fmla="*/ 6 w 16"/>
                  <a:gd name="T11" fmla="*/ 2 h 10"/>
                  <a:gd name="T12" fmla="*/ 10 w 16"/>
                  <a:gd name="T13" fmla="*/ 0 h 10"/>
                  <a:gd name="T14" fmla="*/ 10 w 16"/>
                  <a:gd name="T15" fmla="*/ 2 h 10"/>
                  <a:gd name="T16" fmla="*/ 11 w 16"/>
                  <a:gd name="T17" fmla="*/ 0 h 10"/>
                  <a:gd name="T18" fmla="*/ 16 w 16"/>
                  <a:gd name="T19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0">
                    <a:moveTo>
                      <a:pt x="16" y="7"/>
                    </a:moveTo>
                    <a:cubicBezTo>
                      <a:pt x="15" y="7"/>
                      <a:pt x="14" y="8"/>
                      <a:pt x="14" y="9"/>
                    </a:cubicBezTo>
                    <a:cubicBezTo>
                      <a:pt x="11" y="7"/>
                      <a:pt x="9" y="10"/>
                      <a:pt x="6" y="9"/>
                    </a:cubicBezTo>
                    <a:cubicBezTo>
                      <a:pt x="6" y="9"/>
                      <a:pt x="6" y="8"/>
                      <a:pt x="5" y="8"/>
                    </a:cubicBezTo>
                    <a:cubicBezTo>
                      <a:pt x="4" y="8"/>
                      <a:pt x="2" y="5"/>
                      <a:pt x="0" y="4"/>
                    </a:cubicBezTo>
                    <a:cubicBezTo>
                      <a:pt x="0" y="2"/>
                      <a:pt x="4" y="3"/>
                      <a:pt x="6" y="2"/>
                    </a:cubicBezTo>
                    <a:cubicBezTo>
                      <a:pt x="6" y="2"/>
                      <a:pt x="9" y="0"/>
                      <a:pt x="10" y="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1" y="2"/>
                      <a:pt x="12" y="1"/>
                      <a:pt x="11" y="0"/>
                    </a:cubicBezTo>
                    <a:cubicBezTo>
                      <a:pt x="14" y="1"/>
                      <a:pt x="16" y="4"/>
                      <a:pt x="16" y="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6" name="îŝļiḋé"/>
              <p:cNvSpPr/>
              <p:nvPr/>
            </p:nvSpPr>
            <p:spPr bwMode="auto">
              <a:xfrm>
                <a:off x="8706856" y="4537150"/>
                <a:ext cx="400699" cy="247127"/>
              </a:xfrm>
              <a:custGeom>
                <a:avLst/>
                <a:gdLst>
                  <a:gd name="T0" fmla="*/ 30 w 92"/>
                  <a:gd name="T1" fmla="*/ 24 h 49"/>
                  <a:gd name="T2" fmla="*/ 25 w 92"/>
                  <a:gd name="T3" fmla="*/ 22 h 49"/>
                  <a:gd name="T4" fmla="*/ 22 w 92"/>
                  <a:gd name="T5" fmla="*/ 17 h 49"/>
                  <a:gd name="T6" fmla="*/ 8 w 92"/>
                  <a:gd name="T7" fmla="*/ 13 h 49"/>
                  <a:gd name="T8" fmla="*/ 1 w 92"/>
                  <a:gd name="T9" fmla="*/ 13 h 49"/>
                  <a:gd name="T10" fmla="*/ 0 w 92"/>
                  <a:gd name="T11" fmla="*/ 8 h 49"/>
                  <a:gd name="T12" fmla="*/ 3 w 92"/>
                  <a:gd name="T13" fmla="*/ 8 h 49"/>
                  <a:gd name="T14" fmla="*/ 7 w 92"/>
                  <a:gd name="T15" fmla="*/ 7 h 49"/>
                  <a:gd name="T16" fmla="*/ 14 w 92"/>
                  <a:gd name="T17" fmla="*/ 9 h 49"/>
                  <a:gd name="T18" fmla="*/ 19 w 92"/>
                  <a:gd name="T19" fmla="*/ 6 h 49"/>
                  <a:gd name="T20" fmla="*/ 29 w 92"/>
                  <a:gd name="T21" fmla="*/ 2 h 49"/>
                  <a:gd name="T22" fmla="*/ 31 w 92"/>
                  <a:gd name="T23" fmla="*/ 4 h 49"/>
                  <a:gd name="T24" fmla="*/ 41 w 92"/>
                  <a:gd name="T25" fmla="*/ 8 h 49"/>
                  <a:gd name="T26" fmla="*/ 44 w 92"/>
                  <a:gd name="T27" fmla="*/ 7 h 49"/>
                  <a:gd name="T28" fmla="*/ 46 w 92"/>
                  <a:gd name="T29" fmla="*/ 9 h 49"/>
                  <a:gd name="T30" fmla="*/ 53 w 92"/>
                  <a:gd name="T31" fmla="*/ 9 h 49"/>
                  <a:gd name="T32" fmla="*/ 58 w 92"/>
                  <a:gd name="T33" fmla="*/ 12 h 49"/>
                  <a:gd name="T34" fmla="*/ 58 w 92"/>
                  <a:gd name="T35" fmla="*/ 16 h 49"/>
                  <a:gd name="T36" fmla="*/ 60 w 92"/>
                  <a:gd name="T37" fmla="*/ 14 h 49"/>
                  <a:gd name="T38" fmla="*/ 61 w 92"/>
                  <a:gd name="T39" fmla="*/ 18 h 49"/>
                  <a:gd name="T40" fmla="*/ 68 w 92"/>
                  <a:gd name="T41" fmla="*/ 22 h 49"/>
                  <a:gd name="T42" fmla="*/ 78 w 92"/>
                  <a:gd name="T43" fmla="*/ 26 h 49"/>
                  <a:gd name="T44" fmla="*/ 77 w 92"/>
                  <a:gd name="T45" fmla="*/ 29 h 49"/>
                  <a:gd name="T46" fmla="*/ 80 w 92"/>
                  <a:gd name="T47" fmla="*/ 32 h 49"/>
                  <a:gd name="T48" fmla="*/ 80 w 92"/>
                  <a:gd name="T49" fmla="*/ 34 h 49"/>
                  <a:gd name="T50" fmla="*/ 85 w 92"/>
                  <a:gd name="T51" fmla="*/ 39 h 49"/>
                  <a:gd name="T52" fmla="*/ 92 w 92"/>
                  <a:gd name="T53" fmla="*/ 46 h 49"/>
                  <a:gd name="T54" fmla="*/ 83 w 92"/>
                  <a:gd name="T55" fmla="*/ 46 h 49"/>
                  <a:gd name="T56" fmla="*/ 75 w 92"/>
                  <a:gd name="T57" fmla="*/ 41 h 49"/>
                  <a:gd name="T58" fmla="*/ 73 w 92"/>
                  <a:gd name="T59" fmla="*/ 38 h 49"/>
                  <a:gd name="T60" fmla="*/ 72 w 92"/>
                  <a:gd name="T61" fmla="*/ 37 h 49"/>
                  <a:gd name="T62" fmla="*/ 68 w 92"/>
                  <a:gd name="T63" fmla="*/ 33 h 49"/>
                  <a:gd name="T64" fmla="*/ 58 w 92"/>
                  <a:gd name="T65" fmla="*/ 32 h 49"/>
                  <a:gd name="T66" fmla="*/ 53 w 92"/>
                  <a:gd name="T67" fmla="*/ 43 h 49"/>
                  <a:gd name="T68" fmla="*/ 45 w 92"/>
                  <a:gd name="T69" fmla="*/ 41 h 49"/>
                  <a:gd name="T70" fmla="*/ 41 w 92"/>
                  <a:gd name="T71" fmla="*/ 39 h 49"/>
                  <a:gd name="T72" fmla="*/ 36 w 92"/>
                  <a:gd name="T73" fmla="*/ 33 h 49"/>
                  <a:gd name="T74" fmla="*/ 31 w 92"/>
                  <a:gd name="T75" fmla="*/ 38 h 49"/>
                  <a:gd name="T76" fmla="*/ 27 w 92"/>
                  <a:gd name="T77" fmla="*/ 36 h 49"/>
                  <a:gd name="T78" fmla="*/ 31 w 92"/>
                  <a:gd name="T79" fmla="*/ 32 h 49"/>
                  <a:gd name="T80" fmla="*/ 34 w 92"/>
                  <a:gd name="T81" fmla="*/ 27 h 49"/>
                  <a:gd name="T82" fmla="*/ 32 w 92"/>
                  <a:gd name="T83" fmla="*/ 29 h 49"/>
                  <a:gd name="T84" fmla="*/ 30 w 92"/>
                  <a:gd name="T85" fmla="*/ 2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2" h="49">
                    <a:moveTo>
                      <a:pt x="30" y="24"/>
                    </a:moveTo>
                    <a:cubicBezTo>
                      <a:pt x="27" y="24"/>
                      <a:pt x="28" y="21"/>
                      <a:pt x="25" y="22"/>
                    </a:cubicBezTo>
                    <a:cubicBezTo>
                      <a:pt x="24" y="20"/>
                      <a:pt x="23" y="19"/>
                      <a:pt x="22" y="17"/>
                    </a:cubicBezTo>
                    <a:cubicBezTo>
                      <a:pt x="17" y="16"/>
                      <a:pt x="12" y="16"/>
                      <a:pt x="8" y="13"/>
                    </a:cubicBezTo>
                    <a:cubicBezTo>
                      <a:pt x="5" y="14"/>
                      <a:pt x="6" y="13"/>
                      <a:pt x="1" y="13"/>
                    </a:cubicBezTo>
                    <a:cubicBezTo>
                      <a:pt x="1" y="11"/>
                      <a:pt x="2" y="8"/>
                      <a:pt x="0" y="8"/>
                    </a:cubicBezTo>
                    <a:cubicBezTo>
                      <a:pt x="1" y="6"/>
                      <a:pt x="2" y="8"/>
                      <a:pt x="3" y="8"/>
                    </a:cubicBezTo>
                    <a:cubicBezTo>
                      <a:pt x="5" y="8"/>
                      <a:pt x="6" y="7"/>
                      <a:pt x="7" y="7"/>
                    </a:cubicBezTo>
                    <a:cubicBezTo>
                      <a:pt x="10" y="7"/>
                      <a:pt x="11" y="9"/>
                      <a:pt x="14" y="9"/>
                    </a:cubicBezTo>
                    <a:cubicBezTo>
                      <a:pt x="16" y="11"/>
                      <a:pt x="17" y="6"/>
                      <a:pt x="19" y="6"/>
                    </a:cubicBezTo>
                    <a:cubicBezTo>
                      <a:pt x="22" y="4"/>
                      <a:pt x="26" y="4"/>
                      <a:pt x="29" y="2"/>
                    </a:cubicBezTo>
                    <a:cubicBezTo>
                      <a:pt x="31" y="0"/>
                      <a:pt x="30" y="4"/>
                      <a:pt x="31" y="4"/>
                    </a:cubicBezTo>
                    <a:cubicBezTo>
                      <a:pt x="33" y="6"/>
                      <a:pt x="41" y="4"/>
                      <a:pt x="41" y="8"/>
                    </a:cubicBezTo>
                    <a:cubicBezTo>
                      <a:pt x="43" y="9"/>
                      <a:pt x="44" y="7"/>
                      <a:pt x="44" y="7"/>
                    </a:cubicBezTo>
                    <a:cubicBezTo>
                      <a:pt x="45" y="7"/>
                      <a:pt x="45" y="9"/>
                      <a:pt x="46" y="9"/>
                    </a:cubicBezTo>
                    <a:cubicBezTo>
                      <a:pt x="48" y="10"/>
                      <a:pt x="51" y="9"/>
                      <a:pt x="53" y="9"/>
                    </a:cubicBezTo>
                    <a:cubicBezTo>
                      <a:pt x="53" y="10"/>
                      <a:pt x="54" y="13"/>
                      <a:pt x="58" y="12"/>
                    </a:cubicBezTo>
                    <a:cubicBezTo>
                      <a:pt x="59" y="13"/>
                      <a:pt x="58" y="14"/>
                      <a:pt x="58" y="16"/>
                    </a:cubicBezTo>
                    <a:cubicBezTo>
                      <a:pt x="59" y="16"/>
                      <a:pt x="60" y="15"/>
                      <a:pt x="60" y="14"/>
                    </a:cubicBezTo>
                    <a:cubicBezTo>
                      <a:pt x="62" y="15"/>
                      <a:pt x="61" y="17"/>
                      <a:pt x="61" y="18"/>
                    </a:cubicBezTo>
                    <a:cubicBezTo>
                      <a:pt x="62" y="20"/>
                      <a:pt x="65" y="20"/>
                      <a:pt x="68" y="22"/>
                    </a:cubicBezTo>
                    <a:cubicBezTo>
                      <a:pt x="69" y="23"/>
                      <a:pt x="74" y="26"/>
                      <a:pt x="78" y="26"/>
                    </a:cubicBezTo>
                    <a:cubicBezTo>
                      <a:pt x="78" y="28"/>
                      <a:pt x="77" y="28"/>
                      <a:pt x="77" y="29"/>
                    </a:cubicBezTo>
                    <a:cubicBezTo>
                      <a:pt x="77" y="31"/>
                      <a:pt x="79" y="31"/>
                      <a:pt x="80" y="32"/>
                    </a:cubicBezTo>
                    <a:cubicBezTo>
                      <a:pt x="81" y="32"/>
                      <a:pt x="80" y="34"/>
                      <a:pt x="80" y="34"/>
                    </a:cubicBezTo>
                    <a:cubicBezTo>
                      <a:pt x="82" y="36"/>
                      <a:pt x="83" y="37"/>
                      <a:pt x="85" y="39"/>
                    </a:cubicBezTo>
                    <a:cubicBezTo>
                      <a:pt x="87" y="42"/>
                      <a:pt x="88" y="45"/>
                      <a:pt x="92" y="46"/>
                    </a:cubicBezTo>
                    <a:cubicBezTo>
                      <a:pt x="89" y="49"/>
                      <a:pt x="84" y="46"/>
                      <a:pt x="83" y="46"/>
                    </a:cubicBezTo>
                    <a:cubicBezTo>
                      <a:pt x="81" y="45"/>
                      <a:pt x="79" y="44"/>
                      <a:pt x="75" y="41"/>
                    </a:cubicBezTo>
                    <a:cubicBezTo>
                      <a:pt x="75" y="40"/>
                      <a:pt x="74" y="39"/>
                      <a:pt x="73" y="38"/>
                    </a:cubicBezTo>
                    <a:cubicBezTo>
                      <a:pt x="72" y="38"/>
                      <a:pt x="72" y="38"/>
                      <a:pt x="72" y="37"/>
                    </a:cubicBezTo>
                    <a:cubicBezTo>
                      <a:pt x="68" y="33"/>
                      <a:pt x="68" y="33"/>
                      <a:pt x="68" y="33"/>
                    </a:cubicBezTo>
                    <a:cubicBezTo>
                      <a:pt x="65" y="32"/>
                      <a:pt x="61" y="34"/>
                      <a:pt x="58" y="32"/>
                    </a:cubicBezTo>
                    <a:cubicBezTo>
                      <a:pt x="55" y="35"/>
                      <a:pt x="54" y="39"/>
                      <a:pt x="53" y="43"/>
                    </a:cubicBezTo>
                    <a:cubicBezTo>
                      <a:pt x="52" y="41"/>
                      <a:pt x="47" y="42"/>
                      <a:pt x="45" y="41"/>
                    </a:cubicBezTo>
                    <a:cubicBezTo>
                      <a:pt x="43" y="40"/>
                      <a:pt x="46" y="37"/>
                      <a:pt x="41" y="39"/>
                    </a:cubicBezTo>
                    <a:cubicBezTo>
                      <a:pt x="44" y="33"/>
                      <a:pt x="35" y="38"/>
                      <a:pt x="36" y="33"/>
                    </a:cubicBezTo>
                    <a:cubicBezTo>
                      <a:pt x="33" y="34"/>
                      <a:pt x="30" y="34"/>
                      <a:pt x="31" y="38"/>
                    </a:cubicBezTo>
                    <a:cubicBezTo>
                      <a:pt x="30" y="37"/>
                      <a:pt x="30" y="35"/>
                      <a:pt x="27" y="36"/>
                    </a:cubicBezTo>
                    <a:cubicBezTo>
                      <a:pt x="28" y="34"/>
                      <a:pt x="30" y="33"/>
                      <a:pt x="31" y="32"/>
                    </a:cubicBezTo>
                    <a:cubicBezTo>
                      <a:pt x="33" y="30"/>
                      <a:pt x="35" y="30"/>
                      <a:pt x="34" y="27"/>
                    </a:cubicBezTo>
                    <a:cubicBezTo>
                      <a:pt x="33" y="26"/>
                      <a:pt x="32" y="29"/>
                      <a:pt x="32" y="29"/>
                    </a:cubicBezTo>
                    <a:cubicBezTo>
                      <a:pt x="30" y="28"/>
                      <a:pt x="31" y="21"/>
                      <a:pt x="30" y="2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4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7" name="işļíḋè"/>
              <p:cNvSpPr/>
              <p:nvPr/>
            </p:nvSpPr>
            <p:spPr bwMode="auto">
              <a:xfrm>
                <a:off x="8612067" y="4569602"/>
                <a:ext cx="38777" cy="44932"/>
              </a:xfrm>
              <a:custGeom>
                <a:avLst/>
                <a:gdLst>
                  <a:gd name="T0" fmla="*/ 9 w 9"/>
                  <a:gd name="T1" fmla="*/ 3 h 9"/>
                  <a:gd name="T2" fmla="*/ 0 w 9"/>
                  <a:gd name="T3" fmla="*/ 5 h 9"/>
                  <a:gd name="T4" fmla="*/ 9 w 9"/>
                  <a:gd name="T5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9" y="3"/>
                    </a:moveTo>
                    <a:cubicBezTo>
                      <a:pt x="9" y="9"/>
                      <a:pt x="2" y="5"/>
                      <a:pt x="0" y="5"/>
                    </a:cubicBezTo>
                    <a:cubicBezTo>
                      <a:pt x="1" y="3"/>
                      <a:pt x="7" y="0"/>
                      <a:pt x="9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8" name="îSḻïďé"/>
              <p:cNvSpPr/>
              <p:nvPr/>
            </p:nvSpPr>
            <p:spPr bwMode="auto">
              <a:xfrm>
                <a:off x="8560364" y="4579587"/>
                <a:ext cx="30160" cy="19970"/>
              </a:xfrm>
              <a:custGeom>
                <a:avLst/>
                <a:gdLst>
                  <a:gd name="T0" fmla="*/ 1 w 7"/>
                  <a:gd name="T1" fmla="*/ 3 h 4"/>
                  <a:gd name="T2" fmla="*/ 5 w 7"/>
                  <a:gd name="T3" fmla="*/ 4 h 4"/>
                  <a:gd name="T4" fmla="*/ 2 w 7"/>
                  <a:gd name="T5" fmla="*/ 4 h 4"/>
                  <a:gd name="T6" fmla="*/ 1 w 7"/>
                  <a:gd name="T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4">
                    <a:moveTo>
                      <a:pt x="1" y="3"/>
                    </a:moveTo>
                    <a:cubicBezTo>
                      <a:pt x="0" y="0"/>
                      <a:pt x="7" y="1"/>
                      <a:pt x="5" y="4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29" name="ïṥḷîḑe"/>
              <p:cNvSpPr/>
              <p:nvPr/>
            </p:nvSpPr>
            <p:spPr bwMode="auto">
              <a:xfrm>
                <a:off x="9073086" y="4619526"/>
                <a:ext cx="77555" cy="64902"/>
              </a:xfrm>
              <a:custGeom>
                <a:avLst/>
                <a:gdLst>
                  <a:gd name="T0" fmla="*/ 14 w 18"/>
                  <a:gd name="T1" fmla="*/ 0 h 13"/>
                  <a:gd name="T2" fmla="*/ 18 w 18"/>
                  <a:gd name="T3" fmla="*/ 0 h 13"/>
                  <a:gd name="T4" fmla="*/ 18 w 18"/>
                  <a:gd name="T5" fmla="*/ 3 h 13"/>
                  <a:gd name="T6" fmla="*/ 15 w 18"/>
                  <a:gd name="T7" fmla="*/ 5 h 13"/>
                  <a:gd name="T8" fmla="*/ 15 w 18"/>
                  <a:gd name="T9" fmla="*/ 8 h 13"/>
                  <a:gd name="T10" fmla="*/ 13 w 18"/>
                  <a:gd name="T11" fmla="*/ 10 h 13"/>
                  <a:gd name="T12" fmla="*/ 1 w 18"/>
                  <a:gd name="T13" fmla="*/ 6 h 13"/>
                  <a:gd name="T14" fmla="*/ 14 w 18"/>
                  <a:gd name="T1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13">
                    <a:moveTo>
                      <a:pt x="14" y="0"/>
                    </a:moveTo>
                    <a:cubicBezTo>
                      <a:pt x="15" y="0"/>
                      <a:pt x="17" y="0"/>
                      <a:pt x="18" y="0"/>
                    </a:cubicBezTo>
                    <a:cubicBezTo>
                      <a:pt x="17" y="1"/>
                      <a:pt x="18" y="2"/>
                      <a:pt x="18" y="3"/>
                    </a:cubicBezTo>
                    <a:cubicBezTo>
                      <a:pt x="17" y="4"/>
                      <a:pt x="15" y="4"/>
                      <a:pt x="15" y="5"/>
                    </a:cubicBezTo>
                    <a:cubicBezTo>
                      <a:pt x="15" y="6"/>
                      <a:pt x="17" y="7"/>
                      <a:pt x="15" y="8"/>
                    </a:cubicBezTo>
                    <a:cubicBezTo>
                      <a:pt x="14" y="7"/>
                      <a:pt x="13" y="7"/>
                      <a:pt x="13" y="10"/>
                    </a:cubicBezTo>
                    <a:cubicBezTo>
                      <a:pt x="9" y="9"/>
                      <a:pt x="0" y="13"/>
                      <a:pt x="1" y="6"/>
                    </a:cubicBezTo>
                    <a:cubicBezTo>
                      <a:pt x="8" y="8"/>
                      <a:pt x="12" y="5"/>
                      <a:pt x="14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0" name="îṣḷiḑé"/>
              <p:cNvSpPr/>
              <p:nvPr/>
            </p:nvSpPr>
            <p:spPr bwMode="auto">
              <a:xfrm>
                <a:off x="8360013" y="4714383"/>
                <a:ext cx="43086" cy="24962"/>
              </a:xfrm>
              <a:custGeom>
                <a:avLst/>
                <a:gdLst>
                  <a:gd name="T0" fmla="*/ 10 w 10"/>
                  <a:gd name="T1" fmla="*/ 1 h 5"/>
                  <a:gd name="T2" fmla="*/ 0 w 10"/>
                  <a:gd name="T3" fmla="*/ 4 h 5"/>
                  <a:gd name="T4" fmla="*/ 10 w 10"/>
                  <a:gd name="T5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10" y="1"/>
                    </a:moveTo>
                    <a:cubicBezTo>
                      <a:pt x="8" y="3"/>
                      <a:pt x="6" y="5"/>
                      <a:pt x="0" y="4"/>
                    </a:cubicBezTo>
                    <a:cubicBezTo>
                      <a:pt x="1" y="0"/>
                      <a:pt x="6" y="1"/>
                      <a:pt x="10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1" name="ïs1îdé"/>
              <p:cNvSpPr/>
              <p:nvPr/>
            </p:nvSpPr>
            <p:spPr bwMode="auto">
              <a:xfrm>
                <a:off x="8424642" y="4714383"/>
                <a:ext cx="43086" cy="19970"/>
              </a:xfrm>
              <a:custGeom>
                <a:avLst/>
                <a:gdLst>
                  <a:gd name="T0" fmla="*/ 10 w 10"/>
                  <a:gd name="T1" fmla="*/ 1 h 4"/>
                  <a:gd name="T2" fmla="*/ 0 w 10"/>
                  <a:gd name="T3" fmla="*/ 3 h 4"/>
                  <a:gd name="T4" fmla="*/ 10 w 10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4">
                    <a:moveTo>
                      <a:pt x="10" y="1"/>
                    </a:moveTo>
                    <a:cubicBezTo>
                      <a:pt x="9" y="4"/>
                      <a:pt x="5" y="3"/>
                      <a:pt x="0" y="3"/>
                    </a:cubicBezTo>
                    <a:cubicBezTo>
                      <a:pt x="2" y="0"/>
                      <a:pt x="6" y="1"/>
                      <a:pt x="10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2" name="îsļïḑe"/>
              <p:cNvSpPr/>
              <p:nvPr/>
            </p:nvSpPr>
            <p:spPr bwMode="auto">
              <a:xfrm>
                <a:off x="8508660" y="4714383"/>
                <a:ext cx="73246" cy="54917"/>
              </a:xfrm>
              <a:custGeom>
                <a:avLst/>
                <a:gdLst>
                  <a:gd name="T0" fmla="*/ 17 w 17"/>
                  <a:gd name="T1" fmla="*/ 1 h 11"/>
                  <a:gd name="T2" fmla="*/ 15 w 17"/>
                  <a:gd name="T3" fmla="*/ 6 h 11"/>
                  <a:gd name="T4" fmla="*/ 13 w 17"/>
                  <a:gd name="T5" fmla="*/ 6 h 11"/>
                  <a:gd name="T6" fmla="*/ 2 w 17"/>
                  <a:gd name="T7" fmla="*/ 11 h 11"/>
                  <a:gd name="T8" fmla="*/ 5 w 17"/>
                  <a:gd name="T9" fmla="*/ 7 h 11"/>
                  <a:gd name="T10" fmla="*/ 8 w 17"/>
                  <a:gd name="T11" fmla="*/ 4 h 11"/>
                  <a:gd name="T12" fmla="*/ 10 w 17"/>
                  <a:gd name="T13" fmla="*/ 2 h 11"/>
                  <a:gd name="T14" fmla="*/ 17 w 17"/>
                  <a:gd name="T15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11">
                    <a:moveTo>
                      <a:pt x="17" y="1"/>
                    </a:moveTo>
                    <a:cubicBezTo>
                      <a:pt x="17" y="3"/>
                      <a:pt x="16" y="5"/>
                      <a:pt x="15" y="6"/>
                    </a:cubicBezTo>
                    <a:cubicBezTo>
                      <a:pt x="15" y="6"/>
                      <a:pt x="13" y="5"/>
                      <a:pt x="13" y="6"/>
                    </a:cubicBezTo>
                    <a:cubicBezTo>
                      <a:pt x="11" y="8"/>
                      <a:pt x="7" y="11"/>
                      <a:pt x="2" y="11"/>
                    </a:cubicBezTo>
                    <a:cubicBezTo>
                      <a:pt x="0" y="8"/>
                      <a:pt x="4" y="8"/>
                      <a:pt x="5" y="7"/>
                    </a:cubicBezTo>
                    <a:cubicBezTo>
                      <a:pt x="6" y="6"/>
                      <a:pt x="7" y="5"/>
                      <a:pt x="8" y="4"/>
                    </a:cubicBezTo>
                    <a:cubicBezTo>
                      <a:pt x="9" y="4"/>
                      <a:pt x="10" y="4"/>
                      <a:pt x="10" y="2"/>
                    </a:cubicBezTo>
                    <a:cubicBezTo>
                      <a:pt x="14" y="3"/>
                      <a:pt x="14" y="0"/>
                      <a:pt x="17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3" name="îṥḻíďé"/>
              <p:cNvSpPr/>
              <p:nvPr/>
            </p:nvSpPr>
            <p:spPr bwMode="auto">
              <a:xfrm>
                <a:off x="9620278" y="5440784"/>
                <a:ext cx="38777" cy="64902"/>
              </a:xfrm>
              <a:custGeom>
                <a:avLst/>
                <a:gdLst>
                  <a:gd name="T0" fmla="*/ 2 w 9"/>
                  <a:gd name="T1" fmla="*/ 0 h 13"/>
                  <a:gd name="T2" fmla="*/ 3 w 9"/>
                  <a:gd name="T3" fmla="*/ 3 h 13"/>
                  <a:gd name="T4" fmla="*/ 7 w 9"/>
                  <a:gd name="T5" fmla="*/ 6 h 13"/>
                  <a:gd name="T6" fmla="*/ 8 w 9"/>
                  <a:gd name="T7" fmla="*/ 13 h 13"/>
                  <a:gd name="T8" fmla="*/ 4 w 9"/>
                  <a:gd name="T9" fmla="*/ 13 h 13"/>
                  <a:gd name="T10" fmla="*/ 0 w 9"/>
                  <a:gd name="T11" fmla="*/ 3 h 13"/>
                  <a:gd name="T12" fmla="*/ 2 w 9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3">
                    <a:moveTo>
                      <a:pt x="2" y="0"/>
                    </a:moveTo>
                    <a:cubicBezTo>
                      <a:pt x="3" y="0"/>
                      <a:pt x="2" y="2"/>
                      <a:pt x="3" y="3"/>
                    </a:cubicBezTo>
                    <a:cubicBezTo>
                      <a:pt x="1" y="4"/>
                      <a:pt x="8" y="5"/>
                      <a:pt x="7" y="6"/>
                    </a:cubicBezTo>
                    <a:cubicBezTo>
                      <a:pt x="4" y="9"/>
                      <a:pt x="9" y="7"/>
                      <a:pt x="8" y="13"/>
                    </a:cubicBezTo>
                    <a:cubicBezTo>
                      <a:pt x="6" y="13"/>
                      <a:pt x="5" y="11"/>
                      <a:pt x="4" y="13"/>
                    </a:cubicBezTo>
                    <a:cubicBezTo>
                      <a:pt x="2" y="11"/>
                      <a:pt x="2" y="6"/>
                      <a:pt x="0" y="3"/>
                    </a:cubicBezTo>
                    <a:cubicBezTo>
                      <a:pt x="1" y="3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4" name="i$ḻîḍè"/>
              <p:cNvSpPr/>
              <p:nvPr/>
            </p:nvSpPr>
            <p:spPr bwMode="auto">
              <a:xfrm>
                <a:off x="9633204" y="5495701"/>
                <a:ext cx="88327" cy="142286"/>
              </a:xfrm>
              <a:custGeom>
                <a:avLst/>
                <a:gdLst>
                  <a:gd name="T0" fmla="*/ 6 w 20"/>
                  <a:gd name="T1" fmla="*/ 0 h 28"/>
                  <a:gd name="T2" fmla="*/ 7 w 20"/>
                  <a:gd name="T3" fmla="*/ 2 h 28"/>
                  <a:gd name="T4" fmla="*/ 10 w 20"/>
                  <a:gd name="T5" fmla="*/ 2 h 28"/>
                  <a:gd name="T6" fmla="*/ 20 w 20"/>
                  <a:gd name="T7" fmla="*/ 7 h 28"/>
                  <a:gd name="T8" fmla="*/ 20 w 20"/>
                  <a:gd name="T9" fmla="*/ 13 h 28"/>
                  <a:gd name="T10" fmla="*/ 16 w 20"/>
                  <a:gd name="T11" fmla="*/ 13 h 28"/>
                  <a:gd name="T12" fmla="*/ 15 w 20"/>
                  <a:gd name="T13" fmla="*/ 16 h 28"/>
                  <a:gd name="T14" fmla="*/ 14 w 20"/>
                  <a:gd name="T15" fmla="*/ 23 h 28"/>
                  <a:gd name="T16" fmla="*/ 12 w 20"/>
                  <a:gd name="T17" fmla="*/ 26 h 28"/>
                  <a:gd name="T18" fmla="*/ 6 w 20"/>
                  <a:gd name="T19" fmla="*/ 27 h 28"/>
                  <a:gd name="T20" fmla="*/ 5 w 20"/>
                  <a:gd name="T21" fmla="*/ 23 h 28"/>
                  <a:gd name="T22" fmla="*/ 7 w 20"/>
                  <a:gd name="T23" fmla="*/ 21 h 28"/>
                  <a:gd name="T24" fmla="*/ 0 w 20"/>
                  <a:gd name="T25" fmla="*/ 17 h 28"/>
                  <a:gd name="T26" fmla="*/ 5 w 20"/>
                  <a:gd name="T27" fmla="*/ 12 h 28"/>
                  <a:gd name="T28" fmla="*/ 6 w 20"/>
                  <a:gd name="T2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28">
                    <a:moveTo>
                      <a:pt x="6" y="0"/>
                    </a:moveTo>
                    <a:cubicBezTo>
                      <a:pt x="7" y="0"/>
                      <a:pt x="7" y="1"/>
                      <a:pt x="7" y="2"/>
                    </a:cubicBezTo>
                    <a:cubicBezTo>
                      <a:pt x="7" y="4"/>
                      <a:pt x="10" y="2"/>
                      <a:pt x="10" y="2"/>
                    </a:cubicBezTo>
                    <a:cubicBezTo>
                      <a:pt x="14" y="4"/>
                      <a:pt x="12" y="8"/>
                      <a:pt x="20" y="7"/>
                    </a:cubicBezTo>
                    <a:cubicBezTo>
                      <a:pt x="20" y="9"/>
                      <a:pt x="20" y="11"/>
                      <a:pt x="20" y="13"/>
                    </a:cubicBezTo>
                    <a:cubicBezTo>
                      <a:pt x="19" y="13"/>
                      <a:pt x="17" y="13"/>
                      <a:pt x="16" y="13"/>
                    </a:cubicBezTo>
                    <a:cubicBezTo>
                      <a:pt x="16" y="15"/>
                      <a:pt x="16" y="15"/>
                      <a:pt x="15" y="16"/>
                    </a:cubicBezTo>
                    <a:cubicBezTo>
                      <a:pt x="17" y="19"/>
                      <a:pt x="14" y="20"/>
                      <a:pt x="14" y="23"/>
                    </a:cubicBezTo>
                    <a:cubicBezTo>
                      <a:pt x="14" y="24"/>
                      <a:pt x="10" y="25"/>
                      <a:pt x="12" y="26"/>
                    </a:cubicBezTo>
                    <a:cubicBezTo>
                      <a:pt x="13" y="28"/>
                      <a:pt x="8" y="26"/>
                      <a:pt x="6" y="27"/>
                    </a:cubicBezTo>
                    <a:cubicBezTo>
                      <a:pt x="6" y="25"/>
                      <a:pt x="5" y="25"/>
                      <a:pt x="5" y="23"/>
                    </a:cubicBezTo>
                    <a:cubicBezTo>
                      <a:pt x="4" y="21"/>
                      <a:pt x="6" y="21"/>
                      <a:pt x="7" y="21"/>
                    </a:cubicBezTo>
                    <a:cubicBezTo>
                      <a:pt x="5" y="19"/>
                      <a:pt x="5" y="16"/>
                      <a:pt x="0" y="17"/>
                    </a:cubicBezTo>
                    <a:cubicBezTo>
                      <a:pt x="0" y="13"/>
                      <a:pt x="3" y="14"/>
                      <a:pt x="5" y="12"/>
                    </a:cubicBezTo>
                    <a:cubicBezTo>
                      <a:pt x="5" y="6"/>
                      <a:pt x="5" y="6"/>
                      <a:pt x="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5" name="iS1îḍé"/>
              <p:cNvSpPr/>
              <p:nvPr/>
            </p:nvSpPr>
            <p:spPr bwMode="auto">
              <a:xfrm>
                <a:off x="8991223" y="5613024"/>
                <a:ext cx="77555" cy="94857"/>
              </a:xfrm>
              <a:custGeom>
                <a:avLst/>
                <a:gdLst>
                  <a:gd name="T0" fmla="*/ 17 w 18"/>
                  <a:gd name="T1" fmla="*/ 1 h 19"/>
                  <a:gd name="T2" fmla="*/ 17 w 18"/>
                  <a:gd name="T3" fmla="*/ 9 h 19"/>
                  <a:gd name="T4" fmla="*/ 15 w 18"/>
                  <a:gd name="T5" fmla="*/ 6 h 19"/>
                  <a:gd name="T6" fmla="*/ 14 w 18"/>
                  <a:gd name="T7" fmla="*/ 8 h 19"/>
                  <a:gd name="T8" fmla="*/ 14 w 18"/>
                  <a:gd name="T9" fmla="*/ 14 h 19"/>
                  <a:gd name="T10" fmla="*/ 12 w 18"/>
                  <a:gd name="T11" fmla="*/ 14 h 19"/>
                  <a:gd name="T12" fmla="*/ 12 w 18"/>
                  <a:gd name="T13" fmla="*/ 16 h 19"/>
                  <a:gd name="T14" fmla="*/ 8 w 18"/>
                  <a:gd name="T15" fmla="*/ 19 h 19"/>
                  <a:gd name="T16" fmla="*/ 5 w 18"/>
                  <a:gd name="T17" fmla="*/ 15 h 19"/>
                  <a:gd name="T18" fmla="*/ 3 w 18"/>
                  <a:gd name="T19" fmla="*/ 13 h 19"/>
                  <a:gd name="T20" fmla="*/ 0 w 18"/>
                  <a:gd name="T21" fmla="*/ 5 h 19"/>
                  <a:gd name="T22" fmla="*/ 10 w 18"/>
                  <a:gd name="T23" fmla="*/ 3 h 19"/>
                  <a:gd name="T24" fmla="*/ 17 w 18"/>
                  <a:gd name="T25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19">
                    <a:moveTo>
                      <a:pt x="17" y="1"/>
                    </a:moveTo>
                    <a:cubicBezTo>
                      <a:pt x="16" y="4"/>
                      <a:pt x="18" y="6"/>
                      <a:pt x="17" y="9"/>
                    </a:cubicBezTo>
                    <a:cubicBezTo>
                      <a:pt x="16" y="9"/>
                      <a:pt x="15" y="7"/>
                      <a:pt x="15" y="6"/>
                    </a:cubicBezTo>
                    <a:cubicBezTo>
                      <a:pt x="15" y="7"/>
                      <a:pt x="14" y="7"/>
                      <a:pt x="14" y="8"/>
                    </a:cubicBezTo>
                    <a:cubicBezTo>
                      <a:pt x="14" y="9"/>
                      <a:pt x="15" y="12"/>
                      <a:pt x="14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1" y="14"/>
                      <a:pt x="12" y="16"/>
                      <a:pt x="12" y="16"/>
                    </a:cubicBezTo>
                    <a:cubicBezTo>
                      <a:pt x="10" y="18"/>
                      <a:pt x="8" y="17"/>
                      <a:pt x="8" y="19"/>
                    </a:cubicBezTo>
                    <a:cubicBezTo>
                      <a:pt x="6" y="18"/>
                      <a:pt x="6" y="17"/>
                      <a:pt x="5" y="15"/>
                    </a:cubicBezTo>
                    <a:cubicBezTo>
                      <a:pt x="5" y="15"/>
                      <a:pt x="3" y="13"/>
                      <a:pt x="3" y="13"/>
                    </a:cubicBezTo>
                    <a:cubicBezTo>
                      <a:pt x="2" y="10"/>
                      <a:pt x="3" y="7"/>
                      <a:pt x="0" y="5"/>
                    </a:cubicBezTo>
                    <a:cubicBezTo>
                      <a:pt x="2" y="3"/>
                      <a:pt x="6" y="4"/>
                      <a:pt x="10" y="3"/>
                    </a:cubicBezTo>
                    <a:cubicBezTo>
                      <a:pt x="12" y="2"/>
                      <a:pt x="14" y="0"/>
                      <a:pt x="17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6" name="isliḑe"/>
              <p:cNvSpPr/>
              <p:nvPr/>
            </p:nvSpPr>
            <p:spPr bwMode="auto">
              <a:xfrm>
                <a:off x="4122511" y="1561649"/>
                <a:ext cx="1346437" cy="1165738"/>
              </a:xfrm>
              <a:custGeom>
                <a:avLst/>
                <a:gdLst>
                  <a:gd name="T0" fmla="*/ 220 w 310"/>
                  <a:gd name="T1" fmla="*/ 26 h 231"/>
                  <a:gd name="T2" fmla="*/ 232 w 310"/>
                  <a:gd name="T3" fmla="*/ 27 h 231"/>
                  <a:gd name="T4" fmla="*/ 251 w 310"/>
                  <a:gd name="T5" fmla="*/ 22 h 231"/>
                  <a:gd name="T6" fmla="*/ 253 w 310"/>
                  <a:gd name="T7" fmla="*/ 31 h 231"/>
                  <a:gd name="T8" fmla="*/ 272 w 310"/>
                  <a:gd name="T9" fmla="*/ 26 h 231"/>
                  <a:gd name="T10" fmla="*/ 293 w 310"/>
                  <a:gd name="T11" fmla="*/ 23 h 231"/>
                  <a:gd name="T12" fmla="*/ 309 w 310"/>
                  <a:gd name="T13" fmla="*/ 26 h 231"/>
                  <a:gd name="T14" fmla="*/ 285 w 310"/>
                  <a:gd name="T15" fmla="*/ 39 h 231"/>
                  <a:gd name="T16" fmla="*/ 277 w 310"/>
                  <a:gd name="T17" fmla="*/ 49 h 231"/>
                  <a:gd name="T18" fmla="*/ 266 w 310"/>
                  <a:gd name="T19" fmla="*/ 67 h 231"/>
                  <a:gd name="T20" fmla="*/ 264 w 310"/>
                  <a:gd name="T21" fmla="*/ 81 h 231"/>
                  <a:gd name="T22" fmla="*/ 277 w 310"/>
                  <a:gd name="T23" fmla="*/ 102 h 231"/>
                  <a:gd name="T24" fmla="*/ 268 w 310"/>
                  <a:gd name="T25" fmla="*/ 111 h 231"/>
                  <a:gd name="T26" fmla="*/ 256 w 310"/>
                  <a:gd name="T27" fmla="*/ 117 h 231"/>
                  <a:gd name="T28" fmla="*/ 267 w 310"/>
                  <a:gd name="T29" fmla="*/ 140 h 231"/>
                  <a:gd name="T30" fmla="*/ 245 w 310"/>
                  <a:gd name="T31" fmla="*/ 138 h 231"/>
                  <a:gd name="T32" fmla="*/ 248 w 310"/>
                  <a:gd name="T33" fmla="*/ 145 h 231"/>
                  <a:gd name="T34" fmla="*/ 239 w 310"/>
                  <a:gd name="T35" fmla="*/ 158 h 231"/>
                  <a:gd name="T36" fmla="*/ 222 w 310"/>
                  <a:gd name="T37" fmla="*/ 163 h 231"/>
                  <a:gd name="T38" fmla="*/ 208 w 310"/>
                  <a:gd name="T39" fmla="*/ 169 h 231"/>
                  <a:gd name="T40" fmla="*/ 201 w 310"/>
                  <a:gd name="T41" fmla="*/ 177 h 231"/>
                  <a:gd name="T42" fmla="*/ 167 w 310"/>
                  <a:gd name="T43" fmla="*/ 189 h 231"/>
                  <a:gd name="T44" fmla="*/ 164 w 310"/>
                  <a:gd name="T45" fmla="*/ 202 h 231"/>
                  <a:gd name="T46" fmla="*/ 156 w 310"/>
                  <a:gd name="T47" fmla="*/ 213 h 231"/>
                  <a:gd name="T48" fmla="*/ 140 w 310"/>
                  <a:gd name="T49" fmla="*/ 226 h 231"/>
                  <a:gd name="T50" fmla="*/ 123 w 310"/>
                  <a:gd name="T51" fmla="*/ 217 h 231"/>
                  <a:gd name="T52" fmla="*/ 112 w 310"/>
                  <a:gd name="T53" fmla="*/ 204 h 231"/>
                  <a:gd name="T54" fmla="*/ 106 w 310"/>
                  <a:gd name="T55" fmla="*/ 195 h 231"/>
                  <a:gd name="T56" fmla="*/ 101 w 310"/>
                  <a:gd name="T57" fmla="*/ 177 h 231"/>
                  <a:gd name="T58" fmla="*/ 104 w 310"/>
                  <a:gd name="T59" fmla="*/ 170 h 231"/>
                  <a:gd name="T60" fmla="*/ 111 w 310"/>
                  <a:gd name="T61" fmla="*/ 158 h 231"/>
                  <a:gd name="T62" fmla="*/ 115 w 310"/>
                  <a:gd name="T63" fmla="*/ 144 h 231"/>
                  <a:gd name="T64" fmla="*/ 103 w 310"/>
                  <a:gd name="T65" fmla="*/ 130 h 231"/>
                  <a:gd name="T66" fmla="*/ 90 w 310"/>
                  <a:gd name="T67" fmla="*/ 115 h 231"/>
                  <a:gd name="T68" fmla="*/ 81 w 310"/>
                  <a:gd name="T69" fmla="*/ 106 h 231"/>
                  <a:gd name="T70" fmla="*/ 71 w 310"/>
                  <a:gd name="T71" fmla="*/ 93 h 231"/>
                  <a:gd name="T72" fmla="*/ 36 w 310"/>
                  <a:gd name="T73" fmla="*/ 88 h 231"/>
                  <a:gd name="T74" fmla="*/ 19 w 310"/>
                  <a:gd name="T75" fmla="*/ 86 h 231"/>
                  <a:gd name="T76" fmla="*/ 12 w 310"/>
                  <a:gd name="T77" fmla="*/ 80 h 231"/>
                  <a:gd name="T78" fmla="*/ 12 w 310"/>
                  <a:gd name="T79" fmla="*/ 72 h 231"/>
                  <a:gd name="T80" fmla="*/ 23 w 310"/>
                  <a:gd name="T81" fmla="*/ 57 h 231"/>
                  <a:gd name="T82" fmla="*/ 39 w 310"/>
                  <a:gd name="T83" fmla="*/ 43 h 231"/>
                  <a:gd name="T84" fmla="*/ 31 w 310"/>
                  <a:gd name="T85" fmla="*/ 42 h 231"/>
                  <a:gd name="T86" fmla="*/ 36 w 310"/>
                  <a:gd name="T87" fmla="*/ 39 h 231"/>
                  <a:gd name="T88" fmla="*/ 47 w 310"/>
                  <a:gd name="T89" fmla="*/ 32 h 231"/>
                  <a:gd name="T90" fmla="*/ 75 w 310"/>
                  <a:gd name="T91" fmla="*/ 20 h 231"/>
                  <a:gd name="T92" fmla="*/ 108 w 310"/>
                  <a:gd name="T93" fmla="*/ 18 h 231"/>
                  <a:gd name="T94" fmla="*/ 123 w 310"/>
                  <a:gd name="T95" fmla="*/ 15 h 231"/>
                  <a:gd name="T96" fmla="*/ 140 w 310"/>
                  <a:gd name="T97" fmla="*/ 19 h 231"/>
                  <a:gd name="T98" fmla="*/ 138 w 310"/>
                  <a:gd name="T99" fmla="*/ 8 h 231"/>
                  <a:gd name="T100" fmla="*/ 177 w 310"/>
                  <a:gd name="T101" fmla="*/ 5 h 231"/>
                  <a:gd name="T102" fmla="*/ 192 w 310"/>
                  <a:gd name="T103" fmla="*/ 1 h 231"/>
                  <a:gd name="T104" fmla="*/ 240 w 310"/>
                  <a:gd name="T105" fmla="*/ 6 h 231"/>
                  <a:gd name="T106" fmla="*/ 259 w 310"/>
                  <a:gd name="T107" fmla="*/ 12 h 231"/>
                  <a:gd name="T108" fmla="*/ 219 w 310"/>
                  <a:gd name="T109" fmla="*/ 22 h 231"/>
                  <a:gd name="T110" fmla="*/ 210 w 310"/>
                  <a:gd name="T1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10" h="231">
                    <a:moveTo>
                      <a:pt x="210" y="23"/>
                    </a:moveTo>
                    <a:cubicBezTo>
                      <a:pt x="210" y="24"/>
                      <a:pt x="212" y="24"/>
                      <a:pt x="212" y="26"/>
                    </a:cubicBezTo>
                    <a:cubicBezTo>
                      <a:pt x="214" y="27"/>
                      <a:pt x="216" y="24"/>
                      <a:pt x="216" y="24"/>
                    </a:cubicBezTo>
                    <a:cubicBezTo>
                      <a:pt x="217" y="24"/>
                      <a:pt x="218" y="25"/>
                      <a:pt x="218" y="25"/>
                    </a:cubicBezTo>
                    <a:cubicBezTo>
                      <a:pt x="219" y="25"/>
                      <a:pt x="219" y="26"/>
                      <a:pt x="220" y="26"/>
                    </a:cubicBezTo>
                    <a:cubicBezTo>
                      <a:pt x="221" y="25"/>
                      <a:pt x="221" y="25"/>
                      <a:pt x="222" y="24"/>
                    </a:cubicBezTo>
                    <a:cubicBezTo>
                      <a:pt x="223" y="24"/>
                      <a:pt x="224" y="24"/>
                      <a:pt x="224" y="24"/>
                    </a:cubicBezTo>
                    <a:cubicBezTo>
                      <a:pt x="225" y="24"/>
                      <a:pt x="226" y="24"/>
                      <a:pt x="226" y="24"/>
                    </a:cubicBezTo>
                    <a:cubicBezTo>
                      <a:pt x="231" y="23"/>
                      <a:pt x="236" y="21"/>
                      <a:pt x="240" y="23"/>
                    </a:cubicBezTo>
                    <a:cubicBezTo>
                      <a:pt x="239" y="26"/>
                      <a:pt x="234" y="24"/>
                      <a:pt x="232" y="27"/>
                    </a:cubicBezTo>
                    <a:cubicBezTo>
                      <a:pt x="233" y="29"/>
                      <a:pt x="235" y="27"/>
                      <a:pt x="235" y="27"/>
                    </a:cubicBezTo>
                    <a:cubicBezTo>
                      <a:pt x="237" y="27"/>
                      <a:pt x="237" y="28"/>
                      <a:pt x="241" y="27"/>
                    </a:cubicBezTo>
                    <a:cubicBezTo>
                      <a:pt x="242" y="26"/>
                      <a:pt x="243" y="26"/>
                      <a:pt x="244" y="26"/>
                    </a:cubicBezTo>
                    <a:cubicBezTo>
                      <a:pt x="250" y="23"/>
                      <a:pt x="250" y="23"/>
                      <a:pt x="250" y="23"/>
                    </a:cubicBezTo>
                    <a:cubicBezTo>
                      <a:pt x="253" y="26"/>
                      <a:pt x="249" y="22"/>
                      <a:pt x="251" y="22"/>
                    </a:cubicBezTo>
                    <a:cubicBezTo>
                      <a:pt x="252" y="22"/>
                      <a:pt x="255" y="22"/>
                      <a:pt x="255" y="22"/>
                    </a:cubicBezTo>
                    <a:cubicBezTo>
                      <a:pt x="256" y="21"/>
                      <a:pt x="258" y="20"/>
                      <a:pt x="261" y="20"/>
                    </a:cubicBezTo>
                    <a:cubicBezTo>
                      <a:pt x="262" y="22"/>
                      <a:pt x="262" y="24"/>
                      <a:pt x="260" y="24"/>
                    </a:cubicBezTo>
                    <a:cubicBezTo>
                      <a:pt x="260" y="25"/>
                      <a:pt x="258" y="26"/>
                      <a:pt x="258" y="27"/>
                    </a:cubicBezTo>
                    <a:cubicBezTo>
                      <a:pt x="256" y="28"/>
                      <a:pt x="256" y="31"/>
                      <a:pt x="253" y="31"/>
                    </a:cubicBezTo>
                    <a:cubicBezTo>
                      <a:pt x="253" y="33"/>
                      <a:pt x="254" y="32"/>
                      <a:pt x="255" y="31"/>
                    </a:cubicBezTo>
                    <a:cubicBezTo>
                      <a:pt x="256" y="31"/>
                      <a:pt x="257" y="30"/>
                      <a:pt x="258" y="31"/>
                    </a:cubicBezTo>
                    <a:cubicBezTo>
                      <a:pt x="259" y="31"/>
                      <a:pt x="258" y="29"/>
                      <a:pt x="259" y="28"/>
                    </a:cubicBezTo>
                    <a:cubicBezTo>
                      <a:pt x="260" y="27"/>
                      <a:pt x="265" y="28"/>
                      <a:pt x="265" y="26"/>
                    </a:cubicBezTo>
                    <a:cubicBezTo>
                      <a:pt x="267" y="28"/>
                      <a:pt x="270" y="27"/>
                      <a:pt x="272" y="26"/>
                    </a:cubicBezTo>
                    <a:cubicBezTo>
                      <a:pt x="275" y="26"/>
                      <a:pt x="277" y="25"/>
                      <a:pt x="278" y="27"/>
                    </a:cubicBezTo>
                    <a:cubicBezTo>
                      <a:pt x="279" y="26"/>
                      <a:pt x="280" y="24"/>
                      <a:pt x="282" y="23"/>
                    </a:cubicBezTo>
                    <a:cubicBezTo>
                      <a:pt x="284" y="24"/>
                      <a:pt x="286" y="23"/>
                      <a:pt x="288" y="23"/>
                    </a:cubicBezTo>
                    <a:cubicBezTo>
                      <a:pt x="289" y="22"/>
                      <a:pt x="290" y="22"/>
                      <a:pt x="292" y="22"/>
                    </a:cubicBezTo>
                    <a:cubicBezTo>
                      <a:pt x="291" y="22"/>
                      <a:pt x="292" y="23"/>
                      <a:pt x="293" y="23"/>
                    </a:cubicBezTo>
                    <a:cubicBezTo>
                      <a:pt x="293" y="23"/>
                      <a:pt x="294" y="23"/>
                      <a:pt x="295" y="23"/>
                    </a:cubicBezTo>
                    <a:cubicBezTo>
                      <a:pt x="297" y="23"/>
                      <a:pt x="299" y="23"/>
                      <a:pt x="299" y="23"/>
                    </a:cubicBezTo>
                    <a:cubicBezTo>
                      <a:pt x="300" y="24"/>
                      <a:pt x="300" y="24"/>
                      <a:pt x="300" y="23"/>
                    </a:cubicBezTo>
                    <a:cubicBezTo>
                      <a:pt x="301" y="23"/>
                      <a:pt x="301" y="23"/>
                      <a:pt x="302" y="23"/>
                    </a:cubicBezTo>
                    <a:cubicBezTo>
                      <a:pt x="304" y="24"/>
                      <a:pt x="306" y="26"/>
                      <a:pt x="309" y="26"/>
                    </a:cubicBezTo>
                    <a:cubicBezTo>
                      <a:pt x="310" y="28"/>
                      <a:pt x="308" y="27"/>
                      <a:pt x="307" y="28"/>
                    </a:cubicBezTo>
                    <a:cubicBezTo>
                      <a:pt x="306" y="29"/>
                      <a:pt x="305" y="30"/>
                      <a:pt x="304" y="31"/>
                    </a:cubicBezTo>
                    <a:cubicBezTo>
                      <a:pt x="301" y="32"/>
                      <a:pt x="296" y="31"/>
                      <a:pt x="295" y="36"/>
                    </a:cubicBezTo>
                    <a:cubicBezTo>
                      <a:pt x="292" y="36"/>
                      <a:pt x="288" y="35"/>
                      <a:pt x="287" y="37"/>
                    </a:cubicBezTo>
                    <a:cubicBezTo>
                      <a:pt x="288" y="39"/>
                      <a:pt x="291" y="40"/>
                      <a:pt x="285" y="39"/>
                    </a:cubicBezTo>
                    <a:cubicBezTo>
                      <a:pt x="286" y="41"/>
                      <a:pt x="288" y="40"/>
                      <a:pt x="289" y="41"/>
                    </a:cubicBezTo>
                    <a:cubicBezTo>
                      <a:pt x="287" y="44"/>
                      <a:pt x="281" y="43"/>
                      <a:pt x="280" y="48"/>
                    </a:cubicBezTo>
                    <a:cubicBezTo>
                      <a:pt x="278" y="48"/>
                      <a:pt x="281" y="46"/>
                      <a:pt x="280" y="46"/>
                    </a:cubicBezTo>
                    <a:cubicBezTo>
                      <a:pt x="280" y="45"/>
                      <a:pt x="276" y="48"/>
                      <a:pt x="274" y="48"/>
                    </a:cubicBezTo>
                    <a:cubicBezTo>
                      <a:pt x="274" y="49"/>
                      <a:pt x="276" y="49"/>
                      <a:pt x="277" y="49"/>
                    </a:cubicBezTo>
                    <a:cubicBezTo>
                      <a:pt x="274" y="52"/>
                      <a:pt x="275" y="51"/>
                      <a:pt x="274" y="56"/>
                    </a:cubicBezTo>
                    <a:cubicBezTo>
                      <a:pt x="274" y="57"/>
                      <a:pt x="270" y="57"/>
                      <a:pt x="269" y="58"/>
                    </a:cubicBezTo>
                    <a:cubicBezTo>
                      <a:pt x="269" y="59"/>
                      <a:pt x="270" y="61"/>
                      <a:pt x="269" y="62"/>
                    </a:cubicBezTo>
                    <a:cubicBezTo>
                      <a:pt x="268" y="63"/>
                      <a:pt x="266" y="63"/>
                      <a:pt x="264" y="63"/>
                    </a:cubicBezTo>
                    <a:cubicBezTo>
                      <a:pt x="264" y="65"/>
                      <a:pt x="266" y="65"/>
                      <a:pt x="266" y="67"/>
                    </a:cubicBezTo>
                    <a:cubicBezTo>
                      <a:pt x="267" y="70"/>
                      <a:pt x="270" y="69"/>
                      <a:pt x="272" y="70"/>
                    </a:cubicBezTo>
                    <a:cubicBezTo>
                      <a:pt x="272" y="70"/>
                      <a:pt x="271" y="72"/>
                      <a:pt x="272" y="72"/>
                    </a:cubicBezTo>
                    <a:cubicBezTo>
                      <a:pt x="273" y="73"/>
                      <a:pt x="274" y="72"/>
                      <a:pt x="275" y="73"/>
                    </a:cubicBezTo>
                    <a:cubicBezTo>
                      <a:pt x="275" y="76"/>
                      <a:pt x="277" y="76"/>
                      <a:pt x="277" y="78"/>
                    </a:cubicBezTo>
                    <a:cubicBezTo>
                      <a:pt x="273" y="80"/>
                      <a:pt x="269" y="79"/>
                      <a:pt x="264" y="81"/>
                    </a:cubicBezTo>
                    <a:cubicBezTo>
                      <a:pt x="267" y="84"/>
                      <a:pt x="270" y="88"/>
                      <a:pt x="277" y="87"/>
                    </a:cubicBezTo>
                    <a:cubicBezTo>
                      <a:pt x="276" y="89"/>
                      <a:pt x="278" y="90"/>
                      <a:pt x="279" y="90"/>
                    </a:cubicBezTo>
                    <a:cubicBezTo>
                      <a:pt x="280" y="92"/>
                      <a:pt x="277" y="91"/>
                      <a:pt x="277" y="93"/>
                    </a:cubicBezTo>
                    <a:cubicBezTo>
                      <a:pt x="276" y="95"/>
                      <a:pt x="275" y="96"/>
                      <a:pt x="273" y="96"/>
                    </a:cubicBezTo>
                    <a:cubicBezTo>
                      <a:pt x="271" y="101"/>
                      <a:pt x="278" y="98"/>
                      <a:pt x="277" y="102"/>
                    </a:cubicBezTo>
                    <a:cubicBezTo>
                      <a:pt x="274" y="102"/>
                      <a:pt x="274" y="103"/>
                      <a:pt x="275" y="104"/>
                    </a:cubicBezTo>
                    <a:cubicBezTo>
                      <a:pt x="275" y="106"/>
                      <a:pt x="273" y="105"/>
                      <a:pt x="272" y="104"/>
                    </a:cubicBezTo>
                    <a:cubicBezTo>
                      <a:pt x="271" y="104"/>
                      <a:pt x="270" y="103"/>
                      <a:pt x="269" y="104"/>
                    </a:cubicBezTo>
                    <a:cubicBezTo>
                      <a:pt x="267" y="104"/>
                      <a:pt x="268" y="108"/>
                      <a:pt x="265" y="107"/>
                    </a:cubicBezTo>
                    <a:cubicBezTo>
                      <a:pt x="265" y="109"/>
                      <a:pt x="266" y="111"/>
                      <a:pt x="268" y="111"/>
                    </a:cubicBezTo>
                    <a:cubicBezTo>
                      <a:pt x="268" y="112"/>
                      <a:pt x="266" y="112"/>
                      <a:pt x="265" y="112"/>
                    </a:cubicBezTo>
                    <a:cubicBezTo>
                      <a:pt x="264" y="112"/>
                      <a:pt x="263" y="112"/>
                      <a:pt x="263" y="112"/>
                    </a:cubicBezTo>
                    <a:cubicBezTo>
                      <a:pt x="259" y="113"/>
                      <a:pt x="256" y="116"/>
                      <a:pt x="253" y="116"/>
                    </a:cubicBezTo>
                    <a:cubicBezTo>
                      <a:pt x="253" y="117"/>
                      <a:pt x="254" y="117"/>
                      <a:pt x="255" y="117"/>
                    </a:cubicBezTo>
                    <a:cubicBezTo>
                      <a:pt x="255" y="117"/>
                      <a:pt x="256" y="117"/>
                      <a:pt x="256" y="117"/>
                    </a:cubicBezTo>
                    <a:cubicBezTo>
                      <a:pt x="258" y="118"/>
                      <a:pt x="258" y="122"/>
                      <a:pt x="261" y="121"/>
                    </a:cubicBezTo>
                    <a:cubicBezTo>
                      <a:pt x="262" y="124"/>
                      <a:pt x="259" y="124"/>
                      <a:pt x="259" y="125"/>
                    </a:cubicBezTo>
                    <a:cubicBezTo>
                      <a:pt x="258" y="127"/>
                      <a:pt x="261" y="130"/>
                      <a:pt x="258" y="131"/>
                    </a:cubicBezTo>
                    <a:cubicBezTo>
                      <a:pt x="259" y="136"/>
                      <a:pt x="268" y="134"/>
                      <a:pt x="269" y="140"/>
                    </a:cubicBezTo>
                    <a:cubicBezTo>
                      <a:pt x="269" y="140"/>
                      <a:pt x="268" y="140"/>
                      <a:pt x="267" y="140"/>
                    </a:cubicBezTo>
                    <a:cubicBezTo>
                      <a:pt x="266" y="140"/>
                      <a:pt x="264" y="140"/>
                      <a:pt x="264" y="139"/>
                    </a:cubicBezTo>
                    <a:cubicBezTo>
                      <a:pt x="263" y="139"/>
                      <a:pt x="263" y="140"/>
                      <a:pt x="264" y="140"/>
                    </a:cubicBezTo>
                    <a:cubicBezTo>
                      <a:pt x="261" y="144"/>
                      <a:pt x="259" y="143"/>
                      <a:pt x="253" y="143"/>
                    </a:cubicBezTo>
                    <a:cubicBezTo>
                      <a:pt x="254" y="138"/>
                      <a:pt x="247" y="142"/>
                      <a:pt x="249" y="138"/>
                    </a:cubicBezTo>
                    <a:cubicBezTo>
                      <a:pt x="247" y="137"/>
                      <a:pt x="246" y="138"/>
                      <a:pt x="245" y="138"/>
                    </a:cubicBezTo>
                    <a:cubicBezTo>
                      <a:pt x="244" y="139"/>
                      <a:pt x="243" y="139"/>
                      <a:pt x="241" y="139"/>
                    </a:cubicBezTo>
                    <a:cubicBezTo>
                      <a:pt x="243" y="140"/>
                      <a:pt x="242" y="141"/>
                      <a:pt x="240" y="141"/>
                    </a:cubicBezTo>
                    <a:cubicBezTo>
                      <a:pt x="240" y="143"/>
                      <a:pt x="247" y="143"/>
                      <a:pt x="241" y="144"/>
                    </a:cubicBezTo>
                    <a:cubicBezTo>
                      <a:pt x="242" y="146"/>
                      <a:pt x="244" y="145"/>
                      <a:pt x="245" y="145"/>
                    </a:cubicBezTo>
                    <a:cubicBezTo>
                      <a:pt x="246" y="145"/>
                      <a:pt x="247" y="145"/>
                      <a:pt x="248" y="145"/>
                    </a:cubicBezTo>
                    <a:cubicBezTo>
                      <a:pt x="251" y="145"/>
                      <a:pt x="254" y="147"/>
                      <a:pt x="258" y="146"/>
                    </a:cubicBezTo>
                    <a:cubicBezTo>
                      <a:pt x="255" y="150"/>
                      <a:pt x="252" y="153"/>
                      <a:pt x="249" y="156"/>
                    </a:cubicBezTo>
                    <a:cubicBezTo>
                      <a:pt x="246" y="156"/>
                      <a:pt x="244" y="157"/>
                      <a:pt x="241" y="158"/>
                    </a:cubicBezTo>
                    <a:cubicBezTo>
                      <a:pt x="241" y="158"/>
                      <a:pt x="241" y="158"/>
                      <a:pt x="240" y="158"/>
                    </a:cubicBezTo>
                    <a:cubicBezTo>
                      <a:pt x="240" y="158"/>
                      <a:pt x="239" y="157"/>
                      <a:pt x="239" y="158"/>
                    </a:cubicBezTo>
                    <a:cubicBezTo>
                      <a:pt x="238" y="159"/>
                      <a:pt x="238" y="158"/>
                      <a:pt x="236" y="158"/>
                    </a:cubicBezTo>
                    <a:cubicBezTo>
                      <a:pt x="235" y="158"/>
                      <a:pt x="233" y="158"/>
                      <a:pt x="231" y="159"/>
                    </a:cubicBezTo>
                    <a:cubicBezTo>
                      <a:pt x="229" y="160"/>
                      <a:pt x="227" y="160"/>
                      <a:pt x="225" y="160"/>
                    </a:cubicBezTo>
                    <a:cubicBezTo>
                      <a:pt x="223" y="160"/>
                      <a:pt x="225" y="162"/>
                      <a:pt x="225" y="161"/>
                    </a:cubicBezTo>
                    <a:cubicBezTo>
                      <a:pt x="224" y="163"/>
                      <a:pt x="223" y="163"/>
                      <a:pt x="222" y="163"/>
                    </a:cubicBezTo>
                    <a:cubicBezTo>
                      <a:pt x="221" y="163"/>
                      <a:pt x="220" y="162"/>
                      <a:pt x="219" y="163"/>
                    </a:cubicBezTo>
                    <a:cubicBezTo>
                      <a:pt x="219" y="164"/>
                      <a:pt x="220" y="164"/>
                      <a:pt x="221" y="164"/>
                    </a:cubicBezTo>
                    <a:cubicBezTo>
                      <a:pt x="221" y="166"/>
                      <a:pt x="212" y="167"/>
                      <a:pt x="214" y="163"/>
                    </a:cubicBezTo>
                    <a:cubicBezTo>
                      <a:pt x="213" y="163"/>
                      <a:pt x="209" y="163"/>
                      <a:pt x="208" y="164"/>
                    </a:cubicBezTo>
                    <a:cubicBezTo>
                      <a:pt x="208" y="165"/>
                      <a:pt x="209" y="168"/>
                      <a:pt x="208" y="169"/>
                    </a:cubicBezTo>
                    <a:cubicBezTo>
                      <a:pt x="209" y="169"/>
                      <a:pt x="205" y="167"/>
                      <a:pt x="205" y="169"/>
                    </a:cubicBezTo>
                    <a:cubicBezTo>
                      <a:pt x="204" y="170"/>
                      <a:pt x="207" y="171"/>
                      <a:pt x="206" y="173"/>
                    </a:cubicBezTo>
                    <a:cubicBezTo>
                      <a:pt x="204" y="174"/>
                      <a:pt x="204" y="173"/>
                      <a:pt x="202" y="173"/>
                    </a:cubicBezTo>
                    <a:cubicBezTo>
                      <a:pt x="202" y="174"/>
                      <a:pt x="202" y="175"/>
                      <a:pt x="202" y="177"/>
                    </a:cubicBezTo>
                    <a:cubicBezTo>
                      <a:pt x="202" y="177"/>
                      <a:pt x="201" y="177"/>
                      <a:pt x="201" y="177"/>
                    </a:cubicBezTo>
                    <a:cubicBezTo>
                      <a:pt x="201" y="176"/>
                      <a:pt x="200" y="176"/>
                      <a:pt x="200" y="177"/>
                    </a:cubicBezTo>
                    <a:cubicBezTo>
                      <a:pt x="198" y="177"/>
                      <a:pt x="199" y="179"/>
                      <a:pt x="198" y="179"/>
                    </a:cubicBezTo>
                    <a:cubicBezTo>
                      <a:pt x="197" y="180"/>
                      <a:pt x="191" y="179"/>
                      <a:pt x="192" y="183"/>
                    </a:cubicBezTo>
                    <a:cubicBezTo>
                      <a:pt x="187" y="184"/>
                      <a:pt x="181" y="184"/>
                      <a:pt x="174" y="184"/>
                    </a:cubicBezTo>
                    <a:cubicBezTo>
                      <a:pt x="172" y="186"/>
                      <a:pt x="170" y="192"/>
                      <a:pt x="167" y="189"/>
                    </a:cubicBezTo>
                    <a:cubicBezTo>
                      <a:pt x="167" y="190"/>
                      <a:pt x="169" y="191"/>
                      <a:pt x="168" y="193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65" y="193"/>
                      <a:pt x="167" y="195"/>
                      <a:pt x="167" y="195"/>
                    </a:cubicBezTo>
                    <a:cubicBezTo>
                      <a:pt x="167" y="195"/>
                      <a:pt x="166" y="196"/>
                      <a:pt x="166" y="197"/>
                    </a:cubicBezTo>
                    <a:cubicBezTo>
                      <a:pt x="166" y="198"/>
                      <a:pt x="162" y="201"/>
                      <a:pt x="164" y="202"/>
                    </a:cubicBezTo>
                    <a:cubicBezTo>
                      <a:pt x="165" y="203"/>
                      <a:pt x="162" y="202"/>
                      <a:pt x="162" y="203"/>
                    </a:cubicBezTo>
                    <a:cubicBezTo>
                      <a:pt x="161" y="203"/>
                      <a:pt x="160" y="205"/>
                      <a:pt x="159" y="205"/>
                    </a:cubicBezTo>
                    <a:cubicBezTo>
                      <a:pt x="159" y="206"/>
                      <a:pt x="160" y="208"/>
                      <a:pt x="159" y="208"/>
                    </a:cubicBezTo>
                    <a:cubicBezTo>
                      <a:pt x="158" y="209"/>
                      <a:pt x="159" y="211"/>
                      <a:pt x="158" y="213"/>
                    </a:cubicBezTo>
                    <a:cubicBezTo>
                      <a:pt x="156" y="213"/>
                      <a:pt x="156" y="213"/>
                      <a:pt x="156" y="213"/>
                    </a:cubicBezTo>
                    <a:cubicBezTo>
                      <a:pt x="155" y="214"/>
                      <a:pt x="157" y="215"/>
                      <a:pt x="157" y="216"/>
                    </a:cubicBezTo>
                    <a:cubicBezTo>
                      <a:pt x="157" y="218"/>
                      <a:pt x="156" y="218"/>
                      <a:pt x="156" y="219"/>
                    </a:cubicBezTo>
                    <a:cubicBezTo>
                      <a:pt x="155" y="220"/>
                      <a:pt x="157" y="222"/>
                      <a:pt x="157" y="222"/>
                    </a:cubicBezTo>
                    <a:cubicBezTo>
                      <a:pt x="155" y="226"/>
                      <a:pt x="153" y="228"/>
                      <a:pt x="149" y="231"/>
                    </a:cubicBezTo>
                    <a:cubicBezTo>
                      <a:pt x="145" y="230"/>
                      <a:pt x="143" y="228"/>
                      <a:pt x="140" y="226"/>
                    </a:cubicBezTo>
                    <a:cubicBezTo>
                      <a:pt x="138" y="228"/>
                      <a:pt x="135" y="227"/>
                      <a:pt x="132" y="225"/>
                    </a:cubicBezTo>
                    <a:cubicBezTo>
                      <a:pt x="131" y="224"/>
                      <a:pt x="130" y="223"/>
                      <a:pt x="130" y="223"/>
                    </a:cubicBezTo>
                    <a:cubicBezTo>
                      <a:pt x="129" y="223"/>
                      <a:pt x="129" y="225"/>
                      <a:pt x="129" y="226"/>
                    </a:cubicBezTo>
                    <a:cubicBezTo>
                      <a:pt x="128" y="225"/>
                      <a:pt x="128" y="223"/>
                      <a:pt x="127" y="222"/>
                    </a:cubicBezTo>
                    <a:cubicBezTo>
                      <a:pt x="125" y="220"/>
                      <a:pt x="122" y="221"/>
                      <a:pt x="123" y="217"/>
                    </a:cubicBezTo>
                    <a:cubicBezTo>
                      <a:pt x="121" y="215"/>
                      <a:pt x="119" y="214"/>
                      <a:pt x="118" y="213"/>
                    </a:cubicBezTo>
                    <a:cubicBezTo>
                      <a:pt x="118" y="212"/>
                      <a:pt x="119" y="212"/>
                      <a:pt x="120" y="212"/>
                    </a:cubicBezTo>
                    <a:cubicBezTo>
                      <a:pt x="120" y="209"/>
                      <a:pt x="117" y="210"/>
                      <a:pt x="115" y="208"/>
                    </a:cubicBezTo>
                    <a:cubicBezTo>
                      <a:pt x="114" y="207"/>
                      <a:pt x="114" y="205"/>
                      <a:pt x="113" y="204"/>
                    </a:cubicBezTo>
                    <a:cubicBezTo>
                      <a:pt x="111" y="206"/>
                      <a:pt x="111" y="205"/>
                      <a:pt x="112" y="204"/>
                    </a:cubicBezTo>
                    <a:cubicBezTo>
                      <a:pt x="112" y="203"/>
                      <a:pt x="113" y="203"/>
                      <a:pt x="113" y="203"/>
                    </a:cubicBezTo>
                    <a:cubicBezTo>
                      <a:pt x="112" y="202"/>
                      <a:pt x="112" y="202"/>
                      <a:pt x="111" y="202"/>
                    </a:cubicBezTo>
                    <a:cubicBezTo>
                      <a:pt x="111" y="202"/>
                      <a:pt x="110" y="202"/>
                      <a:pt x="110" y="202"/>
                    </a:cubicBezTo>
                    <a:cubicBezTo>
                      <a:pt x="109" y="200"/>
                      <a:pt x="111" y="198"/>
                      <a:pt x="109" y="198"/>
                    </a:cubicBezTo>
                    <a:cubicBezTo>
                      <a:pt x="107" y="198"/>
                      <a:pt x="108" y="192"/>
                      <a:pt x="106" y="195"/>
                    </a:cubicBezTo>
                    <a:cubicBezTo>
                      <a:pt x="105" y="195"/>
                      <a:pt x="105" y="192"/>
                      <a:pt x="103" y="193"/>
                    </a:cubicBezTo>
                    <a:cubicBezTo>
                      <a:pt x="103" y="191"/>
                      <a:pt x="105" y="191"/>
                      <a:pt x="105" y="189"/>
                    </a:cubicBezTo>
                    <a:cubicBezTo>
                      <a:pt x="105" y="188"/>
                      <a:pt x="103" y="188"/>
                      <a:pt x="102" y="188"/>
                    </a:cubicBezTo>
                    <a:cubicBezTo>
                      <a:pt x="101" y="188"/>
                      <a:pt x="101" y="188"/>
                      <a:pt x="100" y="188"/>
                    </a:cubicBezTo>
                    <a:cubicBezTo>
                      <a:pt x="99" y="183"/>
                      <a:pt x="99" y="181"/>
                      <a:pt x="101" y="177"/>
                    </a:cubicBezTo>
                    <a:cubicBezTo>
                      <a:pt x="98" y="175"/>
                      <a:pt x="104" y="173"/>
                      <a:pt x="99" y="173"/>
                    </a:cubicBezTo>
                    <a:cubicBezTo>
                      <a:pt x="98" y="171"/>
                      <a:pt x="101" y="172"/>
                      <a:pt x="101" y="171"/>
                    </a:cubicBezTo>
                    <a:cubicBezTo>
                      <a:pt x="101" y="169"/>
                      <a:pt x="101" y="169"/>
                      <a:pt x="101" y="169"/>
                    </a:cubicBezTo>
                    <a:cubicBezTo>
                      <a:pt x="102" y="169"/>
                      <a:pt x="102" y="169"/>
                      <a:pt x="102" y="170"/>
                    </a:cubicBezTo>
                    <a:cubicBezTo>
                      <a:pt x="103" y="170"/>
                      <a:pt x="103" y="170"/>
                      <a:pt x="104" y="170"/>
                    </a:cubicBezTo>
                    <a:cubicBezTo>
                      <a:pt x="104" y="168"/>
                      <a:pt x="104" y="165"/>
                      <a:pt x="104" y="163"/>
                    </a:cubicBezTo>
                    <a:cubicBezTo>
                      <a:pt x="106" y="163"/>
                      <a:pt x="107" y="162"/>
                      <a:pt x="108" y="160"/>
                    </a:cubicBezTo>
                    <a:cubicBezTo>
                      <a:pt x="109" y="160"/>
                      <a:pt x="109" y="162"/>
                      <a:pt x="109" y="163"/>
                    </a:cubicBezTo>
                    <a:cubicBezTo>
                      <a:pt x="110" y="162"/>
                      <a:pt x="110" y="160"/>
                      <a:pt x="113" y="160"/>
                    </a:cubicBezTo>
                    <a:cubicBezTo>
                      <a:pt x="114" y="159"/>
                      <a:pt x="111" y="158"/>
                      <a:pt x="111" y="158"/>
                    </a:cubicBezTo>
                    <a:cubicBezTo>
                      <a:pt x="111" y="156"/>
                      <a:pt x="115" y="156"/>
                      <a:pt x="115" y="155"/>
                    </a:cubicBezTo>
                    <a:cubicBezTo>
                      <a:pt x="116" y="153"/>
                      <a:pt x="111" y="152"/>
                      <a:pt x="114" y="149"/>
                    </a:cubicBezTo>
                    <a:cubicBezTo>
                      <a:pt x="111" y="151"/>
                      <a:pt x="112" y="150"/>
                      <a:pt x="112" y="149"/>
                    </a:cubicBezTo>
                    <a:cubicBezTo>
                      <a:pt x="112" y="148"/>
                      <a:pt x="112" y="147"/>
                      <a:pt x="108" y="148"/>
                    </a:cubicBezTo>
                    <a:cubicBezTo>
                      <a:pt x="107" y="143"/>
                      <a:pt x="111" y="144"/>
                      <a:pt x="115" y="144"/>
                    </a:cubicBezTo>
                    <a:cubicBezTo>
                      <a:pt x="115" y="142"/>
                      <a:pt x="113" y="143"/>
                      <a:pt x="113" y="141"/>
                    </a:cubicBezTo>
                    <a:cubicBezTo>
                      <a:pt x="113" y="140"/>
                      <a:pt x="111" y="141"/>
                      <a:pt x="110" y="140"/>
                    </a:cubicBezTo>
                    <a:cubicBezTo>
                      <a:pt x="110" y="140"/>
                      <a:pt x="110" y="138"/>
                      <a:pt x="110" y="138"/>
                    </a:cubicBezTo>
                    <a:cubicBezTo>
                      <a:pt x="110" y="137"/>
                      <a:pt x="107" y="135"/>
                      <a:pt x="106" y="135"/>
                    </a:cubicBezTo>
                    <a:cubicBezTo>
                      <a:pt x="105" y="135"/>
                      <a:pt x="104" y="132"/>
                      <a:pt x="103" y="130"/>
                    </a:cubicBezTo>
                    <a:cubicBezTo>
                      <a:pt x="101" y="132"/>
                      <a:pt x="100" y="134"/>
                      <a:pt x="99" y="130"/>
                    </a:cubicBezTo>
                    <a:cubicBezTo>
                      <a:pt x="97" y="130"/>
                      <a:pt x="98" y="132"/>
                      <a:pt x="98" y="134"/>
                    </a:cubicBezTo>
                    <a:cubicBezTo>
                      <a:pt x="95" y="134"/>
                      <a:pt x="93" y="134"/>
                      <a:pt x="91" y="134"/>
                    </a:cubicBezTo>
                    <a:cubicBezTo>
                      <a:pt x="87" y="129"/>
                      <a:pt x="90" y="125"/>
                      <a:pt x="91" y="119"/>
                    </a:cubicBezTo>
                    <a:cubicBezTo>
                      <a:pt x="91" y="118"/>
                      <a:pt x="90" y="117"/>
                      <a:pt x="90" y="115"/>
                    </a:cubicBezTo>
                    <a:cubicBezTo>
                      <a:pt x="89" y="115"/>
                      <a:pt x="89" y="116"/>
                      <a:pt x="89" y="117"/>
                    </a:cubicBezTo>
                    <a:cubicBezTo>
                      <a:pt x="87" y="118"/>
                      <a:pt x="87" y="116"/>
                      <a:pt x="87" y="115"/>
                    </a:cubicBezTo>
                    <a:cubicBezTo>
                      <a:pt x="87" y="113"/>
                      <a:pt x="88" y="111"/>
                      <a:pt x="85" y="112"/>
                    </a:cubicBezTo>
                    <a:cubicBezTo>
                      <a:pt x="86" y="110"/>
                      <a:pt x="86" y="109"/>
                      <a:pt x="85" y="107"/>
                    </a:cubicBezTo>
                    <a:cubicBezTo>
                      <a:pt x="85" y="106"/>
                      <a:pt x="83" y="106"/>
                      <a:pt x="81" y="106"/>
                    </a:cubicBezTo>
                    <a:cubicBezTo>
                      <a:pt x="80" y="104"/>
                      <a:pt x="81" y="102"/>
                      <a:pt x="80" y="100"/>
                    </a:cubicBezTo>
                    <a:cubicBezTo>
                      <a:pt x="79" y="98"/>
                      <a:pt x="76" y="98"/>
                      <a:pt x="77" y="95"/>
                    </a:cubicBezTo>
                    <a:cubicBezTo>
                      <a:pt x="75" y="96"/>
                      <a:pt x="74" y="94"/>
                      <a:pt x="74" y="93"/>
                    </a:cubicBezTo>
                    <a:cubicBezTo>
                      <a:pt x="73" y="93"/>
                      <a:pt x="73" y="93"/>
                      <a:pt x="72" y="94"/>
                    </a:cubicBezTo>
                    <a:cubicBezTo>
                      <a:pt x="72" y="94"/>
                      <a:pt x="71" y="94"/>
                      <a:pt x="71" y="93"/>
                    </a:cubicBezTo>
                    <a:cubicBezTo>
                      <a:pt x="69" y="92"/>
                      <a:pt x="60" y="93"/>
                      <a:pt x="57" y="88"/>
                    </a:cubicBezTo>
                    <a:cubicBezTo>
                      <a:pt x="55" y="89"/>
                      <a:pt x="51" y="89"/>
                      <a:pt x="48" y="88"/>
                    </a:cubicBezTo>
                    <a:cubicBezTo>
                      <a:pt x="44" y="88"/>
                      <a:pt x="41" y="87"/>
                      <a:pt x="39" y="88"/>
                    </a:cubicBezTo>
                    <a:cubicBezTo>
                      <a:pt x="38" y="90"/>
                      <a:pt x="38" y="89"/>
                      <a:pt x="37" y="89"/>
                    </a:cubicBezTo>
                    <a:cubicBezTo>
                      <a:pt x="37" y="89"/>
                      <a:pt x="36" y="88"/>
                      <a:pt x="36" y="88"/>
                    </a:cubicBezTo>
                    <a:cubicBezTo>
                      <a:pt x="33" y="89"/>
                      <a:pt x="30" y="91"/>
                      <a:pt x="27" y="91"/>
                    </a:cubicBezTo>
                    <a:cubicBezTo>
                      <a:pt x="27" y="91"/>
                      <a:pt x="26" y="90"/>
                      <a:pt x="26" y="90"/>
                    </a:cubicBezTo>
                    <a:cubicBezTo>
                      <a:pt x="25" y="90"/>
                      <a:pt x="24" y="90"/>
                      <a:pt x="24" y="90"/>
                    </a:cubicBezTo>
                    <a:cubicBezTo>
                      <a:pt x="23" y="90"/>
                      <a:pt x="23" y="90"/>
                      <a:pt x="22" y="90"/>
                    </a:cubicBezTo>
                    <a:cubicBezTo>
                      <a:pt x="22" y="88"/>
                      <a:pt x="21" y="86"/>
                      <a:pt x="19" y="86"/>
                    </a:cubicBezTo>
                    <a:cubicBezTo>
                      <a:pt x="19" y="85"/>
                      <a:pt x="20" y="85"/>
                      <a:pt x="21" y="85"/>
                    </a:cubicBezTo>
                    <a:cubicBezTo>
                      <a:pt x="22" y="85"/>
                      <a:pt x="23" y="85"/>
                      <a:pt x="23" y="85"/>
                    </a:cubicBezTo>
                    <a:cubicBezTo>
                      <a:pt x="24" y="84"/>
                      <a:pt x="20" y="81"/>
                      <a:pt x="26" y="82"/>
                    </a:cubicBezTo>
                    <a:cubicBezTo>
                      <a:pt x="25" y="80"/>
                      <a:pt x="22" y="81"/>
                      <a:pt x="19" y="81"/>
                    </a:cubicBezTo>
                    <a:cubicBezTo>
                      <a:pt x="16" y="81"/>
                      <a:pt x="13" y="81"/>
                      <a:pt x="12" y="80"/>
                    </a:cubicBezTo>
                    <a:cubicBezTo>
                      <a:pt x="13" y="76"/>
                      <a:pt x="16" y="77"/>
                      <a:pt x="19" y="77"/>
                    </a:cubicBezTo>
                    <a:cubicBezTo>
                      <a:pt x="22" y="77"/>
                      <a:pt x="25" y="77"/>
                      <a:pt x="27" y="75"/>
                    </a:cubicBezTo>
                    <a:cubicBezTo>
                      <a:pt x="24" y="72"/>
                      <a:pt x="16" y="74"/>
                      <a:pt x="13" y="75"/>
                    </a:cubicBezTo>
                    <a:cubicBezTo>
                      <a:pt x="12" y="73"/>
                      <a:pt x="13" y="73"/>
                      <a:pt x="13" y="71"/>
                    </a:cubicBezTo>
                    <a:cubicBezTo>
                      <a:pt x="12" y="71"/>
                      <a:pt x="12" y="71"/>
                      <a:pt x="12" y="72"/>
                    </a:cubicBezTo>
                    <a:cubicBezTo>
                      <a:pt x="11" y="72"/>
                      <a:pt x="11" y="71"/>
                      <a:pt x="11" y="70"/>
                    </a:cubicBezTo>
                    <a:cubicBezTo>
                      <a:pt x="6" y="70"/>
                      <a:pt x="3" y="68"/>
                      <a:pt x="0" y="67"/>
                    </a:cubicBezTo>
                    <a:cubicBezTo>
                      <a:pt x="3" y="59"/>
                      <a:pt x="13" y="61"/>
                      <a:pt x="19" y="59"/>
                    </a:cubicBezTo>
                    <a:cubicBezTo>
                      <a:pt x="21" y="59"/>
                      <a:pt x="21" y="59"/>
                      <a:pt x="22" y="58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6" y="56"/>
                      <a:pt x="31" y="57"/>
                      <a:pt x="33" y="56"/>
                    </a:cubicBezTo>
                    <a:cubicBezTo>
                      <a:pt x="35" y="55"/>
                      <a:pt x="33" y="54"/>
                      <a:pt x="34" y="53"/>
                    </a:cubicBezTo>
                    <a:cubicBezTo>
                      <a:pt x="35" y="52"/>
                      <a:pt x="37" y="53"/>
                      <a:pt x="38" y="52"/>
                    </a:cubicBezTo>
                    <a:cubicBezTo>
                      <a:pt x="40" y="51"/>
                      <a:pt x="40" y="50"/>
                      <a:pt x="42" y="48"/>
                    </a:cubicBezTo>
                    <a:cubicBezTo>
                      <a:pt x="44" y="44"/>
                      <a:pt x="38" y="47"/>
                      <a:pt x="39" y="43"/>
                    </a:cubicBezTo>
                    <a:cubicBezTo>
                      <a:pt x="37" y="42"/>
                      <a:pt x="38" y="45"/>
                      <a:pt x="37" y="46"/>
                    </a:cubicBezTo>
                    <a:cubicBezTo>
                      <a:pt x="37" y="46"/>
                      <a:pt x="35" y="45"/>
                      <a:pt x="34" y="45"/>
                    </a:cubicBezTo>
                    <a:cubicBezTo>
                      <a:pt x="32" y="44"/>
                      <a:pt x="29" y="44"/>
                      <a:pt x="27" y="44"/>
                    </a:cubicBezTo>
                    <a:cubicBezTo>
                      <a:pt x="26" y="42"/>
                      <a:pt x="27" y="42"/>
                      <a:pt x="29" y="42"/>
                    </a:cubicBezTo>
                    <a:cubicBezTo>
                      <a:pt x="30" y="42"/>
                      <a:pt x="30" y="42"/>
                      <a:pt x="31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41"/>
                      <a:pt x="32" y="41"/>
                    </a:cubicBezTo>
                    <a:cubicBezTo>
                      <a:pt x="32" y="41"/>
                      <a:pt x="33" y="41"/>
                      <a:pt x="33" y="41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7"/>
                      <a:pt x="35" y="39"/>
                      <a:pt x="36" y="39"/>
                    </a:cubicBezTo>
                    <a:cubicBezTo>
                      <a:pt x="36" y="39"/>
                      <a:pt x="40" y="38"/>
                      <a:pt x="39" y="36"/>
                    </a:cubicBezTo>
                    <a:cubicBezTo>
                      <a:pt x="41" y="36"/>
                      <a:pt x="41" y="36"/>
                      <a:pt x="42" y="36"/>
                    </a:cubicBezTo>
                    <a:cubicBezTo>
                      <a:pt x="43" y="37"/>
                      <a:pt x="43" y="37"/>
                      <a:pt x="45" y="37"/>
                    </a:cubicBezTo>
                    <a:cubicBezTo>
                      <a:pt x="46" y="37"/>
                      <a:pt x="45" y="35"/>
                      <a:pt x="45" y="36"/>
                    </a:cubicBezTo>
                    <a:cubicBezTo>
                      <a:pt x="45" y="34"/>
                      <a:pt x="48" y="34"/>
                      <a:pt x="47" y="32"/>
                    </a:cubicBezTo>
                    <a:cubicBezTo>
                      <a:pt x="50" y="32"/>
                      <a:pt x="53" y="32"/>
                      <a:pt x="56" y="32"/>
                    </a:cubicBezTo>
                    <a:cubicBezTo>
                      <a:pt x="59" y="32"/>
                      <a:pt x="56" y="26"/>
                      <a:pt x="57" y="24"/>
                    </a:cubicBezTo>
                    <a:cubicBezTo>
                      <a:pt x="62" y="25"/>
                      <a:pt x="66" y="26"/>
                      <a:pt x="70" y="24"/>
                    </a:cubicBezTo>
                    <a:cubicBezTo>
                      <a:pt x="70" y="23"/>
                      <a:pt x="68" y="23"/>
                      <a:pt x="67" y="23"/>
                    </a:cubicBezTo>
                    <a:cubicBezTo>
                      <a:pt x="68" y="21"/>
                      <a:pt x="73" y="22"/>
                      <a:pt x="75" y="20"/>
                    </a:cubicBezTo>
                    <a:cubicBezTo>
                      <a:pt x="77" y="19"/>
                      <a:pt x="81" y="19"/>
                      <a:pt x="86" y="19"/>
                    </a:cubicBezTo>
                    <a:cubicBezTo>
                      <a:pt x="89" y="19"/>
                      <a:pt x="92" y="20"/>
                      <a:pt x="95" y="19"/>
                    </a:cubicBezTo>
                    <a:cubicBezTo>
                      <a:pt x="97" y="19"/>
                      <a:pt x="97" y="18"/>
                      <a:pt x="99" y="18"/>
                    </a:cubicBezTo>
                    <a:cubicBezTo>
                      <a:pt x="100" y="18"/>
                      <a:pt x="101" y="18"/>
                      <a:pt x="103" y="18"/>
                    </a:cubicBezTo>
                    <a:cubicBezTo>
                      <a:pt x="105" y="19"/>
                      <a:pt x="106" y="19"/>
                      <a:pt x="108" y="18"/>
                    </a:cubicBezTo>
                    <a:cubicBezTo>
                      <a:pt x="107" y="19"/>
                      <a:pt x="108" y="22"/>
                      <a:pt x="109" y="22"/>
                    </a:cubicBezTo>
                    <a:cubicBezTo>
                      <a:pt x="111" y="20"/>
                      <a:pt x="109" y="21"/>
                      <a:pt x="113" y="24"/>
                    </a:cubicBezTo>
                    <a:cubicBezTo>
                      <a:pt x="115" y="24"/>
                      <a:pt x="111" y="21"/>
                      <a:pt x="116" y="22"/>
                    </a:cubicBezTo>
                    <a:cubicBezTo>
                      <a:pt x="114" y="20"/>
                      <a:pt x="118" y="17"/>
                      <a:pt x="113" y="17"/>
                    </a:cubicBezTo>
                    <a:cubicBezTo>
                      <a:pt x="113" y="14"/>
                      <a:pt x="122" y="10"/>
                      <a:pt x="123" y="15"/>
                    </a:cubicBezTo>
                    <a:cubicBezTo>
                      <a:pt x="124" y="16"/>
                      <a:pt x="125" y="15"/>
                      <a:pt x="126" y="15"/>
                    </a:cubicBezTo>
                    <a:cubicBezTo>
                      <a:pt x="127" y="15"/>
                      <a:pt x="127" y="14"/>
                      <a:pt x="129" y="15"/>
                    </a:cubicBezTo>
                    <a:cubicBezTo>
                      <a:pt x="130" y="16"/>
                      <a:pt x="131" y="17"/>
                      <a:pt x="133" y="18"/>
                    </a:cubicBezTo>
                    <a:cubicBezTo>
                      <a:pt x="134" y="19"/>
                      <a:pt x="138" y="19"/>
                      <a:pt x="143" y="20"/>
                    </a:cubicBezTo>
                    <a:cubicBezTo>
                      <a:pt x="143" y="19"/>
                      <a:pt x="141" y="20"/>
                      <a:pt x="140" y="19"/>
                    </a:cubicBezTo>
                    <a:cubicBezTo>
                      <a:pt x="141" y="18"/>
                      <a:pt x="142" y="17"/>
                      <a:pt x="144" y="17"/>
                    </a:cubicBezTo>
                    <a:cubicBezTo>
                      <a:pt x="142" y="14"/>
                      <a:pt x="137" y="14"/>
                      <a:pt x="133" y="13"/>
                    </a:cubicBezTo>
                    <a:cubicBezTo>
                      <a:pt x="133" y="10"/>
                      <a:pt x="136" y="10"/>
                      <a:pt x="139" y="10"/>
                    </a:cubicBezTo>
                    <a:cubicBezTo>
                      <a:pt x="140" y="10"/>
                      <a:pt x="141" y="10"/>
                      <a:pt x="142" y="10"/>
                    </a:cubicBezTo>
                    <a:cubicBezTo>
                      <a:pt x="142" y="8"/>
                      <a:pt x="140" y="8"/>
                      <a:pt x="138" y="8"/>
                    </a:cubicBezTo>
                    <a:cubicBezTo>
                      <a:pt x="141" y="3"/>
                      <a:pt x="145" y="7"/>
                      <a:pt x="149" y="8"/>
                    </a:cubicBezTo>
                    <a:cubicBezTo>
                      <a:pt x="150" y="8"/>
                      <a:pt x="151" y="8"/>
                      <a:pt x="152" y="7"/>
                    </a:cubicBezTo>
                    <a:cubicBezTo>
                      <a:pt x="152" y="7"/>
                      <a:pt x="153" y="7"/>
                      <a:pt x="154" y="7"/>
                    </a:cubicBezTo>
                    <a:cubicBezTo>
                      <a:pt x="161" y="7"/>
                      <a:pt x="165" y="10"/>
                      <a:pt x="169" y="7"/>
                    </a:cubicBezTo>
                    <a:cubicBezTo>
                      <a:pt x="171" y="5"/>
                      <a:pt x="174" y="6"/>
                      <a:pt x="177" y="5"/>
                    </a:cubicBezTo>
                    <a:cubicBezTo>
                      <a:pt x="178" y="5"/>
                      <a:pt x="178" y="3"/>
                      <a:pt x="178" y="2"/>
                    </a:cubicBezTo>
                    <a:cubicBezTo>
                      <a:pt x="179" y="2"/>
                      <a:pt x="180" y="2"/>
                      <a:pt x="181" y="2"/>
                    </a:cubicBezTo>
                    <a:cubicBezTo>
                      <a:pt x="182" y="2"/>
                      <a:pt x="183" y="2"/>
                      <a:pt x="185" y="2"/>
                    </a:cubicBezTo>
                    <a:cubicBezTo>
                      <a:pt x="186" y="1"/>
                      <a:pt x="187" y="0"/>
                      <a:pt x="188" y="0"/>
                    </a:cubicBezTo>
                    <a:cubicBezTo>
                      <a:pt x="189" y="0"/>
                      <a:pt x="191" y="1"/>
                      <a:pt x="192" y="1"/>
                    </a:cubicBezTo>
                    <a:cubicBezTo>
                      <a:pt x="194" y="2"/>
                      <a:pt x="197" y="2"/>
                      <a:pt x="200" y="2"/>
                    </a:cubicBezTo>
                    <a:cubicBezTo>
                      <a:pt x="203" y="1"/>
                      <a:pt x="211" y="0"/>
                      <a:pt x="219" y="0"/>
                    </a:cubicBezTo>
                    <a:cubicBezTo>
                      <a:pt x="221" y="1"/>
                      <a:pt x="221" y="1"/>
                      <a:pt x="222" y="2"/>
                    </a:cubicBezTo>
                    <a:cubicBezTo>
                      <a:pt x="230" y="3"/>
                      <a:pt x="236" y="0"/>
                      <a:pt x="236" y="7"/>
                    </a:cubicBezTo>
                    <a:cubicBezTo>
                      <a:pt x="238" y="7"/>
                      <a:pt x="239" y="7"/>
                      <a:pt x="240" y="6"/>
                    </a:cubicBezTo>
                    <a:cubicBezTo>
                      <a:pt x="240" y="6"/>
                      <a:pt x="241" y="5"/>
                      <a:pt x="243" y="5"/>
                    </a:cubicBezTo>
                    <a:cubicBezTo>
                      <a:pt x="242" y="9"/>
                      <a:pt x="247" y="8"/>
                      <a:pt x="249" y="10"/>
                    </a:cubicBezTo>
                    <a:cubicBezTo>
                      <a:pt x="251" y="11"/>
                      <a:pt x="252" y="10"/>
                      <a:pt x="252" y="10"/>
                    </a:cubicBezTo>
                    <a:cubicBezTo>
                      <a:pt x="253" y="9"/>
                      <a:pt x="254" y="9"/>
                      <a:pt x="255" y="9"/>
                    </a:cubicBezTo>
                    <a:cubicBezTo>
                      <a:pt x="254" y="12"/>
                      <a:pt x="257" y="12"/>
                      <a:pt x="259" y="12"/>
                    </a:cubicBezTo>
                    <a:cubicBezTo>
                      <a:pt x="261" y="12"/>
                      <a:pt x="262" y="11"/>
                      <a:pt x="263" y="12"/>
                    </a:cubicBezTo>
                    <a:cubicBezTo>
                      <a:pt x="260" y="14"/>
                      <a:pt x="260" y="13"/>
                      <a:pt x="261" y="17"/>
                    </a:cubicBezTo>
                    <a:cubicBezTo>
                      <a:pt x="260" y="15"/>
                      <a:pt x="259" y="16"/>
                      <a:pt x="259" y="18"/>
                    </a:cubicBezTo>
                    <a:cubicBezTo>
                      <a:pt x="246" y="19"/>
                      <a:pt x="229" y="19"/>
                      <a:pt x="220" y="20"/>
                    </a:cubicBezTo>
                    <a:cubicBezTo>
                      <a:pt x="219" y="20"/>
                      <a:pt x="219" y="21"/>
                      <a:pt x="219" y="22"/>
                    </a:cubicBezTo>
                    <a:cubicBezTo>
                      <a:pt x="217" y="21"/>
                      <a:pt x="218" y="20"/>
                      <a:pt x="219" y="20"/>
                    </a:cubicBezTo>
                    <a:cubicBezTo>
                      <a:pt x="219" y="20"/>
                      <a:pt x="216" y="19"/>
                      <a:pt x="216" y="19"/>
                    </a:cubicBezTo>
                    <a:cubicBezTo>
                      <a:pt x="216" y="22"/>
                      <a:pt x="216" y="22"/>
                      <a:pt x="216" y="22"/>
                    </a:cubicBezTo>
                    <a:cubicBezTo>
                      <a:pt x="215" y="22"/>
                      <a:pt x="214" y="22"/>
                      <a:pt x="213" y="22"/>
                    </a:cubicBezTo>
                    <a:cubicBezTo>
                      <a:pt x="212" y="22"/>
                      <a:pt x="210" y="22"/>
                      <a:pt x="210" y="2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7" name="íSḻiḋê"/>
              <p:cNvSpPr/>
              <p:nvPr/>
            </p:nvSpPr>
            <p:spPr bwMode="auto">
              <a:xfrm>
                <a:off x="3713194" y="1591604"/>
                <a:ext cx="665679" cy="419366"/>
              </a:xfrm>
              <a:custGeom>
                <a:avLst/>
                <a:gdLst>
                  <a:gd name="T0" fmla="*/ 142 w 153"/>
                  <a:gd name="T1" fmla="*/ 8 h 83"/>
                  <a:gd name="T2" fmla="*/ 151 w 153"/>
                  <a:gd name="T3" fmla="*/ 13 h 83"/>
                  <a:gd name="T4" fmla="*/ 147 w 153"/>
                  <a:gd name="T5" fmla="*/ 16 h 83"/>
                  <a:gd name="T6" fmla="*/ 141 w 153"/>
                  <a:gd name="T7" fmla="*/ 18 h 83"/>
                  <a:gd name="T8" fmla="*/ 123 w 153"/>
                  <a:gd name="T9" fmla="*/ 22 h 83"/>
                  <a:gd name="T10" fmla="*/ 131 w 153"/>
                  <a:gd name="T11" fmla="*/ 25 h 83"/>
                  <a:gd name="T12" fmla="*/ 116 w 153"/>
                  <a:gd name="T13" fmla="*/ 31 h 83"/>
                  <a:gd name="T14" fmla="*/ 111 w 153"/>
                  <a:gd name="T15" fmla="*/ 33 h 83"/>
                  <a:gd name="T16" fmla="*/ 103 w 153"/>
                  <a:gd name="T17" fmla="*/ 37 h 83"/>
                  <a:gd name="T18" fmla="*/ 91 w 153"/>
                  <a:gd name="T19" fmla="*/ 42 h 83"/>
                  <a:gd name="T20" fmla="*/ 87 w 153"/>
                  <a:gd name="T21" fmla="*/ 46 h 83"/>
                  <a:gd name="T22" fmla="*/ 78 w 153"/>
                  <a:gd name="T23" fmla="*/ 47 h 83"/>
                  <a:gd name="T24" fmla="*/ 83 w 153"/>
                  <a:gd name="T25" fmla="*/ 55 h 83"/>
                  <a:gd name="T26" fmla="*/ 74 w 153"/>
                  <a:gd name="T27" fmla="*/ 61 h 83"/>
                  <a:gd name="T28" fmla="*/ 68 w 153"/>
                  <a:gd name="T29" fmla="*/ 65 h 83"/>
                  <a:gd name="T30" fmla="*/ 57 w 153"/>
                  <a:gd name="T31" fmla="*/ 72 h 83"/>
                  <a:gd name="T32" fmla="*/ 60 w 153"/>
                  <a:gd name="T33" fmla="*/ 79 h 83"/>
                  <a:gd name="T34" fmla="*/ 50 w 153"/>
                  <a:gd name="T35" fmla="*/ 81 h 83"/>
                  <a:gd name="T36" fmla="*/ 31 w 153"/>
                  <a:gd name="T37" fmla="*/ 77 h 83"/>
                  <a:gd name="T38" fmla="*/ 25 w 153"/>
                  <a:gd name="T39" fmla="*/ 79 h 83"/>
                  <a:gd name="T40" fmla="*/ 16 w 153"/>
                  <a:gd name="T41" fmla="*/ 72 h 83"/>
                  <a:gd name="T42" fmla="*/ 25 w 153"/>
                  <a:gd name="T43" fmla="*/ 65 h 83"/>
                  <a:gd name="T44" fmla="*/ 35 w 153"/>
                  <a:gd name="T45" fmla="*/ 65 h 83"/>
                  <a:gd name="T46" fmla="*/ 17 w 153"/>
                  <a:gd name="T47" fmla="*/ 61 h 83"/>
                  <a:gd name="T48" fmla="*/ 28 w 153"/>
                  <a:gd name="T49" fmla="*/ 53 h 83"/>
                  <a:gd name="T50" fmla="*/ 36 w 153"/>
                  <a:gd name="T51" fmla="*/ 53 h 83"/>
                  <a:gd name="T52" fmla="*/ 36 w 153"/>
                  <a:gd name="T53" fmla="*/ 48 h 83"/>
                  <a:gd name="T54" fmla="*/ 34 w 153"/>
                  <a:gd name="T55" fmla="*/ 42 h 83"/>
                  <a:gd name="T56" fmla="*/ 28 w 153"/>
                  <a:gd name="T57" fmla="*/ 40 h 83"/>
                  <a:gd name="T58" fmla="*/ 41 w 153"/>
                  <a:gd name="T59" fmla="*/ 38 h 83"/>
                  <a:gd name="T60" fmla="*/ 46 w 153"/>
                  <a:gd name="T61" fmla="*/ 36 h 83"/>
                  <a:gd name="T62" fmla="*/ 57 w 153"/>
                  <a:gd name="T63" fmla="*/ 28 h 83"/>
                  <a:gd name="T64" fmla="*/ 35 w 153"/>
                  <a:gd name="T65" fmla="*/ 32 h 83"/>
                  <a:gd name="T66" fmla="*/ 20 w 153"/>
                  <a:gd name="T67" fmla="*/ 28 h 83"/>
                  <a:gd name="T68" fmla="*/ 5 w 153"/>
                  <a:gd name="T69" fmla="*/ 25 h 83"/>
                  <a:gd name="T70" fmla="*/ 2 w 153"/>
                  <a:gd name="T71" fmla="*/ 17 h 83"/>
                  <a:gd name="T72" fmla="*/ 28 w 153"/>
                  <a:gd name="T73" fmla="*/ 11 h 83"/>
                  <a:gd name="T74" fmla="*/ 45 w 153"/>
                  <a:gd name="T75" fmla="*/ 7 h 83"/>
                  <a:gd name="T76" fmla="*/ 67 w 153"/>
                  <a:gd name="T77" fmla="*/ 3 h 83"/>
                  <a:gd name="T78" fmla="*/ 88 w 153"/>
                  <a:gd name="T79" fmla="*/ 2 h 83"/>
                  <a:gd name="T80" fmla="*/ 99 w 153"/>
                  <a:gd name="T81" fmla="*/ 2 h 83"/>
                  <a:gd name="T82" fmla="*/ 121 w 153"/>
                  <a:gd name="T83" fmla="*/ 2 h 83"/>
                  <a:gd name="T84" fmla="*/ 142 w 153"/>
                  <a:gd name="T85" fmla="*/ 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3" h="83">
                    <a:moveTo>
                      <a:pt x="142" y="3"/>
                    </a:moveTo>
                    <a:cubicBezTo>
                      <a:pt x="140" y="6"/>
                      <a:pt x="142" y="5"/>
                      <a:pt x="142" y="8"/>
                    </a:cubicBezTo>
                    <a:cubicBezTo>
                      <a:pt x="146" y="8"/>
                      <a:pt x="149" y="8"/>
                      <a:pt x="152" y="8"/>
                    </a:cubicBezTo>
                    <a:cubicBezTo>
                      <a:pt x="153" y="10"/>
                      <a:pt x="151" y="11"/>
                      <a:pt x="151" y="13"/>
                    </a:cubicBezTo>
                    <a:cubicBezTo>
                      <a:pt x="150" y="14"/>
                      <a:pt x="148" y="13"/>
                      <a:pt x="147" y="13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5" y="17"/>
                      <a:pt x="143" y="17"/>
                      <a:pt x="142" y="16"/>
                    </a:cubicBezTo>
                    <a:cubicBezTo>
                      <a:pt x="141" y="15"/>
                      <a:pt x="142" y="18"/>
                      <a:pt x="141" y="18"/>
                    </a:cubicBezTo>
                    <a:cubicBezTo>
                      <a:pt x="140" y="19"/>
                      <a:pt x="136" y="17"/>
                      <a:pt x="136" y="20"/>
                    </a:cubicBezTo>
                    <a:cubicBezTo>
                      <a:pt x="132" y="19"/>
                      <a:pt x="126" y="18"/>
                      <a:pt x="123" y="22"/>
                    </a:cubicBezTo>
                    <a:cubicBezTo>
                      <a:pt x="124" y="25"/>
                      <a:pt x="130" y="22"/>
                      <a:pt x="131" y="21"/>
                    </a:cubicBezTo>
                    <a:cubicBezTo>
                      <a:pt x="133" y="21"/>
                      <a:pt x="130" y="22"/>
                      <a:pt x="131" y="25"/>
                    </a:cubicBezTo>
                    <a:cubicBezTo>
                      <a:pt x="126" y="25"/>
                      <a:pt x="124" y="27"/>
                      <a:pt x="120" y="27"/>
                    </a:cubicBezTo>
                    <a:cubicBezTo>
                      <a:pt x="118" y="28"/>
                      <a:pt x="117" y="29"/>
                      <a:pt x="116" y="31"/>
                    </a:cubicBezTo>
                    <a:cubicBezTo>
                      <a:pt x="115" y="31"/>
                      <a:pt x="113" y="30"/>
                      <a:pt x="112" y="31"/>
                    </a:cubicBezTo>
                    <a:cubicBezTo>
                      <a:pt x="111" y="31"/>
                      <a:pt x="112" y="33"/>
                      <a:pt x="111" y="33"/>
                    </a:cubicBezTo>
                    <a:cubicBezTo>
                      <a:pt x="109" y="34"/>
                      <a:pt x="107" y="32"/>
                      <a:pt x="107" y="35"/>
                    </a:cubicBezTo>
                    <a:cubicBezTo>
                      <a:pt x="107" y="36"/>
                      <a:pt x="103" y="35"/>
                      <a:pt x="103" y="37"/>
                    </a:cubicBezTo>
                    <a:cubicBezTo>
                      <a:pt x="103" y="40"/>
                      <a:pt x="100" y="38"/>
                      <a:pt x="98" y="40"/>
                    </a:cubicBezTo>
                    <a:cubicBezTo>
                      <a:pt x="97" y="41"/>
                      <a:pt x="94" y="41"/>
                      <a:pt x="91" y="42"/>
                    </a:cubicBezTo>
                    <a:cubicBezTo>
                      <a:pt x="90" y="42"/>
                      <a:pt x="91" y="43"/>
                      <a:pt x="89" y="43"/>
                    </a:cubicBezTo>
                    <a:cubicBezTo>
                      <a:pt x="86" y="44"/>
                      <a:pt x="88" y="45"/>
                      <a:pt x="87" y="46"/>
                    </a:cubicBezTo>
                    <a:cubicBezTo>
                      <a:pt x="86" y="46"/>
                      <a:pt x="86" y="46"/>
                      <a:pt x="86" y="46"/>
                    </a:cubicBezTo>
                    <a:cubicBezTo>
                      <a:pt x="85" y="46"/>
                      <a:pt x="82" y="48"/>
                      <a:pt x="78" y="47"/>
                    </a:cubicBezTo>
                    <a:cubicBezTo>
                      <a:pt x="78" y="49"/>
                      <a:pt x="83" y="50"/>
                      <a:pt x="78" y="50"/>
                    </a:cubicBezTo>
                    <a:cubicBezTo>
                      <a:pt x="79" y="52"/>
                      <a:pt x="84" y="50"/>
                      <a:pt x="83" y="55"/>
                    </a:cubicBezTo>
                    <a:cubicBezTo>
                      <a:pt x="80" y="52"/>
                      <a:pt x="80" y="55"/>
                      <a:pt x="81" y="59"/>
                    </a:cubicBezTo>
                    <a:cubicBezTo>
                      <a:pt x="78" y="55"/>
                      <a:pt x="77" y="60"/>
                      <a:pt x="74" y="61"/>
                    </a:cubicBezTo>
                    <a:cubicBezTo>
                      <a:pt x="72" y="63"/>
                      <a:pt x="68" y="61"/>
                      <a:pt x="67" y="64"/>
                    </a:cubicBezTo>
                    <a:cubicBezTo>
                      <a:pt x="66" y="65"/>
                      <a:pt x="68" y="65"/>
                      <a:pt x="68" y="65"/>
                    </a:cubicBezTo>
                    <a:cubicBezTo>
                      <a:pt x="68" y="66"/>
                      <a:pt x="64" y="67"/>
                      <a:pt x="67" y="67"/>
                    </a:cubicBezTo>
                    <a:cubicBezTo>
                      <a:pt x="65" y="71"/>
                      <a:pt x="58" y="69"/>
                      <a:pt x="57" y="72"/>
                    </a:cubicBezTo>
                    <a:cubicBezTo>
                      <a:pt x="59" y="75"/>
                      <a:pt x="62" y="75"/>
                      <a:pt x="67" y="75"/>
                    </a:cubicBezTo>
                    <a:cubicBezTo>
                      <a:pt x="67" y="79"/>
                      <a:pt x="61" y="76"/>
                      <a:pt x="60" y="79"/>
                    </a:cubicBezTo>
                    <a:cubicBezTo>
                      <a:pt x="60" y="80"/>
                      <a:pt x="59" y="79"/>
                      <a:pt x="58" y="79"/>
                    </a:cubicBezTo>
                    <a:cubicBezTo>
                      <a:pt x="55" y="79"/>
                      <a:pt x="53" y="83"/>
                      <a:pt x="50" y="81"/>
                    </a:cubicBezTo>
                    <a:cubicBezTo>
                      <a:pt x="49" y="80"/>
                      <a:pt x="47" y="80"/>
                      <a:pt x="48" y="77"/>
                    </a:cubicBezTo>
                    <a:cubicBezTo>
                      <a:pt x="42" y="76"/>
                      <a:pt x="37" y="79"/>
                      <a:pt x="31" y="77"/>
                    </a:cubicBezTo>
                    <a:cubicBezTo>
                      <a:pt x="31" y="77"/>
                      <a:pt x="30" y="76"/>
                      <a:pt x="30" y="76"/>
                    </a:cubicBezTo>
                    <a:cubicBezTo>
                      <a:pt x="28" y="76"/>
                      <a:pt x="27" y="78"/>
                      <a:pt x="25" y="79"/>
                    </a:cubicBezTo>
                    <a:cubicBezTo>
                      <a:pt x="19" y="80"/>
                      <a:pt x="14" y="77"/>
                      <a:pt x="7" y="76"/>
                    </a:cubicBezTo>
                    <a:cubicBezTo>
                      <a:pt x="10" y="74"/>
                      <a:pt x="12" y="72"/>
                      <a:pt x="16" y="72"/>
                    </a:cubicBezTo>
                    <a:cubicBezTo>
                      <a:pt x="19" y="72"/>
                      <a:pt x="17" y="67"/>
                      <a:pt x="19" y="66"/>
                    </a:cubicBezTo>
                    <a:cubicBezTo>
                      <a:pt x="22" y="67"/>
                      <a:pt x="22" y="64"/>
                      <a:pt x="25" y="65"/>
                    </a:cubicBezTo>
                    <a:cubicBezTo>
                      <a:pt x="25" y="69"/>
                      <a:pt x="30" y="69"/>
                      <a:pt x="34" y="69"/>
                    </a:cubicBezTo>
                    <a:cubicBezTo>
                      <a:pt x="37" y="68"/>
                      <a:pt x="32" y="67"/>
                      <a:pt x="35" y="65"/>
                    </a:cubicBezTo>
                    <a:cubicBezTo>
                      <a:pt x="35" y="62"/>
                      <a:pt x="28" y="65"/>
                      <a:pt x="30" y="60"/>
                    </a:cubicBezTo>
                    <a:cubicBezTo>
                      <a:pt x="25" y="61"/>
                      <a:pt x="23" y="63"/>
                      <a:pt x="17" y="61"/>
                    </a:cubicBezTo>
                    <a:cubicBezTo>
                      <a:pt x="18" y="59"/>
                      <a:pt x="21" y="58"/>
                      <a:pt x="24" y="57"/>
                    </a:cubicBezTo>
                    <a:cubicBezTo>
                      <a:pt x="25" y="56"/>
                      <a:pt x="26" y="55"/>
                      <a:pt x="28" y="53"/>
                    </a:cubicBezTo>
                    <a:cubicBezTo>
                      <a:pt x="29" y="54"/>
                      <a:pt x="30" y="53"/>
                      <a:pt x="30" y="52"/>
                    </a:cubicBezTo>
                    <a:cubicBezTo>
                      <a:pt x="33" y="52"/>
                      <a:pt x="35" y="52"/>
                      <a:pt x="36" y="53"/>
                    </a:cubicBezTo>
                    <a:cubicBezTo>
                      <a:pt x="38" y="53"/>
                      <a:pt x="39" y="52"/>
                      <a:pt x="40" y="50"/>
                    </a:cubicBezTo>
                    <a:cubicBezTo>
                      <a:pt x="40" y="48"/>
                      <a:pt x="37" y="49"/>
                      <a:pt x="36" y="48"/>
                    </a:cubicBezTo>
                    <a:cubicBezTo>
                      <a:pt x="36" y="48"/>
                      <a:pt x="35" y="45"/>
                      <a:pt x="35" y="45"/>
                    </a:cubicBezTo>
                    <a:cubicBezTo>
                      <a:pt x="35" y="44"/>
                      <a:pt x="33" y="44"/>
                      <a:pt x="34" y="42"/>
                    </a:cubicBezTo>
                    <a:cubicBezTo>
                      <a:pt x="33" y="43"/>
                      <a:pt x="32" y="43"/>
                      <a:pt x="30" y="43"/>
                    </a:cubicBezTo>
                    <a:cubicBezTo>
                      <a:pt x="31" y="41"/>
                      <a:pt x="30" y="39"/>
                      <a:pt x="28" y="40"/>
                    </a:cubicBezTo>
                    <a:cubicBezTo>
                      <a:pt x="29" y="37"/>
                      <a:pt x="30" y="35"/>
                      <a:pt x="34" y="36"/>
                    </a:cubicBezTo>
                    <a:cubicBezTo>
                      <a:pt x="37" y="36"/>
                      <a:pt x="36" y="40"/>
                      <a:pt x="41" y="38"/>
                    </a:cubicBezTo>
                    <a:cubicBezTo>
                      <a:pt x="41" y="40"/>
                      <a:pt x="42" y="41"/>
                      <a:pt x="43" y="41"/>
                    </a:cubicBezTo>
                    <a:cubicBezTo>
                      <a:pt x="47" y="42"/>
                      <a:pt x="44" y="37"/>
                      <a:pt x="46" y="36"/>
                    </a:cubicBezTo>
                    <a:cubicBezTo>
                      <a:pt x="53" y="34"/>
                      <a:pt x="58" y="33"/>
                      <a:pt x="62" y="28"/>
                    </a:cubicBezTo>
                    <a:cubicBezTo>
                      <a:pt x="61" y="25"/>
                      <a:pt x="59" y="30"/>
                      <a:pt x="57" y="28"/>
                    </a:cubicBezTo>
                    <a:cubicBezTo>
                      <a:pt x="55" y="30"/>
                      <a:pt x="51" y="30"/>
                      <a:pt x="50" y="32"/>
                    </a:cubicBezTo>
                    <a:cubicBezTo>
                      <a:pt x="47" y="31"/>
                      <a:pt x="41" y="33"/>
                      <a:pt x="35" y="32"/>
                    </a:cubicBezTo>
                    <a:cubicBezTo>
                      <a:pt x="32" y="32"/>
                      <a:pt x="30" y="30"/>
                      <a:pt x="26" y="32"/>
                    </a:cubicBezTo>
                    <a:cubicBezTo>
                      <a:pt x="25" y="28"/>
                      <a:pt x="22" y="33"/>
                      <a:pt x="20" y="28"/>
                    </a:cubicBezTo>
                    <a:cubicBezTo>
                      <a:pt x="18" y="30"/>
                      <a:pt x="15" y="27"/>
                      <a:pt x="10" y="28"/>
                    </a:cubicBezTo>
                    <a:cubicBezTo>
                      <a:pt x="11" y="24"/>
                      <a:pt x="6" y="27"/>
                      <a:pt x="5" y="25"/>
                    </a:cubicBezTo>
                    <a:cubicBezTo>
                      <a:pt x="4" y="21"/>
                      <a:pt x="7" y="22"/>
                      <a:pt x="9" y="21"/>
                    </a:cubicBezTo>
                    <a:cubicBezTo>
                      <a:pt x="9" y="17"/>
                      <a:pt x="0" y="22"/>
                      <a:pt x="2" y="17"/>
                    </a:cubicBezTo>
                    <a:cubicBezTo>
                      <a:pt x="8" y="15"/>
                      <a:pt x="17" y="15"/>
                      <a:pt x="26" y="13"/>
                    </a:cubicBezTo>
                    <a:cubicBezTo>
                      <a:pt x="28" y="13"/>
                      <a:pt x="27" y="12"/>
                      <a:pt x="28" y="11"/>
                    </a:cubicBezTo>
                    <a:cubicBezTo>
                      <a:pt x="34" y="12"/>
                      <a:pt x="39" y="9"/>
                      <a:pt x="43" y="11"/>
                    </a:cubicBezTo>
                    <a:cubicBezTo>
                      <a:pt x="44" y="10"/>
                      <a:pt x="45" y="8"/>
                      <a:pt x="45" y="7"/>
                    </a:cubicBezTo>
                    <a:cubicBezTo>
                      <a:pt x="53" y="6"/>
                      <a:pt x="60" y="4"/>
                      <a:pt x="65" y="6"/>
                    </a:cubicBezTo>
                    <a:cubicBezTo>
                      <a:pt x="67" y="6"/>
                      <a:pt x="66" y="4"/>
                      <a:pt x="67" y="3"/>
                    </a:cubicBezTo>
                    <a:cubicBezTo>
                      <a:pt x="72" y="4"/>
                      <a:pt x="79" y="2"/>
                      <a:pt x="82" y="4"/>
                    </a:cubicBezTo>
                    <a:cubicBezTo>
                      <a:pt x="83" y="2"/>
                      <a:pt x="88" y="5"/>
                      <a:pt x="88" y="2"/>
                    </a:cubicBezTo>
                    <a:cubicBezTo>
                      <a:pt x="91" y="3"/>
                      <a:pt x="96" y="3"/>
                      <a:pt x="101" y="3"/>
                    </a:cubicBezTo>
                    <a:cubicBezTo>
                      <a:pt x="101" y="2"/>
                      <a:pt x="100" y="2"/>
                      <a:pt x="99" y="2"/>
                    </a:cubicBezTo>
                    <a:cubicBezTo>
                      <a:pt x="100" y="0"/>
                      <a:pt x="101" y="1"/>
                      <a:pt x="101" y="2"/>
                    </a:cubicBezTo>
                    <a:cubicBezTo>
                      <a:pt x="106" y="3"/>
                      <a:pt x="115" y="1"/>
                      <a:pt x="121" y="2"/>
                    </a:cubicBezTo>
                    <a:cubicBezTo>
                      <a:pt x="121" y="4"/>
                      <a:pt x="121" y="4"/>
                      <a:pt x="121" y="4"/>
                    </a:cubicBezTo>
                    <a:cubicBezTo>
                      <a:pt x="130" y="5"/>
                      <a:pt x="131" y="3"/>
                      <a:pt x="142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8" name="işḻïďe"/>
              <p:cNvSpPr/>
              <p:nvPr/>
            </p:nvSpPr>
            <p:spPr bwMode="auto">
              <a:xfrm>
                <a:off x="6160476" y="1748867"/>
                <a:ext cx="191733" cy="79879"/>
              </a:xfrm>
              <a:custGeom>
                <a:avLst/>
                <a:gdLst>
                  <a:gd name="T0" fmla="*/ 12 w 44"/>
                  <a:gd name="T1" fmla="*/ 2 h 16"/>
                  <a:gd name="T2" fmla="*/ 12 w 44"/>
                  <a:gd name="T3" fmla="*/ 4 h 16"/>
                  <a:gd name="T4" fmla="*/ 16 w 44"/>
                  <a:gd name="T5" fmla="*/ 7 h 16"/>
                  <a:gd name="T6" fmla="*/ 19 w 44"/>
                  <a:gd name="T7" fmla="*/ 5 h 16"/>
                  <a:gd name="T8" fmla="*/ 26 w 44"/>
                  <a:gd name="T9" fmla="*/ 7 h 16"/>
                  <a:gd name="T10" fmla="*/ 37 w 44"/>
                  <a:gd name="T11" fmla="*/ 5 h 16"/>
                  <a:gd name="T12" fmla="*/ 42 w 44"/>
                  <a:gd name="T13" fmla="*/ 7 h 16"/>
                  <a:gd name="T14" fmla="*/ 40 w 44"/>
                  <a:gd name="T15" fmla="*/ 12 h 16"/>
                  <a:gd name="T16" fmla="*/ 28 w 44"/>
                  <a:gd name="T17" fmla="*/ 14 h 16"/>
                  <a:gd name="T18" fmla="*/ 21 w 44"/>
                  <a:gd name="T19" fmla="*/ 16 h 16"/>
                  <a:gd name="T20" fmla="*/ 8 w 44"/>
                  <a:gd name="T21" fmla="*/ 7 h 16"/>
                  <a:gd name="T22" fmla="*/ 2 w 44"/>
                  <a:gd name="T23" fmla="*/ 6 h 16"/>
                  <a:gd name="T24" fmla="*/ 12 w 44"/>
                  <a:gd name="T25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16">
                    <a:moveTo>
                      <a:pt x="12" y="2"/>
                    </a:moveTo>
                    <a:cubicBezTo>
                      <a:pt x="13" y="3"/>
                      <a:pt x="13" y="4"/>
                      <a:pt x="12" y="4"/>
                    </a:cubicBezTo>
                    <a:cubicBezTo>
                      <a:pt x="11" y="7"/>
                      <a:pt x="18" y="3"/>
                      <a:pt x="16" y="7"/>
                    </a:cubicBezTo>
                    <a:cubicBezTo>
                      <a:pt x="18" y="8"/>
                      <a:pt x="17" y="5"/>
                      <a:pt x="19" y="5"/>
                    </a:cubicBezTo>
                    <a:cubicBezTo>
                      <a:pt x="22" y="7"/>
                      <a:pt x="25" y="2"/>
                      <a:pt x="26" y="7"/>
                    </a:cubicBezTo>
                    <a:cubicBezTo>
                      <a:pt x="29" y="6"/>
                      <a:pt x="34" y="6"/>
                      <a:pt x="37" y="5"/>
                    </a:cubicBezTo>
                    <a:cubicBezTo>
                      <a:pt x="36" y="8"/>
                      <a:pt x="43" y="4"/>
                      <a:pt x="42" y="7"/>
                    </a:cubicBezTo>
                    <a:cubicBezTo>
                      <a:pt x="44" y="11"/>
                      <a:pt x="34" y="10"/>
                      <a:pt x="40" y="12"/>
                    </a:cubicBezTo>
                    <a:cubicBezTo>
                      <a:pt x="38" y="15"/>
                      <a:pt x="32" y="13"/>
                      <a:pt x="28" y="14"/>
                    </a:cubicBezTo>
                    <a:cubicBezTo>
                      <a:pt x="25" y="14"/>
                      <a:pt x="23" y="15"/>
                      <a:pt x="21" y="16"/>
                    </a:cubicBezTo>
                    <a:cubicBezTo>
                      <a:pt x="16" y="14"/>
                      <a:pt x="11" y="12"/>
                      <a:pt x="8" y="7"/>
                    </a:cubicBezTo>
                    <a:cubicBezTo>
                      <a:pt x="6" y="7"/>
                      <a:pt x="2" y="9"/>
                      <a:pt x="2" y="6"/>
                    </a:cubicBezTo>
                    <a:cubicBezTo>
                      <a:pt x="0" y="0"/>
                      <a:pt x="11" y="6"/>
                      <a:pt x="12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39" name="iśḷiḓè"/>
              <p:cNvSpPr/>
              <p:nvPr/>
            </p:nvSpPr>
            <p:spPr bwMode="auto">
              <a:xfrm>
                <a:off x="3209088" y="1858701"/>
                <a:ext cx="86172" cy="32452"/>
              </a:xfrm>
              <a:custGeom>
                <a:avLst/>
                <a:gdLst>
                  <a:gd name="T0" fmla="*/ 19 w 20"/>
                  <a:gd name="T1" fmla="*/ 0 h 6"/>
                  <a:gd name="T2" fmla="*/ 11 w 20"/>
                  <a:gd name="T3" fmla="*/ 4 h 6"/>
                  <a:gd name="T4" fmla="*/ 9 w 20"/>
                  <a:gd name="T5" fmla="*/ 6 h 6"/>
                  <a:gd name="T6" fmla="*/ 4 w 20"/>
                  <a:gd name="T7" fmla="*/ 6 h 6"/>
                  <a:gd name="T8" fmla="*/ 6 w 20"/>
                  <a:gd name="T9" fmla="*/ 2 h 6"/>
                  <a:gd name="T10" fmla="*/ 19 w 20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6">
                    <a:moveTo>
                      <a:pt x="19" y="0"/>
                    </a:moveTo>
                    <a:cubicBezTo>
                      <a:pt x="20" y="4"/>
                      <a:pt x="14" y="4"/>
                      <a:pt x="11" y="4"/>
                    </a:cubicBezTo>
                    <a:cubicBezTo>
                      <a:pt x="10" y="4"/>
                      <a:pt x="10" y="5"/>
                      <a:pt x="9" y="6"/>
                    </a:cubicBezTo>
                    <a:cubicBezTo>
                      <a:pt x="7" y="6"/>
                      <a:pt x="4" y="4"/>
                      <a:pt x="4" y="6"/>
                    </a:cubicBezTo>
                    <a:cubicBezTo>
                      <a:pt x="0" y="6"/>
                      <a:pt x="6" y="1"/>
                      <a:pt x="6" y="2"/>
                    </a:cubicBezTo>
                    <a:cubicBezTo>
                      <a:pt x="8" y="4"/>
                      <a:pt x="14" y="0"/>
                      <a:pt x="19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0" name="î$ļïḍê"/>
              <p:cNvSpPr/>
              <p:nvPr/>
            </p:nvSpPr>
            <p:spPr bwMode="auto">
              <a:xfrm>
                <a:off x="3551621" y="1858701"/>
                <a:ext cx="84018" cy="62406"/>
              </a:xfrm>
              <a:custGeom>
                <a:avLst/>
                <a:gdLst>
                  <a:gd name="T0" fmla="*/ 9 w 19"/>
                  <a:gd name="T1" fmla="*/ 0 h 12"/>
                  <a:gd name="T2" fmla="*/ 7 w 19"/>
                  <a:gd name="T3" fmla="*/ 2 h 12"/>
                  <a:gd name="T4" fmla="*/ 13 w 19"/>
                  <a:gd name="T5" fmla="*/ 6 h 12"/>
                  <a:gd name="T6" fmla="*/ 15 w 19"/>
                  <a:gd name="T7" fmla="*/ 4 h 12"/>
                  <a:gd name="T8" fmla="*/ 8 w 19"/>
                  <a:gd name="T9" fmla="*/ 12 h 12"/>
                  <a:gd name="T10" fmla="*/ 0 w 19"/>
                  <a:gd name="T11" fmla="*/ 3 h 12"/>
                  <a:gd name="T12" fmla="*/ 9 w 19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9" y="0"/>
                    </a:moveTo>
                    <a:cubicBezTo>
                      <a:pt x="9" y="2"/>
                      <a:pt x="8" y="1"/>
                      <a:pt x="7" y="2"/>
                    </a:cubicBezTo>
                    <a:cubicBezTo>
                      <a:pt x="6" y="5"/>
                      <a:pt x="15" y="0"/>
                      <a:pt x="13" y="6"/>
                    </a:cubicBezTo>
                    <a:cubicBezTo>
                      <a:pt x="14" y="6"/>
                      <a:pt x="15" y="5"/>
                      <a:pt x="15" y="4"/>
                    </a:cubicBezTo>
                    <a:cubicBezTo>
                      <a:pt x="19" y="8"/>
                      <a:pt x="9" y="9"/>
                      <a:pt x="8" y="12"/>
                    </a:cubicBezTo>
                    <a:cubicBezTo>
                      <a:pt x="5" y="10"/>
                      <a:pt x="5" y="4"/>
                      <a:pt x="0" y="3"/>
                    </a:cubicBezTo>
                    <a:cubicBezTo>
                      <a:pt x="2" y="1"/>
                      <a:pt x="7" y="2"/>
                      <a:pt x="9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1" name="îşḷïďè"/>
              <p:cNvSpPr/>
              <p:nvPr/>
            </p:nvSpPr>
            <p:spPr bwMode="auto">
              <a:xfrm>
                <a:off x="5352614" y="1926098"/>
                <a:ext cx="4629586" cy="3514686"/>
              </a:xfrm>
              <a:custGeom>
                <a:avLst/>
                <a:gdLst>
                  <a:gd name="T0" fmla="*/ 633 w 1065"/>
                  <a:gd name="T1" fmla="*/ 49 h 697"/>
                  <a:gd name="T2" fmla="*/ 743 w 1065"/>
                  <a:gd name="T3" fmla="*/ 47 h 697"/>
                  <a:gd name="T4" fmla="*/ 819 w 1065"/>
                  <a:gd name="T5" fmla="*/ 52 h 697"/>
                  <a:gd name="T6" fmla="*/ 939 w 1065"/>
                  <a:gd name="T7" fmla="*/ 81 h 697"/>
                  <a:gd name="T8" fmla="*/ 1033 w 1065"/>
                  <a:gd name="T9" fmla="*/ 94 h 697"/>
                  <a:gd name="T10" fmla="*/ 1035 w 1065"/>
                  <a:gd name="T11" fmla="*/ 117 h 697"/>
                  <a:gd name="T12" fmla="*/ 973 w 1065"/>
                  <a:gd name="T13" fmla="*/ 154 h 697"/>
                  <a:gd name="T14" fmla="*/ 908 w 1065"/>
                  <a:gd name="T15" fmla="*/ 214 h 697"/>
                  <a:gd name="T16" fmla="*/ 913 w 1065"/>
                  <a:gd name="T17" fmla="*/ 162 h 697"/>
                  <a:gd name="T18" fmla="*/ 893 w 1065"/>
                  <a:gd name="T19" fmla="*/ 151 h 697"/>
                  <a:gd name="T20" fmla="*/ 787 w 1065"/>
                  <a:gd name="T21" fmla="*/ 195 h 697"/>
                  <a:gd name="T22" fmla="*/ 794 w 1065"/>
                  <a:gd name="T23" fmla="*/ 259 h 697"/>
                  <a:gd name="T24" fmla="*/ 751 w 1065"/>
                  <a:gd name="T25" fmla="*/ 325 h 697"/>
                  <a:gd name="T26" fmla="*/ 702 w 1065"/>
                  <a:gd name="T27" fmla="*/ 301 h 697"/>
                  <a:gd name="T28" fmla="*/ 710 w 1065"/>
                  <a:gd name="T29" fmla="*/ 367 h 697"/>
                  <a:gd name="T30" fmla="*/ 634 w 1065"/>
                  <a:gd name="T31" fmla="*/ 409 h 697"/>
                  <a:gd name="T32" fmla="*/ 627 w 1065"/>
                  <a:gd name="T33" fmla="*/ 457 h 697"/>
                  <a:gd name="T34" fmla="*/ 622 w 1065"/>
                  <a:gd name="T35" fmla="*/ 486 h 697"/>
                  <a:gd name="T36" fmla="*/ 598 w 1065"/>
                  <a:gd name="T37" fmla="*/ 434 h 697"/>
                  <a:gd name="T38" fmla="*/ 540 w 1065"/>
                  <a:gd name="T39" fmla="*/ 400 h 697"/>
                  <a:gd name="T40" fmla="*/ 471 w 1065"/>
                  <a:gd name="T41" fmla="*/ 435 h 697"/>
                  <a:gd name="T42" fmla="*/ 387 w 1065"/>
                  <a:gd name="T43" fmla="*/ 374 h 697"/>
                  <a:gd name="T44" fmla="*/ 387 w 1065"/>
                  <a:gd name="T45" fmla="*/ 386 h 697"/>
                  <a:gd name="T46" fmla="*/ 324 w 1065"/>
                  <a:gd name="T47" fmla="*/ 443 h 697"/>
                  <a:gd name="T48" fmla="*/ 281 w 1065"/>
                  <a:gd name="T49" fmla="*/ 375 h 697"/>
                  <a:gd name="T50" fmla="*/ 289 w 1065"/>
                  <a:gd name="T51" fmla="*/ 418 h 697"/>
                  <a:gd name="T52" fmla="*/ 329 w 1065"/>
                  <a:gd name="T53" fmla="*/ 497 h 697"/>
                  <a:gd name="T54" fmla="*/ 286 w 1065"/>
                  <a:gd name="T55" fmla="*/ 602 h 697"/>
                  <a:gd name="T56" fmla="*/ 247 w 1065"/>
                  <a:gd name="T57" fmla="*/ 675 h 697"/>
                  <a:gd name="T58" fmla="*/ 188 w 1065"/>
                  <a:gd name="T59" fmla="*/ 695 h 697"/>
                  <a:gd name="T60" fmla="*/ 159 w 1065"/>
                  <a:gd name="T61" fmla="*/ 561 h 697"/>
                  <a:gd name="T62" fmla="*/ 74 w 1065"/>
                  <a:gd name="T63" fmla="*/ 486 h 697"/>
                  <a:gd name="T64" fmla="*/ 11 w 1065"/>
                  <a:gd name="T65" fmla="*/ 449 h 697"/>
                  <a:gd name="T66" fmla="*/ 42 w 1065"/>
                  <a:gd name="T67" fmla="*/ 347 h 697"/>
                  <a:gd name="T68" fmla="*/ 145 w 1065"/>
                  <a:gd name="T69" fmla="*/ 318 h 697"/>
                  <a:gd name="T70" fmla="*/ 188 w 1065"/>
                  <a:gd name="T71" fmla="*/ 350 h 697"/>
                  <a:gd name="T72" fmla="*/ 256 w 1065"/>
                  <a:gd name="T73" fmla="*/ 346 h 697"/>
                  <a:gd name="T74" fmla="*/ 214 w 1065"/>
                  <a:gd name="T75" fmla="*/ 293 h 697"/>
                  <a:gd name="T76" fmla="*/ 185 w 1065"/>
                  <a:gd name="T77" fmla="*/ 276 h 697"/>
                  <a:gd name="T78" fmla="*/ 176 w 1065"/>
                  <a:gd name="T79" fmla="*/ 286 h 697"/>
                  <a:gd name="T80" fmla="*/ 134 w 1065"/>
                  <a:gd name="T81" fmla="*/ 271 h 697"/>
                  <a:gd name="T82" fmla="*/ 44 w 1065"/>
                  <a:gd name="T83" fmla="*/ 277 h 697"/>
                  <a:gd name="T84" fmla="*/ 90 w 1065"/>
                  <a:gd name="T85" fmla="*/ 236 h 697"/>
                  <a:gd name="T86" fmla="*/ 146 w 1065"/>
                  <a:gd name="T87" fmla="*/ 180 h 697"/>
                  <a:gd name="T88" fmla="*/ 208 w 1065"/>
                  <a:gd name="T89" fmla="*/ 181 h 697"/>
                  <a:gd name="T90" fmla="*/ 214 w 1065"/>
                  <a:gd name="T91" fmla="*/ 159 h 697"/>
                  <a:gd name="T92" fmla="*/ 182 w 1065"/>
                  <a:gd name="T93" fmla="*/ 144 h 697"/>
                  <a:gd name="T94" fmla="*/ 135 w 1065"/>
                  <a:gd name="T95" fmla="*/ 169 h 697"/>
                  <a:gd name="T96" fmla="*/ 147 w 1065"/>
                  <a:gd name="T97" fmla="*/ 125 h 697"/>
                  <a:gd name="T98" fmla="*/ 212 w 1065"/>
                  <a:gd name="T99" fmla="*/ 71 h 697"/>
                  <a:gd name="T100" fmla="*/ 287 w 1065"/>
                  <a:gd name="T101" fmla="*/ 93 h 697"/>
                  <a:gd name="T102" fmla="*/ 279 w 1065"/>
                  <a:gd name="T103" fmla="*/ 122 h 697"/>
                  <a:gd name="T104" fmla="*/ 339 w 1065"/>
                  <a:gd name="T105" fmla="*/ 97 h 697"/>
                  <a:gd name="T106" fmla="*/ 424 w 1065"/>
                  <a:gd name="T107" fmla="*/ 83 h 697"/>
                  <a:gd name="T108" fmla="*/ 466 w 1065"/>
                  <a:gd name="T109" fmla="*/ 88 h 697"/>
                  <a:gd name="T110" fmla="*/ 475 w 1065"/>
                  <a:gd name="T111" fmla="*/ 57 h 697"/>
                  <a:gd name="T112" fmla="*/ 530 w 1065"/>
                  <a:gd name="T113" fmla="*/ 40 h 697"/>
                  <a:gd name="T114" fmla="*/ 944 w 1065"/>
                  <a:gd name="T115" fmla="*/ 161 h 697"/>
                  <a:gd name="T116" fmla="*/ 248 w 1065"/>
                  <a:gd name="T117" fmla="*/ 287 h 697"/>
                  <a:gd name="T118" fmla="*/ 369 w 1065"/>
                  <a:gd name="T119" fmla="*/ 311 h 697"/>
                  <a:gd name="T120" fmla="*/ 332 w 1065"/>
                  <a:gd name="T121" fmla="*/ 263 h 697"/>
                  <a:gd name="T122" fmla="*/ 403 w 1065"/>
                  <a:gd name="T123" fmla="*/ 257 h 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065" h="697">
                    <a:moveTo>
                      <a:pt x="642" y="8"/>
                    </a:moveTo>
                    <a:cubicBezTo>
                      <a:pt x="642" y="9"/>
                      <a:pt x="644" y="9"/>
                      <a:pt x="646" y="9"/>
                    </a:cubicBezTo>
                    <a:cubicBezTo>
                      <a:pt x="645" y="10"/>
                      <a:pt x="643" y="10"/>
                      <a:pt x="642" y="10"/>
                    </a:cubicBezTo>
                    <a:cubicBezTo>
                      <a:pt x="645" y="13"/>
                      <a:pt x="648" y="12"/>
                      <a:pt x="652" y="11"/>
                    </a:cubicBezTo>
                    <a:cubicBezTo>
                      <a:pt x="655" y="10"/>
                      <a:pt x="658" y="9"/>
                      <a:pt x="662" y="10"/>
                    </a:cubicBezTo>
                    <a:cubicBezTo>
                      <a:pt x="664" y="13"/>
                      <a:pt x="668" y="15"/>
                      <a:pt x="672" y="16"/>
                    </a:cubicBezTo>
                    <a:cubicBezTo>
                      <a:pt x="672" y="18"/>
                      <a:pt x="672" y="20"/>
                      <a:pt x="672" y="21"/>
                    </a:cubicBezTo>
                    <a:cubicBezTo>
                      <a:pt x="672" y="23"/>
                      <a:pt x="675" y="23"/>
                      <a:pt x="675" y="25"/>
                    </a:cubicBezTo>
                    <a:cubicBezTo>
                      <a:pt x="672" y="25"/>
                      <a:pt x="672" y="27"/>
                      <a:pt x="672" y="29"/>
                    </a:cubicBezTo>
                    <a:cubicBezTo>
                      <a:pt x="671" y="28"/>
                      <a:pt x="669" y="28"/>
                      <a:pt x="667" y="28"/>
                    </a:cubicBezTo>
                    <a:cubicBezTo>
                      <a:pt x="665" y="28"/>
                      <a:pt x="667" y="30"/>
                      <a:pt x="666" y="30"/>
                    </a:cubicBezTo>
                    <a:cubicBezTo>
                      <a:pt x="665" y="30"/>
                      <a:pt x="665" y="30"/>
                      <a:pt x="665" y="30"/>
                    </a:cubicBezTo>
                    <a:cubicBezTo>
                      <a:pt x="664" y="29"/>
                      <a:pt x="664" y="29"/>
                      <a:pt x="663" y="29"/>
                    </a:cubicBezTo>
                    <a:cubicBezTo>
                      <a:pt x="662" y="29"/>
                      <a:pt x="659" y="31"/>
                      <a:pt x="656" y="30"/>
                    </a:cubicBezTo>
                    <a:cubicBezTo>
                      <a:pt x="654" y="30"/>
                      <a:pt x="655" y="32"/>
                      <a:pt x="654" y="33"/>
                    </a:cubicBezTo>
                    <a:cubicBezTo>
                      <a:pt x="652" y="33"/>
                      <a:pt x="652" y="33"/>
                      <a:pt x="652" y="33"/>
                    </a:cubicBezTo>
                    <a:cubicBezTo>
                      <a:pt x="651" y="34"/>
                      <a:pt x="654" y="35"/>
                      <a:pt x="652" y="38"/>
                    </a:cubicBezTo>
                    <a:cubicBezTo>
                      <a:pt x="651" y="35"/>
                      <a:pt x="645" y="38"/>
                      <a:pt x="648" y="39"/>
                    </a:cubicBezTo>
                    <a:cubicBezTo>
                      <a:pt x="645" y="42"/>
                      <a:pt x="641" y="40"/>
                      <a:pt x="638" y="42"/>
                    </a:cubicBezTo>
                    <a:cubicBezTo>
                      <a:pt x="636" y="43"/>
                      <a:pt x="634" y="46"/>
                      <a:pt x="632" y="45"/>
                    </a:cubicBezTo>
                    <a:cubicBezTo>
                      <a:pt x="632" y="47"/>
                      <a:pt x="632" y="49"/>
                      <a:pt x="630" y="49"/>
                    </a:cubicBezTo>
                    <a:cubicBezTo>
                      <a:pt x="631" y="50"/>
                      <a:pt x="631" y="50"/>
                      <a:pt x="632" y="50"/>
                    </a:cubicBezTo>
                    <a:cubicBezTo>
                      <a:pt x="632" y="49"/>
                      <a:pt x="632" y="49"/>
                      <a:pt x="633" y="49"/>
                    </a:cubicBezTo>
                    <a:cubicBezTo>
                      <a:pt x="637" y="49"/>
                      <a:pt x="638" y="46"/>
                      <a:pt x="640" y="45"/>
                    </a:cubicBezTo>
                    <a:cubicBezTo>
                      <a:pt x="642" y="45"/>
                      <a:pt x="642" y="46"/>
                      <a:pt x="643" y="46"/>
                    </a:cubicBezTo>
                    <a:cubicBezTo>
                      <a:pt x="643" y="46"/>
                      <a:pt x="644" y="47"/>
                      <a:pt x="644" y="47"/>
                    </a:cubicBezTo>
                    <a:cubicBezTo>
                      <a:pt x="646" y="46"/>
                      <a:pt x="646" y="45"/>
                      <a:pt x="647" y="44"/>
                    </a:cubicBezTo>
                    <a:cubicBezTo>
                      <a:pt x="649" y="43"/>
                      <a:pt x="653" y="44"/>
                      <a:pt x="656" y="43"/>
                    </a:cubicBezTo>
                    <a:cubicBezTo>
                      <a:pt x="658" y="42"/>
                      <a:pt x="655" y="41"/>
                      <a:pt x="657" y="40"/>
                    </a:cubicBezTo>
                    <a:cubicBezTo>
                      <a:pt x="657" y="40"/>
                      <a:pt x="658" y="40"/>
                      <a:pt x="658" y="40"/>
                    </a:cubicBezTo>
                    <a:cubicBezTo>
                      <a:pt x="659" y="40"/>
                      <a:pt x="659" y="41"/>
                      <a:pt x="659" y="40"/>
                    </a:cubicBezTo>
                    <a:cubicBezTo>
                      <a:pt x="661" y="38"/>
                      <a:pt x="661" y="38"/>
                      <a:pt x="661" y="38"/>
                    </a:cubicBezTo>
                    <a:cubicBezTo>
                      <a:pt x="661" y="38"/>
                      <a:pt x="664" y="39"/>
                      <a:pt x="666" y="39"/>
                    </a:cubicBezTo>
                    <a:cubicBezTo>
                      <a:pt x="669" y="39"/>
                      <a:pt x="669" y="38"/>
                      <a:pt x="672" y="38"/>
                    </a:cubicBezTo>
                    <a:cubicBezTo>
                      <a:pt x="672" y="39"/>
                      <a:pt x="672" y="40"/>
                      <a:pt x="672" y="42"/>
                    </a:cubicBezTo>
                    <a:cubicBezTo>
                      <a:pt x="674" y="40"/>
                      <a:pt x="675" y="41"/>
                      <a:pt x="675" y="43"/>
                    </a:cubicBezTo>
                    <a:cubicBezTo>
                      <a:pt x="678" y="42"/>
                      <a:pt x="683" y="43"/>
                      <a:pt x="688" y="43"/>
                    </a:cubicBezTo>
                    <a:cubicBezTo>
                      <a:pt x="693" y="43"/>
                      <a:pt x="698" y="43"/>
                      <a:pt x="702" y="43"/>
                    </a:cubicBezTo>
                    <a:cubicBezTo>
                      <a:pt x="702" y="48"/>
                      <a:pt x="711" y="44"/>
                      <a:pt x="710" y="50"/>
                    </a:cubicBezTo>
                    <a:cubicBezTo>
                      <a:pt x="711" y="48"/>
                      <a:pt x="713" y="50"/>
                      <a:pt x="715" y="50"/>
                    </a:cubicBezTo>
                    <a:cubicBezTo>
                      <a:pt x="716" y="50"/>
                      <a:pt x="718" y="50"/>
                      <a:pt x="719" y="50"/>
                    </a:cubicBezTo>
                    <a:cubicBezTo>
                      <a:pt x="722" y="50"/>
                      <a:pt x="724" y="50"/>
                      <a:pt x="725" y="50"/>
                    </a:cubicBezTo>
                    <a:cubicBezTo>
                      <a:pt x="728" y="50"/>
                      <a:pt x="725" y="45"/>
                      <a:pt x="728" y="44"/>
                    </a:cubicBezTo>
                    <a:cubicBezTo>
                      <a:pt x="732" y="45"/>
                      <a:pt x="736" y="44"/>
                      <a:pt x="740" y="45"/>
                    </a:cubicBezTo>
                    <a:cubicBezTo>
                      <a:pt x="740" y="47"/>
                      <a:pt x="740" y="47"/>
                      <a:pt x="740" y="47"/>
                    </a:cubicBezTo>
                    <a:cubicBezTo>
                      <a:pt x="741" y="47"/>
                      <a:pt x="742" y="47"/>
                      <a:pt x="743" y="47"/>
                    </a:cubicBezTo>
                    <a:cubicBezTo>
                      <a:pt x="744" y="46"/>
                      <a:pt x="745" y="46"/>
                      <a:pt x="746" y="47"/>
                    </a:cubicBezTo>
                    <a:cubicBezTo>
                      <a:pt x="747" y="47"/>
                      <a:pt x="747" y="49"/>
                      <a:pt x="748" y="49"/>
                    </a:cubicBezTo>
                    <a:cubicBezTo>
                      <a:pt x="749" y="50"/>
                      <a:pt x="750" y="49"/>
                      <a:pt x="751" y="49"/>
                    </a:cubicBezTo>
                    <a:cubicBezTo>
                      <a:pt x="752" y="49"/>
                      <a:pt x="753" y="49"/>
                      <a:pt x="754" y="50"/>
                    </a:cubicBezTo>
                    <a:cubicBezTo>
                      <a:pt x="753" y="53"/>
                      <a:pt x="754" y="56"/>
                      <a:pt x="750" y="55"/>
                    </a:cubicBezTo>
                    <a:cubicBezTo>
                      <a:pt x="750" y="58"/>
                      <a:pt x="752" y="58"/>
                      <a:pt x="755" y="58"/>
                    </a:cubicBezTo>
                    <a:cubicBezTo>
                      <a:pt x="754" y="65"/>
                      <a:pt x="760" y="66"/>
                      <a:pt x="763" y="69"/>
                    </a:cubicBezTo>
                    <a:cubicBezTo>
                      <a:pt x="765" y="68"/>
                      <a:pt x="767" y="67"/>
                      <a:pt x="769" y="66"/>
                    </a:cubicBezTo>
                    <a:cubicBezTo>
                      <a:pt x="770" y="65"/>
                      <a:pt x="769" y="62"/>
                      <a:pt x="770" y="62"/>
                    </a:cubicBezTo>
                    <a:cubicBezTo>
                      <a:pt x="771" y="61"/>
                      <a:pt x="771" y="61"/>
                      <a:pt x="772" y="61"/>
                    </a:cubicBezTo>
                    <a:cubicBezTo>
                      <a:pt x="772" y="62"/>
                      <a:pt x="773" y="62"/>
                      <a:pt x="773" y="60"/>
                    </a:cubicBezTo>
                    <a:cubicBezTo>
                      <a:pt x="776" y="60"/>
                      <a:pt x="775" y="63"/>
                      <a:pt x="777" y="64"/>
                    </a:cubicBezTo>
                    <a:cubicBezTo>
                      <a:pt x="780" y="64"/>
                      <a:pt x="783" y="64"/>
                      <a:pt x="786" y="64"/>
                    </a:cubicBezTo>
                    <a:cubicBezTo>
                      <a:pt x="787" y="63"/>
                      <a:pt x="790" y="64"/>
                      <a:pt x="789" y="60"/>
                    </a:cubicBezTo>
                    <a:cubicBezTo>
                      <a:pt x="791" y="61"/>
                      <a:pt x="793" y="61"/>
                      <a:pt x="795" y="60"/>
                    </a:cubicBezTo>
                    <a:cubicBezTo>
                      <a:pt x="799" y="60"/>
                      <a:pt x="803" y="60"/>
                      <a:pt x="803" y="63"/>
                    </a:cubicBezTo>
                    <a:cubicBezTo>
                      <a:pt x="805" y="63"/>
                      <a:pt x="805" y="62"/>
                      <a:pt x="806" y="62"/>
                    </a:cubicBezTo>
                    <a:cubicBezTo>
                      <a:pt x="807" y="61"/>
                      <a:pt x="808" y="59"/>
                      <a:pt x="811" y="60"/>
                    </a:cubicBezTo>
                    <a:cubicBezTo>
                      <a:pt x="811" y="59"/>
                      <a:pt x="809" y="59"/>
                      <a:pt x="808" y="59"/>
                    </a:cubicBezTo>
                    <a:cubicBezTo>
                      <a:pt x="809" y="58"/>
                      <a:pt x="809" y="56"/>
                      <a:pt x="811" y="55"/>
                    </a:cubicBezTo>
                    <a:cubicBezTo>
                      <a:pt x="812" y="56"/>
                      <a:pt x="813" y="55"/>
                      <a:pt x="814" y="54"/>
                    </a:cubicBezTo>
                    <a:cubicBezTo>
                      <a:pt x="814" y="53"/>
                      <a:pt x="815" y="52"/>
                      <a:pt x="818" y="53"/>
                    </a:cubicBezTo>
                    <a:cubicBezTo>
                      <a:pt x="819" y="53"/>
                      <a:pt x="819" y="53"/>
                      <a:pt x="819" y="52"/>
                    </a:cubicBezTo>
                    <a:cubicBezTo>
                      <a:pt x="819" y="52"/>
                      <a:pt x="818" y="51"/>
                      <a:pt x="818" y="52"/>
                    </a:cubicBezTo>
                    <a:cubicBezTo>
                      <a:pt x="820" y="50"/>
                      <a:pt x="822" y="50"/>
                      <a:pt x="824" y="50"/>
                    </a:cubicBezTo>
                    <a:cubicBezTo>
                      <a:pt x="825" y="51"/>
                      <a:pt x="827" y="51"/>
                      <a:pt x="828" y="50"/>
                    </a:cubicBezTo>
                    <a:cubicBezTo>
                      <a:pt x="828" y="54"/>
                      <a:pt x="830" y="53"/>
                      <a:pt x="831" y="53"/>
                    </a:cubicBezTo>
                    <a:cubicBezTo>
                      <a:pt x="833" y="52"/>
                      <a:pt x="834" y="51"/>
                      <a:pt x="833" y="54"/>
                    </a:cubicBezTo>
                    <a:cubicBezTo>
                      <a:pt x="839" y="55"/>
                      <a:pt x="843" y="54"/>
                      <a:pt x="847" y="53"/>
                    </a:cubicBezTo>
                    <a:cubicBezTo>
                      <a:pt x="848" y="56"/>
                      <a:pt x="842" y="54"/>
                      <a:pt x="844" y="58"/>
                    </a:cubicBezTo>
                    <a:cubicBezTo>
                      <a:pt x="844" y="60"/>
                      <a:pt x="847" y="60"/>
                      <a:pt x="849" y="59"/>
                    </a:cubicBezTo>
                    <a:cubicBezTo>
                      <a:pt x="850" y="59"/>
                      <a:pt x="850" y="59"/>
                      <a:pt x="851" y="59"/>
                    </a:cubicBezTo>
                    <a:cubicBezTo>
                      <a:pt x="856" y="59"/>
                      <a:pt x="860" y="59"/>
                      <a:pt x="864" y="58"/>
                    </a:cubicBezTo>
                    <a:cubicBezTo>
                      <a:pt x="865" y="63"/>
                      <a:pt x="871" y="63"/>
                      <a:pt x="873" y="67"/>
                    </a:cubicBezTo>
                    <a:cubicBezTo>
                      <a:pt x="875" y="66"/>
                      <a:pt x="876" y="68"/>
                      <a:pt x="879" y="68"/>
                    </a:cubicBezTo>
                    <a:cubicBezTo>
                      <a:pt x="883" y="68"/>
                      <a:pt x="887" y="68"/>
                      <a:pt x="890" y="68"/>
                    </a:cubicBezTo>
                    <a:cubicBezTo>
                      <a:pt x="895" y="68"/>
                      <a:pt x="899" y="67"/>
                      <a:pt x="903" y="68"/>
                    </a:cubicBezTo>
                    <a:cubicBezTo>
                      <a:pt x="906" y="69"/>
                      <a:pt x="909" y="72"/>
                      <a:pt x="912" y="71"/>
                    </a:cubicBezTo>
                    <a:cubicBezTo>
                      <a:pt x="911" y="73"/>
                      <a:pt x="913" y="73"/>
                      <a:pt x="914" y="73"/>
                    </a:cubicBezTo>
                    <a:cubicBezTo>
                      <a:pt x="914" y="75"/>
                      <a:pt x="914" y="76"/>
                      <a:pt x="914" y="78"/>
                    </a:cubicBezTo>
                    <a:cubicBezTo>
                      <a:pt x="914" y="79"/>
                      <a:pt x="915" y="79"/>
                      <a:pt x="917" y="79"/>
                    </a:cubicBezTo>
                    <a:cubicBezTo>
                      <a:pt x="918" y="79"/>
                      <a:pt x="919" y="79"/>
                      <a:pt x="919" y="79"/>
                    </a:cubicBezTo>
                    <a:cubicBezTo>
                      <a:pt x="920" y="80"/>
                      <a:pt x="920" y="80"/>
                      <a:pt x="920" y="80"/>
                    </a:cubicBezTo>
                    <a:cubicBezTo>
                      <a:pt x="921" y="79"/>
                      <a:pt x="921" y="79"/>
                      <a:pt x="922" y="79"/>
                    </a:cubicBezTo>
                    <a:cubicBezTo>
                      <a:pt x="922" y="79"/>
                      <a:pt x="922" y="81"/>
                      <a:pt x="923" y="81"/>
                    </a:cubicBezTo>
                    <a:cubicBezTo>
                      <a:pt x="925" y="81"/>
                      <a:pt x="938" y="82"/>
                      <a:pt x="939" y="81"/>
                    </a:cubicBezTo>
                    <a:cubicBezTo>
                      <a:pt x="939" y="79"/>
                      <a:pt x="939" y="79"/>
                      <a:pt x="939" y="79"/>
                    </a:cubicBezTo>
                    <a:cubicBezTo>
                      <a:pt x="940" y="79"/>
                      <a:pt x="941" y="80"/>
                      <a:pt x="941" y="80"/>
                    </a:cubicBezTo>
                    <a:cubicBezTo>
                      <a:pt x="942" y="80"/>
                      <a:pt x="943" y="81"/>
                      <a:pt x="943" y="81"/>
                    </a:cubicBezTo>
                    <a:cubicBezTo>
                      <a:pt x="944" y="80"/>
                      <a:pt x="946" y="78"/>
                      <a:pt x="947" y="81"/>
                    </a:cubicBezTo>
                    <a:cubicBezTo>
                      <a:pt x="949" y="78"/>
                      <a:pt x="953" y="78"/>
                      <a:pt x="957" y="77"/>
                    </a:cubicBezTo>
                    <a:cubicBezTo>
                      <a:pt x="956" y="81"/>
                      <a:pt x="958" y="83"/>
                      <a:pt x="958" y="86"/>
                    </a:cubicBezTo>
                    <a:cubicBezTo>
                      <a:pt x="960" y="86"/>
                      <a:pt x="962" y="86"/>
                      <a:pt x="963" y="86"/>
                    </a:cubicBezTo>
                    <a:cubicBezTo>
                      <a:pt x="965" y="87"/>
                      <a:pt x="967" y="87"/>
                      <a:pt x="970" y="86"/>
                    </a:cubicBezTo>
                    <a:cubicBezTo>
                      <a:pt x="970" y="83"/>
                      <a:pt x="969" y="83"/>
                      <a:pt x="967" y="83"/>
                    </a:cubicBezTo>
                    <a:cubicBezTo>
                      <a:pt x="968" y="82"/>
                      <a:pt x="968" y="80"/>
                      <a:pt x="968" y="78"/>
                    </a:cubicBezTo>
                    <a:cubicBezTo>
                      <a:pt x="971" y="76"/>
                      <a:pt x="979" y="77"/>
                      <a:pt x="981" y="79"/>
                    </a:cubicBezTo>
                    <a:cubicBezTo>
                      <a:pt x="984" y="79"/>
                      <a:pt x="986" y="79"/>
                      <a:pt x="989" y="79"/>
                    </a:cubicBezTo>
                    <a:cubicBezTo>
                      <a:pt x="992" y="79"/>
                      <a:pt x="994" y="79"/>
                      <a:pt x="997" y="79"/>
                    </a:cubicBezTo>
                    <a:cubicBezTo>
                      <a:pt x="999" y="79"/>
                      <a:pt x="1003" y="82"/>
                      <a:pt x="1004" y="79"/>
                    </a:cubicBezTo>
                    <a:cubicBezTo>
                      <a:pt x="1006" y="81"/>
                      <a:pt x="1006" y="82"/>
                      <a:pt x="1010" y="83"/>
                    </a:cubicBezTo>
                    <a:cubicBezTo>
                      <a:pt x="1011" y="83"/>
                      <a:pt x="1012" y="86"/>
                      <a:pt x="1012" y="86"/>
                    </a:cubicBezTo>
                    <a:cubicBezTo>
                      <a:pt x="1013" y="86"/>
                      <a:pt x="1014" y="85"/>
                      <a:pt x="1014" y="84"/>
                    </a:cubicBezTo>
                    <a:cubicBezTo>
                      <a:pt x="1015" y="85"/>
                      <a:pt x="1014" y="86"/>
                      <a:pt x="1015" y="87"/>
                    </a:cubicBezTo>
                    <a:cubicBezTo>
                      <a:pt x="1015" y="87"/>
                      <a:pt x="1016" y="87"/>
                      <a:pt x="1016" y="87"/>
                    </a:cubicBezTo>
                    <a:cubicBezTo>
                      <a:pt x="1017" y="87"/>
                      <a:pt x="1017" y="87"/>
                      <a:pt x="1018" y="87"/>
                    </a:cubicBezTo>
                    <a:cubicBezTo>
                      <a:pt x="1018" y="88"/>
                      <a:pt x="1021" y="88"/>
                      <a:pt x="1024" y="89"/>
                    </a:cubicBezTo>
                    <a:cubicBezTo>
                      <a:pt x="1026" y="90"/>
                      <a:pt x="1029" y="91"/>
                      <a:pt x="1031" y="92"/>
                    </a:cubicBezTo>
                    <a:cubicBezTo>
                      <a:pt x="1032" y="92"/>
                      <a:pt x="1032" y="94"/>
                      <a:pt x="1033" y="94"/>
                    </a:cubicBezTo>
                    <a:cubicBezTo>
                      <a:pt x="1033" y="95"/>
                      <a:pt x="1033" y="94"/>
                      <a:pt x="1034" y="94"/>
                    </a:cubicBezTo>
                    <a:cubicBezTo>
                      <a:pt x="1034" y="94"/>
                      <a:pt x="1035" y="94"/>
                      <a:pt x="1035" y="94"/>
                    </a:cubicBezTo>
                    <a:cubicBezTo>
                      <a:pt x="1036" y="95"/>
                      <a:pt x="1035" y="97"/>
                      <a:pt x="1035" y="97"/>
                    </a:cubicBezTo>
                    <a:cubicBezTo>
                      <a:pt x="1035" y="97"/>
                      <a:pt x="1036" y="97"/>
                      <a:pt x="1036" y="97"/>
                    </a:cubicBezTo>
                    <a:cubicBezTo>
                      <a:pt x="1037" y="97"/>
                      <a:pt x="1038" y="97"/>
                      <a:pt x="1038" y="97"/>
                    </a:cubicBezTo>
                    <a:cubicBezTo>
                      <a:pt x="1039" y="98"/>
                      <a:pt x="1036" y="102"/>
                      <a:pt x="1042" y="101"/>
                    </a:cubicBezTo>
                    <a:cubicBezTo>
                      <a:pt x="1042" y="104"/>
                      <a:pt x="1042" y="107"/>
                      <a:pt x="1042" y="110"/>
                    </a:cubicBezTo>
                    <a:cubicBezTo>
                      <a:pt x="1046" y="109"/>
                      <a:pt x="1050" y="108"/>
                      <a:pt x="1050" y="105"/>
                    </a:cubicBezTo>
                    <a:cubicBezTo>
                      <a:pt x="1054" y="106"/>
                      <a:pt x="1059" y="106"/>
                      <a:pt x="1062" y="107"/>
                    </a:cubicBezTo>
                    <a:cubicBezTo>
                      <a:pt x="1062" y="110"/>
                      <a:pt x="1062" y="110"/>
                      <a:pt x="1062" y="110"/>
                    </a:cubicBezTo>
                    <a:cubicBezTo>
                      <a:pt x="1062" y="110"/>
                      <a:pt x="1063" y="110"/>
                      <a:pt x="1064" y="110"/>
                    </a:cubicBezTo>
                    <a:cubicBezTo>
                      <a:pt x="1064" y="109"/>
                      <a:pt x="1065" y="109"/>
                      <a:pt x="1065" y="110"/>
                    </a:cubicBezTo>
                    <a:cubicBezTo>
                      <a:pt x="1065" y="111"/>
                      <a:pt x="1063" y="111"/>
                      <a:pt x="1063" y="113"/>
                    </a:cubicBezTo>
                    <a:cubicBezTo>
                      <a:pt x="1061" y="114"/>
                      <a:pt x="1061" y="112"/>
                      <a:pt x="1059" y="112"/>
                    </a:cubicBezTo>
                    <a:cubicBezTo>
                      <a:pt x="1058" y="113"/>
                      <a:pt x="1058" y="115"/>
                      <a:pt x="1055" y="115"/>
                    </a:cubicBezTo>
                    <a:cubicBezTo>
                      <a:pt x="1056" y="117"/>
                      <a:pt x="1059" y="116"/>
                      <a:pt x="1058" y="120"/>
                    </a:cubicBezTo>
                    <a:cubicBezTo>
                      <a:pt x="1053" y="116"/>
                      <a:pt x="1057" y="122"/>
                      <a:pt x="1054" y="122"/>
                    </a:cubicBezTo>
                    <a:cubicBezTo>
                      <a:pt x="1053" y="122"/>
                      <a:pt x="1052" y="124"/>
                      <a:pt x="1052" y="125"/>
                    </a:cubicBezTo>
                    <a:cubicBezTo>
                      <a:pt x="1050" y="124"/>
                      <a:pt x="1049" y="124"/>
                      <a:pt x="1048" y="123"/>
                    </a:cubicBezTo>
                    <a:cubicBezTo>
                      <a:pt x="1047" y="123"/>
                      <a:pt x="1046" y="121"/>
                      <a:pt x="1045" y="121"/>
                    </a:cubicBezTo>
                    <a:cubicBezTo>
                      <a:pt x="1043" y="120"/>
                      <a:pt x="1042" y="120"/>
                      <a:pt x="1040" y="120"/>
                    </a:cubicBezTo>
                    <a:cubicBezTo>
                      <a:pt x="1039" y="119"/>
                      <a:pt x="1038" y="117"/>
                      <a:pt x="1038" y="117"/>
                    </a:cubicBezTo>
                    <a:cubicBezTo>
                      <a:pt x="1037" y="117"/>
                      <a:pt x="1036" y="117"/>
                      <a:pt x="1035" y="117"/>
                    </a:cubicBezTo>
                    <a:cubicBezTo>
                      <a:pt x="1034" y="117"/>
                      <a:pt x="1033" y="117"/>
                      <a:pt x="1033" y="117"/>
                    </a:cubicBezTo>
                    <a:cubicBezTo>
                      <a:pt x="1032" y="117"/>
                      <a:pt x="1033" y="116"/>
                      <a:pt x="1031" y="116"/>
                    </a:cubicBezTo>
                    <a:cubicBezTo>
                      <a:pt x="1030" y="116"/>
                      <a:pt x="1028" y="111"/>
                      <a:pt x="1026" y="115"/>
                    </a:cubicBezTo>
                    <a:cubicBezTo>
                      <a:pt x="1025" y="114"/>
                      <a:pt x="1025" y="112"/>
                      <a:pt x="1025" y="111"/>
                    </a:cubicBezTo>
                    <a:cubicBezTo>
                      <a:pt x="1023" y="111"/>
                      <a:pt x="1020" y="111"/>
                      <a:pt x="1018" y="111"/>
                    </a:cubicBezTo>
                    <a:cubicBezTo>
                      <a:pt x="1015" y="111"/>
                      <a:pt x="1018" y="114"/>
                      <a:pt x="1018" y="113"/>
                    </a:cubicBezTo>
                    <a:cubicBezTo>
                      <a:pt x="1017" y="115"/>
                      <a:pt x="1015" y="115"/>
                      <a:pt x="1015" y="118"/>
                    </a:cubicBezTo>
                    <a:cubicBezTo>
                      <a:pt x="1013" y="118"/>
                      <a:pt x="1011" y="119"/>
                      <a:pt x="1010" y="120"/>
                    </a:cubicBezTo>
                    <a:cubicBezTo>
                      <a:pt x="1008" y="121"/>
                      <a:pt x="1006" y="122"/>
                      <a:pt x="1002" y="121"/>
                    </a:cubicBezTo>
                    <a:cubicBezTo>
                      <a:pt x="1001" y="122"/>
                      <a:pt x="1001" y="124"/>
                      <a:pt x="999" y="123"/>
                    </a:cubicBezTo>
                    <a:cubicBezTo>
                      <a:pt x="999" y="125"/>
                      <a:pt x="1000" y="125"/>
                      <a:pt x="1002" y="125"/>
                    </a:cubicBezTo>
                    <a:cubicBezTo>
                      <a:pt x="1003" y="125"/>
                      <a:pt x="1003" y="125"/>
                      <a:pt x="1004" y="125"/>
                    </a:cubicBezTo>
                    <a:cubicBezTo>
                      <a:pt x="1005" y="125"/>
                      <a:pt x="1006" y="127"/>
                      <a:pt x="1007" y="127"/>
                    </a:cubicBezTo>
                    <a:cubicBezTo>
                      <a:pt x="1006" y="131"/>
                      <a:pt x="1006" y="130"/>
                      <a:pt x="1009" y="132"/>
                    </a:cubicBezTo>
                    <a:cubicBezTo>
                      <a:pt x="1010" y="135"/>
                      <a:pt x="1013" y="135"/>
                      <a:pt x="1015" y="137"/>
                    </a:cubicBezTo>
                    <a:cubicBezTo>
                      <a:pt x="1011" y="141"/>
                      <a:pt x="1011" y="141"/>
                      <a:pt x="1011" y="141"/>
                    </a:cubicBezTo>
                    <a:cubicBezTo>
                      <a:pt x="1009" y="141"/>
                      <a:pt x="1009" y="141"/>
                      <a:pt x="1008" y="140"/>
                    </a:cubicBezTo>
                    <a:cubicBezTo>
                      <a:pt x="1007" y="139"/>
                      <a:pt x="1007" y="138"/>
                      <a:pt x="1006" y="138"/>
                    </a:cubicBezTo>
                    <a:cubicBezTo>
                      <a:pt x="1007" y="138"/>
                      <a:pt x="1008" y="141"/>
                      <a:pt x="1006" y="141"/>
                    </a:cubicBezTo>
                    <a:cubicBezTo>
                      <a:pt x="1003" y="141"/>
                      <a:pt x="996" y="141"/>
                      <a:pt x="992" y="142"/>
                    </a:cubicBezTo>
                    <a:cubicBezTo>
                      <a:pt x="990" y="143"/>
                      <a:pt x="985" y="145"/>
                      <a:pt x="986" y="147"/>
                    </a:cubicBezTo>
                    <a:cubicBezTo>
                      <a:pt x="980" y="146"/>
                      <a:pt x="980" y="150"/>
                      <a:pt x="976" y="151"/>
                    </a:cubicBezTo>
                    <a:cubicBezTo>
                      <a:pt x="975" y="152"/>
                      <a:pt x="974" y="153"/>
                      <a:pt x="973" y="154"/>
                    </a:cubicBezTo>
                    <a:cubicBezTo>
                      <a:pt x="972" y="154"/>
                      <a:pt x="971" y="156"/>
                      <a:pt x="970" y="156"/>
                    </a:cubicBezTo>
                    <a:cubicBezTo>
                      <a:pt x="968" y="156"/>
                      <a:pt x="967" y="158"/>
                      <a:pt x="967" y="159"/>
                    </a:cubicBezTo>
                    <a:cubicBezTo>
                      <a:pt x="966" y="158"/>
                      <a:pt x="964" y="158"/>
                      <a:pt x="962" y="159"/>
                    </a:cubicBezTo>
                    <a:cubicBezTo>
                      <a:pt x="959" y="159"/>
                      <a:pt x="956" y="159"/>
                      <a:pt x="954" y="157"/>
                    </a:cubicBezTo>
                    <a:cubicBezTo>
                      <a:pt x="953" y="159"/>
                      <a:pt x="950" y="158"/>
                      <a:pt x="951" y="161"/>
                    </a:cubicBezTo>
                    <a:cubicBezTo>
                      <a:pt x="944" y="162"/>
                      <a:pt x="943" y="162"/>
                      <a:pt x="936" y="161"/>
                    </a:cubicBezTo>
                    <a:cubicBezTo>
                      <a:pt x="935" y="161"/>
                      <a:pt x="934" y="162"/>
                      <a:pt x="933" y="162"/>
                    </a:cubicBezTo>
                    <a:cubicBezTo>
                      <a:pt x="932" y="163"/>
                      <a:pt x="929" y="164"/>
                      <a:pt x="929" y="166"/>
                    </a:cubicBezTo>
                    <a:cubicBezTo>
                      <a:pt x="929" y="170"/>
                      <a:pt x="923" y="168"/>
                      <a:pt x="924" y="174"/>
                    </a:cubicBezTo>
                    <a:cubicBezTo>
                      <a:pt x="924" y="178"/>
                      <a:pt x="927" y="177"/>
                      <a:pt x="929" y="179"/>
                    </a:cubicBezTo>
                    <a:cubicBezTo>
                      <a:pt x="929" y="182"/>
                      <a:pt x="928" y="185"/>
                      <a:pt x="924" y="185"/>
                    </a:cubicBezTo>
                    <a:cubicBezTo>
                      <a:pt x="925" y="188"/>
                      <a:pt x="924" y="189"/>
                      <a:pt x="922" y="189"/>
                    </a:cubicBezTo>
                    <a:cubicBezTo>
                      <a:pt x="922" y="190"/>
                      <a:pt x="922" y="192"/>
                      <a:pt x="922" y="194"/>
                    </a:cubicBezTo>
                    <a:cubicBezTo>
                      <a:pt x="922" y="195"/>
                      <a:pt x="922" y="195"/>
                      <a:pt x="923" y="194"/>
                    </a:cubicBezTo>
                    <a:cubicBezTo>
                      <a:pt x="924" y="194"/>
                      <a:pt x="924" y="194"/>
                      <a:pt x="924" y="195"/>
                    </a:cubicBezTo>
                    <a:cubicBezTo>
                      <a:pt x="925" y="198"/>
                      <a:pt x="922" y="197"/>
                      <a:pt x="922" y="198"/>
                    </a:cubicBezTo>
                    <a:cubicBezTo>
                      <a:pt x="921" y="198"/>
                      <a:pt x="921" y="201"/>
                      <a:pt x="920" y="201"/>
                    </a:cubicBezTo>
                    <a:cubicBezTo>
                      <a:pt x="919" y="202"/>
                      <a:pt x="916" y="202"/>
                      <a:pt x="914" y="203"/>
                    </a:cubicBezTo>
                    <a:cubicBezTo>
                      <a:pt x="914" y="204"/>
                      <a:pt x="915" y="207"/>
                      <a:pt x="914" y="208"/>
                    </a:cubicBezTo>
                    <a:cubicBezTo>
                      <a:pt x="913" y="209"/>
                      <a:pt x="913" y="205"/>
                      <a:pt x="913" y="205"/>
                    </a:cubicBezTo>
                    <a:cubicBezTo>
                      <a:pt x="912" y="205"/>
                      <a:pt x="909" y="206"/>
                      <a:pt x="912" y="211"/>
                    </a:cubicBezTo>
                    <a:cubicBezTo>
                      <a:pt x="909" y="210"/>
                      <a:pt x="910" y="213"/>
                      <a:pt x="909" y="214"/>
                    </a:cubicBezTo>
                    <a:cubicBezTo>
                      <a:pt x="909" y="214"/>
                      <a:pt x="908" y="214"/>
                      <a:pt x="908" y="214"/>
                    </a:cubicBezTo>
                    <a:cubicBezTo>
                      <a:pt x="907" y="214"/>
                      <a:pt x="907" y="214"/>
                      <a:pt x="907" y="214"/>
                    </a:cubicBezTo>
                    <a:cubicBezTo>
                      <a:pt x="906" y="215"/>
                      <a:pt x="906" y="218"/>
                      <a:pt x="904" y="217"/>
                    </a:cubicBezTo>
                    <a:cubicBezTo>
                      <a:pt x="904" y="219"/>
                      <a:pt x="903" y="219"/>
                      <a:pt x="903" y="222"/>
                    </a:cubicBezTo>
                    <a:cubicBezTo>
                      <a:pt x="902" y="222"/>
                      <a:pt x="902" y="222"/>
                      <a:pt x="901" y="222"/>
                    </a:cubicBezTo>
                    <a:cubicBezTo>
                      <a:pt x="900" y="221"/>
                      <a:pt x="898" y="221"/>
                      <a:pt x="898" y="223"/>
                    </a:cubicBezTo>
                    <a:cubicBezTo>
                      <a:pt x="896" y="222"/>
                      <a:pt x="898" y="221"/>
                      <a:pt x="898" y="219"/>
                    </a:cubicBezTo>
                    <a:cubicBezTo>
                      <a:pt x="898" y="219"/>
                      <a:pt x="897" y="218"/>
                      <a:pt x="896" y="218"/>
                    </a:cubicBezTo>
                    <a:cubicBezTo>
                      <a:pt x="896" y="217"/>
                      <a:pt x="897" y="216"/>
                      <a:pt x="896" y="215"/>
                    </a:cubicBezTo>
                    <a:cubicBezTo>
                      <a:pt x="896" y="215"/>
                      <a:pt x="895" y="213"/>
                      <a:pt x="894" y="213"/>
                    </a:cubicBezTo>
                    <a:cubicBezTo>
                      <a:pt x="893" y="212"/>
                      <a:pt x="893" y="211"/>
                      <a:pt x="891" y="211"/>
                    </a:cubicBezTo>
                    <a:cubicBezTo>
                      <a:pt x="893" y="210"/>
                      <a:pt x="893" y="206"/>
                      <a:pt x="893" y="204"/>
                    </a:cubicBezTo>
                    <a:cubicBezTo>
                      <a:pt x="893" y="202"/>
                      <a:pt x="892" y="202"/>
                      <a:pt x="891" y="200"/>
                    </a:cubicBezTo>
                    <a:cubicBezTo>
                      <a:pt x="891" y="195"/>
                      <a:pt x="893" y="190"/>
                      <a:pt x="891" y="186"/>
                    </a:cubicBezTo>
                    <a:cubicBezTo>
                      <a:pt x="896" y="190"/>
                      <a:pt x="892" y="184"/>
                      <a:pt x="894" y="181"/>
                    </a:cubicBezTo>
                    <a:cubicBezTo>
                      <a:pt x="894" y="181"/>
                      <a:pt x="894" y="182"/>
                      <a:pt x="895" y="182"/>
                    </a:cubicBezTo>
                    <a:cubicBezTo>
                      <a:pt x="895" y="183"/>
                      <a:pt x="896" y="184"/>
                      <a:pt x="896" y="183"/>
                    </a:cubicBezTo>
                    <a:cubicBezTo>
                      <a:pt x="897" y="182"/>
                      <a:pt x="896" y="181"/>
                      <a:pt x="896" y="180"/>
                    </a:cubicBezTo>
                    <a:cubicBezTo>
                      <a:pt x="898" y="178"/>
                      <a:pt x="903" y="175"/>
                      <a:pt x="904" y="174"/>
                    </a:cubicBezTo>
                    <a:cubicBezTo>
                      <a:pt x="904" y="174"/>
                      <a:pt x="906" y="173"/>
                      <a:pt x="905" y="172"/>
                    </a:cubicBezTo>
                    <a:cubicBezTo>
                      <a:pt x="903" y="171"/>
                      <a:pt x="906" y="172"/>
                      <a:pt x="908" y="171"/>
                    </a:cubicBezTo>
                    <a:cubicBezTo>
                      <a:pt x="910" y="170"/>
                      <a:pt x="911" y="168"/>
                      <a:pt x="910" y="165"/>
                    </a:cubicBezTo>
                    <a:cubicBezTo>
                      <a:pt x="911" y="165"/>
                      <a:pt x="915" y="163"/>
                      <a:pt x="914" y="162"/>
                    </a:cubicBezTo>
                    <a:cubicBezTo>
                      <a:pt x="913" y="162"/>
                      <a:pt x="913" y="162"/>
                      <a:pt x="913" y="162"/>
                    </a:cubicBezTo>
                    <a:cubicBezTo>
                      <a:pt x="914" y="160"/>
                      <a:pt x="914" y="160"/>
                      <a:pt x="914" y="160"/>
                    </a:cubicBezTo>
                    <a:cubicBezTo>
                      <a:pt x="915" y="160"/>
                      <a:pt x="915" y="160"/>
                      <a:pt x="915" y="160"/>
                    </a:cubicBezTo>
                    <a:cubicBezTo>
                      <a:pt x="916" y="161"/>
                      <a:pt x="917" y="161"/>
                      <a:pt x="917" y="157"/>
                    </a:cubicBezTo>
                    <a:cubicBezTo>
                      <a:pt x="919" y="157"/>
                      <a:pt x="921" y="157"/>
                      <a:pt x="923" y="156"/>
                    </a:cubicBezTo>
                    <a:cubicBezTo>
                      <a:pt x="924" y="156"/>
                      <a:pt x="924" y="154"/>
                      <a:pt x="924" y="154"/>
                    </a:cubicBezTo>
                    <a:cubicBezTo>
                      <a:pt x="925" y="153"/>
                      <a:pt x="925" y="154"/>
                      <a:pt x="925" y="154"/>
                    </a:cubicBezTo>
                    <a:cubicBezTo>
                      <a:pt x="926" y="154"/>
                      <a:pt x="926" y="154"/>
                      <a:pt x="927" y="154"/>
                    </a:cubicBezTo>
                    <a:cubicBezTo>
                      <a:pt x="927" y="153"/>
                      <a:pt x="929" y="152"/>
                      <a:pt x="929" y="151"/>
                    </a:cubicBezTo>
                    <a:cubicBezTo>
                      <a:pt x="930" y="150"/>
                      <a:pt x="930" y="151"/>
                      <a:pt x="931" y="150"/>
                    </a:cubicBezTo>
                    <a:cubicBezTo>
                      <a:pt x="931" y="148"/>
                      <a:pt x="932" y="145"/>
                      <a:pt x="934" y="147"/>
                    </a:cubicBezTo>
                    <a:cubicBezTo>
                      <a:pt x="934" y="145"/>
                      <a:pt x="934" y="143"/>
                      <a:pt x="934" y="141"/>
                    </a:cubicBezTo>
                    <a:cubicBezTo>
                      <a:pt x="931" y="141"/>
                      <a:pt x="929" y="141"/>
                      <a:pt x="928" y="142"/>
                    </a:cubicBezTo>
                    <a:cubicBezTo>
                      <a:pt x="927" y="143"/>
                      <a:pt x="926" y="144"/>
                      <a:pt x="925" y="145"/>
                    </a:cubicBezTo>
                    <a:cubicBezTo>
                      <a:pt x="925" y="145"/>
                      <a:pt x="924" y="145"/>
                      <a:pt x="924" y="146"/>
                    </a:cubicBezTo>
                    <a:cubicBezTo>
                      <a:pt x="924" y="148"/>
                      <a:pt x="919" y="148"/>
                      <a:pt x="919" y="151"/>
                    </a:cubicBezTo>
                    <a:cubicBezTo>
                      <a:pt x="917" y="151"/>
                      <a:pt x="915" y="151"/>
                      <a:pt x="915" y="154"/>
                    </a:cubicBezTo>
                    <a:cubicBezTo>
                      <a:pt x="914" y="154"/>
                      <a:pt x="915" y="152"/>
                      <a:pt x="914" y="151"/>
                    </a:cubicBezTo>
                    <a:cubicBezTo>
                      <a:pt x="912" y="151"/>
                      <a:pt x="912" y="151"/>
                      <a:pt x="912" y="151"/>
                    </a:cubicBezTo>
                    <a:cubicBezTo>
                      <a:pt x="911" y="150"/>
                      <a:pt x="912" y="148"/>
                      <a:pt x="912" y="147"/>
                    </a:cubicBezTo>
                    <a:cubicBezTo>
                      <a:pt x="909" y="148"/>
                      <a:pt x="907" y="147"/>
                      <a:pt x="905" y="147"/>
                    </a:cubicBezTo>
                    <a:cubicBezTo>
                      <a:pt x="903" y="147"/>
                      <a:pt x="901" y="147"/>
                      <a:pt x="899" y="147"/>
                    </a:cubicBezTo>
                    <a:cubicBezTo>
                      <a:pt x="897" y="148"/>
                      <a:pt x="899" y="149"/>
                      <a:pt x="898" y="150"/>
                    </a:cubicBezTo>
                    <a:cubicBezTo>
                      <a:pt x="896" y="151"/>
                      <a:pt x="894" y="150"/>
                      <a:pt x="893" y="151"/>
                    </a:cubicBezTo>
                    <a:cubicBezTo>
                      <a:pt x="891" y="152"/>
                      <a:pt x="890" y="153"/>
                      <a:pt x="889" y="155"/>
                    </a:cubicBezTo>
                    <a:cubicBezTo>
                      <a:pt x="888" y="156"/>
                      <a:pt x="887" y="158"/>
                      <a:pt x="885" y="157"/>
                    </a:cubicBezTo>
                    <a:cubicBezTo>
                      <a:pt x="884" y="161"/>
                      <a:pt x="887" y="161"/>
                      <a:pt x="886" y="164"/>
                    </a:cubicBezTo>
                    <a:cubicBezTo>
                      <a:pt x="885" y="164"/>
                      <a:pt x="884" y="165"/>
                      <a:pt x="884" y="167"/>
                    </a:cubicBezTo>
                    <a:cubicBezTo>
                      <a:pt x="881" y="167"/>
                      <a:pt x="880" y="167"/>
                      <a:pt x="878" y="168"/>
                    </a:cubicBezTo>
                    <a:cubicBezTo>
                      <a:pt x="876" y="169"/>
                      <a:pt x="875" y="169"/>
                      <a:pt x="873" y="169"/>
                    </a:cubicBezTo>
                    <a:cubicBezTo>
                      <a:pt x="871" y="167"/>
                      <a:pt x="872" y="167"/>
                      <a:pt x="873" y="165"/>
                    </a:cubicBezTo>
                    <a:cubicBezTo>
                      <a:pt x="870" y="165"/>
                      <a:pt x="870" y="164"/>
                      <a:pt x="870" y="162"/>
                    </a:cubicBezTo>
                    <a:cubicBezTo>
                      <a:pt x="869" y="162"/>
                      <a:pt x="869" y="162"/>
                      <a:pt x="868" y="162"/>
                    </a:cubicBezTo>
                    <a:cubicBezTo>
                      <a:pt x="867" y="162"/>
                      <a:pt x="865" y="163"/>
                      <a:pt x="865" y="161"/>
                    </a:cubicBezTo>
                    <a:cubicBezTo>
                      <a:pt x="859" y="164"/>
                      <a:pt x="852" y="166"/>
                      <a:pt x="844" y="167"/>
                    </a:cubicBezTo>
                    <a:cubicBezTo>
                      <a:pt x="843" y="165"/>
                      <a:pt x="840" y="166"/>
                      <a:pt x="841" y="162"/>
                    </a:cubicBezTo>
                    <a:cubicBezTo>
                      <a:pt x="839" y="162"/>
                      <a:pt x="838" y="162"/>
                      <a:pt x="836" y="162"/>
                    </a:cubicBezTo>
                    <a:cubicBezTo>
                      <a:pt x="831" y="164"/>
                      <a:pt x="826" y="165"/>
                      <a:pt x="822" y="167"/>
                    </a:cubicBezTo>
                    <a:cubicBezTo>
                      <a:pt x="819" y="169"/>
                      <a:pt x="816" y="173"/>
                      <a:pt x="812" y="174"/>
                    </a:cubicBezTo>
                    <a:cubicBezTo>
                      <a:pt x="812" y="176"/>
                      <a:pt x="812" y="178"/>
                      <a:pt x="809" y="177"/>
                    </a:cubicBezTo>
                    <a:cubicBezTo>
                      <a:pt x="811" y="181"/>
                      <a:pt x="808" y="181"/>
                      <a:pt x="808" y="184"/>
                    </a:cubicBezTo>
                    <a:cubicBezTo>
                      <a:pt x="807" y="183"/>
                      <a:pt x="806" y="184"/>
                      <a:pt x="804" y="186"/>
                    </a:cubicBezTo>
                    <a:cubicBezTo>
                      <a:pt x="803" y="187"/>
                      <a:pt x="803" y="188"/>
                      <a:pt x="802" y="188"/>
                    </a:cubicBezTo>
                    <a:cubicBezTo>
                      <a:pt x="799" y="185"/>
                      <a:pt x="802" y="189"/>
                      <a:pt x="798" y="189"/>
                    </a:cubicBezTo>
                    <a:cubicBezTo>
                      <a:pt x="796" y="189"/>
                      <a:pt x="796" y="189"/>
                      <a:pt x="796" y="191"/>
                    </a:cubicBezTo>
                    <a:cubicBezTo>
                      <a:pt x="792" y="190"/>
                      <a:pt x="791" y="192"/>
                      <a:pt x="790" y="193"/>
                    </a:cubicBezTo>
                    <a:cubicBezTo>
                      <a:pt x="790" y="194"/>
                      <a:pt x="789" y="195"/>
                      <a:pt x="787" y="195"/>
                    </a:cubicBezTo>
                    <a:cubicBezTo>
                      <a:pt x="788" y="196"/>
                      <a:pt x="791" y="202"/>
                      <a:pt x="792" y="199"/>
                    </a:cubicBezTo>
                    <a:cubicBezTo>
                      <a:pt x="794" y="199"/>
                      <a:pt x="793" y="202"/>
                      <a:pt x="793" y="204"/>
                    </a:cubicBezTo>
                    <a:cubicBezTo>
                      <a:pt x="795" y="203"/>
                      <a:pt x="797" y="205"/>
                      <a:pt x="797" y="205"/>
                    </a:cubicBezTo>
                    <a:cubicBezTo>
                      <a:pt x="797" y="205"/>
                      <a:pt x="798" y="205"/>
                      <a:pt x="799" y="204"/>
                    </a:cubicBezTo>
                    <a:cubicBezTo>
                      <a:pt x="800" y="204"/>
                      <a:pt x="801" y="204"/>
                      <a:pt x="802" y="204"/>
                    </a:cubicBezTo>
                    <a:cubicBezTo>
                      <a:pt x="802" y="204"/>
                      <a:pt x="804" y="205"/>
                      <a:pt x="803" y="205"/>
                    </a:cubicBezTo>
                    <a:cubicBezTo>
                      <a:pt x="805" y="205"/>
                      <a:pt x="806" y="201"/>
                      <a:pt x="807" y="204"/>
                    </a:cubicBezTo>
                    <a:cubicBezTo>
                      <a:pt x="808" y="204"/>
                      <a:pt x="808" y="202"/>
                      <a:pt x="808" y="201"/>
                    </a:cubicBezTo>
                    <a:cubicBezTo>
                      <a:pt x="810" y="202"/>
                      <a:pt x="810" y="211"/>
                      <a:pt x="813" y="206"/>
                    </a:cubicBezTo>
                    <a:cubicBezTo>
                      <a:pt x="815" y="206"/>
                      <a:pt x="815" y="207"/>
                      <a:pt x="815" y="208"/>
                    </a:cubicBezTo>
                    <a:cubicBezTo>
                      <a:pt x="815" y="210"/>
                      <a:pt x="815" y="211"/>
                      <a:pt x="817" y="210"/>
                    </a:cubicBezTo>
                    <a:cubicBezTo>
                      <a:pt x="817" y="212"/>
                      <a:pt x="815" y="211"/>
                      <a:pt x="815" y="211"/>
                    </a:cubicBezTo>
                    <a:cubicBezTo>
                      <a:pt x="814" y="212"/>
                      <a:pt x="816" y="215"/>
                      <a:pt x="816" y="217"/>
                    </a:cubicBezTo>
                    <a:cubicBezTo>
                      <a:pt x="816" y="217"/>
                      <a:pt x="815" y="217"/>
                      <a:pt x="815" y="218"/>
                    </a:cubicBezTo>
                    <a:cubicBezTo>
                      <a:pt x="814" y="219"/>
                      <a:pt x="813" y="219"/>
                      <a:pt x="813" y="220"/>
                    </a:cubicBezTo>
                    <a:cubicBezTo>
                      <a:pt x="813" y="224"/>
                      <a:pt x="815" y="232"/>
                      <a:pt x="811" y="228"/>
                    </a:cubicBezTo>
                    <a:cubicBezTo>
                      <a:pt x="812" y="239"/>
                      <a:pt x="807" y="244"/>
                      <a:pt x="804" y="252"/>
                    </a:cubicBezTo>
                    <a:cubicBezTo>
                      <a:pt x="803" y="253"/>
                      <a:pt x="802" y="252"/>
                      <a:pt x="801" y="252"/>
                    </a:cubicBezTo>
                    <a:cubicBezTo>
                      <a:pt x="800" y="253"/>
                      <a:pt x="801" y="255"/>
                      <a:pt x="801" y="256"/>
                    </a:cubicBezTo>
                    <a:cubicBezTo>
                      <a:pt x="800" y="257"/>
                      <a:pt x="798" y="256"/>
                      <a:pt x="797" y="257"/>
                    </a:cubicBezTo>
                    <a:cubicBezTo>
                      <a:pt x="796" y="257"/>
                      <a:pt x="797" y="259"/>
                      <a:pt x="797" y="259"/>
                    </a:cubicBezTo>
                    <a:cubicBezTo>
                      <a:pt x="797" y="259"/>
                      <a:pt x="796" y="259"/>
                      <a:pt x="796" y="259"/>
                    </a:cubicBezTo>
                    <a:cubicBezTo>
                      <a:pt x="795" y="259"/>
                      <a:pt x="795" y="259"/>
                      <a:pt x="794" y="259"/>
                    </a:cubicBezTo>
                    <a:cubicBezTo>
                      <a:pt x="794" y="260"/>
                      <a:pt x="795" y="261"/>
                      <a:pt x="796" y="261"/>
                    </a:cubicBezTo>
                    <a:cubicBezTo>
                      <a:pt x="795" y="262"/>
                      <a:pt x="793" y="262"/>
                      <a:pt x="792" y="263"/>
                    </a:cubicBezTo>
                    <a:cubicBezTo>
                      <a:pt x="791" y="264"/>
                      <a:pt x="791" y="266"/>
                      <a:pt x="791" y="267"/>
                    </a:cubicBezTo>
                    <a:cubicBezTo>
                      <a:pt x="790" y="268"/>
                      <a:pt x="788" y="267"/>
                      <a:pt x="787" y="268"/>
                    </a:cubicBezTo>
                    <a:cubicBezTo>
                      <a:pt x="786" y="269"/>
                      <a:pt x="786" y="271"/>
                      <a:pt x="786" y="272"/>
                    </a:cubicBezTo>
                    <a:cubicBezTo>
                      <a:pt x="785" y="272"/>
                      <a:pt x="785" y="272"/>
                      <a:pt x="784" y="272"/>
                    </a:cubicBezTo>
                    <a:cubicBezTo>
                      <a:pt x="784" y="272"/>
                      <a:pt x="783" y="272"/>
                      <a:pt x="783" y="272"/>
                    </a:cubicBezTo>
                    <a:cubicBezTo>
                      <a:pt x="783" y="272"/>
                      <a:pt x="783" y="275"/>
                      <a:pt x="782" y="274"/>
                    </a:cubicBezTo>
                    <a:cubicBezTo>
                      <a:pt x="781" y="273"/>
                      <a:pt x="780" y="273"/>
                      <a:pt x="779" y="277"/>
                    </a:cubicBezTo>
                    <a:cubicBezTo>
                      <a:pt x="773" y="278"/>
                      <a:pt x="773" y="277"/>
                      <a:pt x="767" y="277"/>
                    </a:cubicBezTo>
                    <a:cubicBezTo>
                      <a:pt x="766" y="278"/>
                      <a:pt x="761" y="280"/>
                      <a:pt x="764" y="281"/>
                    </a:cubicBezTo>
                    <a:cubicBezTo>
                      <a:pt x="765" y="283"/>
                      <a:pt x="756" y="281"/>
                      <a:pt x="760" y="283"/>
                    </a:cubicBezTo>
                    <a:cubicBezTo>
                      <a:pt x="760" y="285"/>
                      <a:pt x="758" y="284"/>
                      <a:pt x="758" y="283"/>
                    </a:cubicBezTo>
                    <a:cubicBezTo>
                      <a:pt x="755" y="286"/>
                      <a:pt x="756" y="289"/>
                      <a:pt x="757" y="293"/>
                    </a:cubicBezTo>
                    <a:cubicBezTo>
                      <a:pt x="753" y="294"/>
                      <a:pt x="754" y="294"/>
                      <a:pt x="750" y="293"/>
                    </a:cubicBezTo>
                    <a:cubicBezTo>
                      <a:pt x="752" y="295"/>
                      <a:pt x="751" y="296"/>
                      <a:pt x="749" y="296"/>
                    </a:cubicBezTo>
                    <a:cubicBezTo>
                      <a:pt x="749" y="298"/>
                      <a:pt x="750" y="309"/>
                      <a:pt x="751" y="306"/>
                    </a:cubicBezTo>
                    <a:cubicBezTo>
                      <a:pt x="754" y="306"/>
                      <a:pt x="752" y="316"/>
                      <a:pt x="755" y="316"/>
                    </a:cubicBezTo>
                    <a:cubicBezTo>
                      <a:pt x="758" y="316"/>
                      <a:pt x="755" y="320"/>
                      <a:pt x="758" y="321"/>
                    </a:cubicBezTo>
                    <a:cubicBezTo>
                      <a:pt x="757" y="321"/>
                      <a:pt x="757" y="323"/>
                      <a:pt x="757" y="323"/>
                    </a:cubicBezTo>
                    <a:cubicBezTo>
                      <a:pt x="755" y="324"/>
                      <a:pt x="754" y="322"/>
                      <a:pt x="754" y="322"/>
                    </a:cubicBezTo>
                    <a:cubicBezTo>
                      <a:pt x="753" y="323"/>
                      <a:pt x="754" y="324"/>
                      <a:pt x="753" y="325"/>
                    </a:cubicBezTo>
                    <a:cubicBezTo>
                      <a:pt x="752" y="325"/>
                      <a:pt x="751" y="325"/>
                      <a:pt x="751" y="325"/>
                    </a:cubicBezTo>
                    <a:cubicBezTo>
                      <a:pt x="750" y="325"/>
                      <a:pt x="749" y="325"/>
                      <a:pt x="749" y="325"/>
                    </a:cubicBezTo>
                    <a:cubicBezTo>
                      <a:pt x="746" y="326"/>
                      <a:pt x="743" y="328"/>
                      <a:pt x="740" y="326"/>
                    </a:cubicBezTo>
                    <a:cubicBezTo>
                      <a:pt x="740" y="323"/>
                      <a:pt x="741" y="323"/>
                      <a:pt x="741" y="321"/>
                    </a:cubicBezTo>
                    <a:cubicBezTo>
                      <a:pt x="742" y="318"/>
                      <a:pt x="740" y="314"/>
                      <a:pt x="743" y="313"/>
                    </a:cubicBezTo>
                    <a:cubicBezTo>
                      <a:pt x="742" y="311"/>
                      <a:pt x="739" y="312"/>
                      <a:pt x="740" y="308"/>
                    </a:cubicBezTo>
                    <a:cubicBezTo>
                      <a:pt x="739" y="308"/>
                      <a:pt x="738" y="308"/>
                      <a:pt x="737" y="308"/>
                    </a:cubicBezTo>
                    <a:cubicBezTo>
                      <a:pt x="736" y="308"/>
                      <a:pt x="734" y="308"/>
                      <a:pt x="733" y="306"/>
                    </a:cubicBezTo>
                    <a:cubicBezTo>
                      <a:pt x="732" y="302"/>
                      <a:pt x="737" y="304"/>
                      <a:pt x="735" y="300"/>
                    </a:cubicBezTo>
                    <a:cubicBezTo>
                      <a:pt x="735" y="298"/>
                      <a:pt x="734" y="299"/>
                      <a:pt x="734" y="300"/>
                    </a:cubicBezTo>
                    <a:cubicBezTo>
                      <a:pt x="732" y="299"/>
                      <a:pt x="732" y="298"/>
                      <a:pt x="731" y="297"/>
                    </a:cubicBezTo>
                    <a:cubicBezTo>
                      <a:pt x="730" y="296"/>
                      <a:pt x="729" y="296"/>
                      <a:pt x="729" y="295"/>
                    </a:cubicBezTo>
                    <a:cubicBezTo>
                      <a:pt x="728" y="295"/>
                      <a:pt x="727" y="296"/>
                      <a:pt x="725" y="296"/>
                    </a:cubicBezTo>
                    <a:cubicBezTo>
                      <a:pt x="724" y="296"/>
                      <a:pt x="724" y="297"/>
                      <a:pt x="725" y="297"/>
                    </a:cubicBezTo>
                    <a:cubicBezTo>
                      <a:pt x="725" y="299"/>
                      <a:pt x="724" y="298"/>
                      <a:pt x="724" y="298"/>
                    </a:cubicBezTo>
                    <a:cubicBezTo>
                      <a:pt x="723" y="297"/>
                      <a:pt x="722" y="297"/>
                      <a:pt x="722" y="300"/>
                    </a:cubicBezTo>
                    <a:cubicBezTo>
                      <a:pt x="721" y="298"/>
                      <a:pt x="720" y="299"/>
                      <a:pt x="719" y="300"/>
                    </a:cubicBezTo>
                    <a:cubicBezTo>
                      <a:pt x="718" y="300"/>
                      <a:pt x="717" y="301"/>
                      <a:pt x="715" y="300"/>
                    </a:cubicBezTo>
                    <a:cubicBezTo>
                      <a:pt x="718" y="297"/>
                      <a:pt x="715" y="295"/>
                      <a:pt x="719" y="292"/>
                    </a:cubicBezTo>
                    <a:cubicBezTo>
                      <a:pt x="721" y="291"/>
                      <a:pt x="712" y="291"/>
                      <a:pt x="712" y="293"/>
                    </a:cubicBezTo>
                    <a:cubicBezTo>
                      <a:pt x="712" y="296"/>
                      <a:pt x="711" y="292"/>
                      <a:pt x="711" y="292"/>
                    </a:cubicBezTo>
                    <a:cubicBezTo>
                      <a:pt x="709" y="292"/>
                      <a:pt x="710" y="296"/>
                      <a:pt x="707" y="296"/>
                    </a:cubicBezTo>
                    <a:cubicBezTo>
                      <a:pt x="707" y="296"/>
                      <a:pt x="704" y="298"/>
                      <a:pt x="704" y="298"/>
                    </a:cubicBezTo>
                    <a:cubicBezTo>
                      <a:pt x="703" y="299"/>
                      <a:pt x="702" y="299"/>
                      <a:pt x="702" y="301"/>
                    </a:cubicBezTo>
                    <a:cubicBezTo>
                      <a:pt x="697" y="300"/>
                      <a:pt x="698" y="300"/>
                      <a:pt x="693" y="301"/>
                    </a:cubicBezTo>
                    <a:cubicBezTo>
                      <a:pt x="695" y="301"/>
                      <a:pt x="694" y="304"/>
                      <a:pt x="695" y="305"/>
                    </a:cubicBezTo>
                    <a:cubicBezTo>
                      <a:pt x="695" y="305"/>
                      <a:pt x="696" y="305"/>
                      <a:pt x="697" y="305"/>
                    </a:cubicBezTo>
                    <a:cubicBezTo>
                      <a:pt x="697" y="304"/>
                      <a:pt x="698" y="304"/>
                      <a:pt x="698" y="305"/>
                    </a:cubicBezTo>
                    <a:cubicBezTo>
                      <a:pt x="699" y="305"/>
                      <a:pt x="698" y="307"/>
                      <a:pt x="698" y="307"/>
                    </a:cubicBezTo>
                    <a:cubicBezTo>
                      <a:pt x="699" y="307"/>
                      <a:pt x="700" y="307"/>
                      <a:pt x="700" y="307"/>
                    </a:cubicBezTo>
                    <a:cubicBezTo>
                      <a:pt x="701" y="307"/>
                      <a:pt x="702" y="307"/>
                      <a:pt x="702" y="307"/>
                    </a:cubicBezTo>
                    <a:cubicBezTo>
                      <a:pt x="703" y="307"/>
                      <a:pt x="702" y="309"/>
                      <a:pt x="702" y="310"/>
                    </a:cubicBezTo>
                    <a:cubicBezTo>
                      <a:pt x="703" y="310"/>
                      <a:pt x="705" y="310"/>
                      <a:pt x="706" y="311"/>
                    </a:cubicBezTo>
                    <a:cubicBezTo>
                      <a:pt x="707" y="311"/>
                      <a:pt x="707" y="308"/>
                      <a:pt x="709" y="308"/>
                    </a:cubicBezTo>
                    <a:cubicBezTo>
                      <a:pt x="714" y="308"/>
                      <a:pt x="717" y="309"/>
                      <a:pt x="717" y="313"/>
                    </a:cubicBezTo>
                    <a:cubicBezTo>
                      <a:pt x="716" y="315"/>
                      <a:pt x="713" y="315"/>
                      <a:pt x="711" y="313"/>
                    </a:cubicBezTo>
                    <a:cubicBezTo>
                      <a:pt x="710" y="315"/>
                      <a:pt x="709" y="317"/>
                      <a:pt x="710" y="320"/>
                    </a:cubicBezTo>
                    <a:cubicBezTo>
                      <a:pt x="708" y="319"/>
                      <a:pt x="707" y="321"/>
                      <a:pt x="709" y="321"/>
                    </a:cubicBezTo>
                    <a:cubicBezTo>
                      <a:pt x="708" y="322"/>
                      <a:pt x="707" y="322"/>
                      <a:pt x="705" y="322"/>
                    </a:cubicBezTo>
                    <a:cubicBezTo>
                      <a:pt x="705" y="322"/>
                      <a:pt x="704" y="322"/>
                      <a:pt x="704" y="322"/>
                    </a:cubicBezTo>
                    <a:cubicBezTo>
                      <a:pt x="705" y="327"/>
                      <a:pt x="710" y="328"/>
                      <a:pt x="710" y="335"/>
                    </a:cubicBezTo>
                    <a:cubicBezTo>
                      <a:pt x="713" y="331"/>
                      <a:pt x="711" y="334"/>
                      <a:pt x="714" y="336"/>
                    </a:cubicBezTo>
                    <a:cubicBezTo>
                      <a:pt x="713" y="341"/>
                      <a:pt x="715" y="347"/>
                      <a:pt x="712" y="350"/>
                    </a:cubicBezTo>
                    <a:cubicBezTo>
                      <a:pt x="715" y="353"/>
                      <a:pt x="715" y="357"/>
                      <a:pt x="715" y="362"/>
                    </a:cubicBezTo>
                    <a:cubicBezTo>
                      <a:pt x="713" y="361"/>
                      <a:pt x="712" y="363"/>
                      <a:pt x="712" y="364"/>
                    </a:cubicBezTo>
                    <a:cubicBezTo>
                      <a:pt x="712" y="366"/>
                      <a:pt x="712" y="367"/>
                      <a:pt x="711" y="366"/>
                    </a:cubicBezTo>
                    <a:cubicBezTo>
                      <a:pt x="709" y="365"/>
                      <a:pt x="711" y="366"/>
                      <a:pt x="710" y="367"/>
                    </a:cubicBezTo>
                    <a:cubicBezTo>
                      <a:pt x="709" y="369"/>
                      <a:pt x="706" y="368"/>
                      <a:pt x="707" y="373"/>
                    </a:cubicBezTo>
                    <a:cubicBezTo>
                      <a:pt x="705" y="372"/>
                      <a:pt x="705" y="373"/>
                      <a:pt x="705" y="374"/>
                    </a:cubicBezTo>
                    <a:cubicBezTo>
                      <a:pt x="705" y="375"/>
                      <a:pt x="704" y="376"/>
                      <a:pt x="702" y="375"/>
                    </a:cubicBezTo>
                    <a:cubicBezTo>
                      <a:pt x="706" y="378"/>
                      <a:pt x="697" y="380"/>
                      <a:pt x="698" y="381"/>
                    </a:cubicBezTo>
                    <a:cubicBezTo>
                      <a:pt x="701" y="384"/>
                      <a:pt x="698" y="382"/>
                      <a:pt x="696" y="384"/>
                    </a:cubicBezTo>
                    <a:cubicBezTo>
                      <a:pt x="695" y="385"/>
                      <a:pt x="696" y="387"/>
                      <a:pt x="695" y="388"/>
                    </a:cubicBezTo>
                    <a:cubicBezTo>
                      <a:pt x="695" y="388"/>
                      <a:pt x="694" y="388"/>
                      <a:pt x="693" y="388"/>
                    </a:cubicBezTo>
                    <a:cubicBezTo>
                      <a:pt x="693" y="388"/>
                      <a:pt x="692" y="387"/>
                      <a:pt x="692" y="388"/>
                    </a:cubicBezTo>
                    <a:cubicBezTo>
                      <a:pt x="692" y="388"/>
                      <a:pt x="693" y="390"/>
                      <a:pt x="692" y="390"/>
                    </a:cubicBezTo>
                    <a:cubicBezTo>
                      <a:pt x="692" y="391"/>
                      <a:pt x="691" y="391"/>
                      <a:pt x="690" y="391"/>
                    </a:cubicBezTo>
                    <a:cubicBezTo>
                      <a:pt x="689" y="390"/>
                      <a:pt x="688" y="390"/>
                      <a:pt x="688" y="393"/>
                    </a:cubicBezTo>
                    <a:cubicBezTo>
                      <a:pt x="681" y="393"/>
                      <a:pt x="682" y="394"/>
                      <a:pt x="673" y="393"/>
                    </a:cubicBezTo>
                    <a:cubicBezTo>
                      <a:pt x="672" y="393"/>
                      <a:pt x="672" y="395"/>
                      <a:pt x="672" y="396"/>
                    </a:cubicBezTo>
                    <a:cubicBezTo>
                      <a:pt x="670" y="395"/>
                      <a:pt x="668" y="396"/>
                      <a:pt x="667" y="397"/>
                    </a:cubicBezTo>
                    <a:cubicBezTo>
                      <a:pt x="666" y="398"/>
                      <a:pt x="665" y="399"/>
                      <a:pt x="664" y="399"/>
                    </a:cubicBezTo>
                    <a:cubicBezTo>
                      <a:pt x="663" y="398"/>
                      <a:pt x="663" y="398"/>
                      <a:pt x="662" y="399"/>
                    </a:cubicBezTo>
                    <a:cubicBezTo>
                      <a:pt x="662" y="400"/>
                      <a:pt x="661" y="400"/>
                      <a:pt x="659" y="400"/>
                    </a:cubicBezTo>
                    <a:cubicBezTo>
                      <a:pt x="657" y="401"/>
                      <a:pt x="661" y="402"/>
                      <a:pt x="658" y="403"/>
                    </a:cubicBezTo>
                    <a:cubicBezTo>
                      <a:pt x="655" y="406"/>
                      <a:pt x="654" y="400"/>
                      <a:pt x="651" y="400"/>
                    </a:cubicBezTo>
                    <a:cubicBezTo>
                      <a:pt x="648" y="400"/>
                      <a:pt x="647" y="400"/>
                      <a:pt x="646" y="401"/>
                    </a:cubicBezTo>
                    <a:cubicBezTo>
                      <a:pt x="645" y="401"/>
                      <a:pt x="644" y="401"/>
                      <a:pt x="643" y="401"/>
                    </a:cubicBezTo>
                    <a:cubicBezTo>
                      <a:pt x="641" y="402"/>
                      <a:pt x="641" y="404"/>
                      <a:pt x="640" y="406"/>
                    </a:cubicBezTo>
                    <a:cubicBezTo>
                      <a:pt x="636" y="405"/>
                      <a:pt x="637" y="408"/>
                      <a:pt x="634" y="409"/>
                    </a:cubicBezTo>
                    <a:cubicBezTo>
                      <a:pt x="633" y="412"/>
                      <a:pt x="637" y="411"/>
                      <a:pt x="637" y="414"/>
                    </a:cubicBezTo>
                    <a:cubicBezTo>
                      <a:pt x="637" y="415"/>
                      <a:pt x="637" y="416"/>
                      <a:pt x="638" y="417"/>
                    </a:cubicBezTo>
                    <a:cubicBezTo>
                      <a:pt x="640" y="417"/>
                      <a:pt x="638" y="418"/>
                      <a:pt x="639" y="419"/>
                    </a:cubicBezTo>
                    <a:cubicBezTo>
                      <a:pt x="640" y="420"/>
                      <a:pt x="642" y="419"/>
                      <a:pt x="643" y="420"/>
                    </a:cubicBezTo>
                    <a:cubicBezTo>
                      <a:pt x="643" y="421"/>
                      <a:pt x="643" y="422"/>
                      <a:pt x="643" y="423"/>
                    </a:cubicBezTo>
                    <a:cubicBezTo>
                      <a:pt x="643" y="423"/>
                      <a:pt x="644" y="423"/>
                      <a:pt x="644" y="423"/>
                    </a:cubicBezTo>
                    <a:cubicBezTo>
                      <a:pt x="645" y="423"/>
                      <a:pt x="645" y="423"/>
                      <a:pt x="646" y="423"/>
                    </a:cubicBezTo>
                    <a:cubicBezTo>
                      <a:pt x="646" y="424"/>
                      <a:pt x="647" y="427"/>
                      <a:pt x="648" y="429"/>
                    </a:cubicBezTo>
                    <a:cubicBezTo>
                      <a:pt x="649" y="431"/>
                      <a:pt x="652" y="433"/>
                      <a:pt x="652" y="433"/>
                    </a:cubicBezTo>
                    <a:cubicBezTo>
                      <a:pt x="652" y="434"/>
                      <a:pt x="652" y="436"/>
                      <a:pt x="652" y="438"/>
                    </a:cubicBezTo>
                    <a:cubicBezTo>
                      <a:pt x="652" y="440"/>
                      <a:pt x="653" y="441"/>
                      <a:pt x="653" y="443"/>
                    </a:cubicBezTo>
                    <a:cubicBezTo>
                      <a:pt x="653" y="445"/>
                      <a:pt x="652" y="445"/>
                      <a:pt x="652" y="447"/>
                    </a:cubicBezTo>
                    <a:cubicBezTo>
                      <a:pt x="651" y="449"/>
                      <a:pt x="653" y="452"/>
                      <a:pt x="649" y="449"/>
                    </a:cubicBezTo>
                    <a:cubicBezTo>
                      <a:pt x="651" y="454"/>
                      <a:pt x="646" y="452"/>
                      <a:pt x="647" y="456"/>
                    </a:cubicBezTo>
                    <a:cubicBezTo>
                      <a:pt x="644" y="455"/>
                      <a:pt x="643" y="456"/>
                      <a:pt x="642" y="457"/>
                    </a:cubicBezTo>
                    <a:cubicBezTo>
                      <a:pt x="641" y="457"/>
                      <a:pt x="641" y="458"/>
                      <a:pt x="639" y="458"/>
                    </a:cubicBezTo>
                    <a:cubicBezTo>
                      <a:pt x="638" y="458"/>
                      <a:pt x="639" y="460"/>
                      <a:pt x="638" y="461"/>
                    </a:cubicBezTo>
                    <a:cubicBezTo>
                      <a:pt x="638" y="461"/>
                      <a:pt x="634" y="461"/>
                      <a:pt x="635" y="462"/>
                    </a:cubicBezTo>
                    <a:cubicBezTo>
                      <a:pt x="637" y="463"/>
                      <a:pt x="636" y="462"/>
                      <a:pt x="635" y="463"/>
                    </a:cubicBezTo>
                    <a:cubicBezTo>
                      <a:pt x="634" y="464"/>
                      <a:pt x="634" y="466"/>
                      <a:pt x="632" y="466"/>
                    </a:cubicBezTo>
                    <a:cubicBezTo>
                      <a:pt x="632" y="462"/>
                      <a:pt x="632" y="462"/>
                      <a:pt x="631" y="463"/>
                    </a:cubicBezTo>
                    <a:cubicBezTo>
                      <a:pt x="630" y="463"/>
                      <a:pt x="629" y="463"/>
                      <a:pt x="629" y="462"/>
                    </a:cubicBezTo>
                    <a:cubicBezTo>
                      <a:pt x="629" y="461"/>
                      <a:pt x="628" y="458"/>
                      <a:pt x="627" y="457"/>
                    </a:cubicBezTo>
                    <a:cubicBezTo>
                      <a:pt x="626" y="457"/>
                      <a:pt x="626" y="457"/>
                      <a:pt x="625" y="457"/>
                    </a:cubicBezTo>
                    <a:cubicBezTo>
                      <a:pt x="625" y="457"/>
                      <a:pt x="624" y="457"/>
                      <a:pt x="624" y="457"/>
                    </a:cubicBezTo>
                    <a:cubicBezTo>
                      <a:pt x="624" y="456"/>
                      <a:pt x="625" y="455"/>
                      <a:pt x="624" y="454"/>
                    </a:cubicBezTo>
                    <a:cubicBezTo>
                      <a:pt x="623" y="454"/>
                      <a:pt x="620" y="454"/>
                      <a:pt x="619" y="453"/>
                    </a:cubicBezTo>
                    <a:cubicBezTo>
                      <a:pt x="619" y="453"/>
                      <a:pt x="619" y="451"/>
                      <a:pt x="619" y="451"/>
                    </a:cubicBezTo>
                    <a:cubicBezTo>
                      <a:pt x="619" y="450"/>
                      <a:pt x="618" y="450"/>
                      <a:pt x="617" y="451"/>
                    </a:cubicBezTo>
                    <a:cubicBezTo>
                      <a:pt x="616" y="451"/>
                      <a:pt x="616" y="451"/>
                      <a:pt x="615" y="451"/>
                    </a:cubicBezTo>
                    <a:cubicBezTo>
                      <a:pt x="614" y="451"/>
                      <a:pt x="615" y="447"/>
                      <a:pt x="614" y="447"/>
                    </a:cubicBezTo>
                    <a:cubicBezTo>
                      <a:pt x="613" y="446"/>
                      <a:pt x="612" y="448"/>
                      <a:pt x="613" y="448"/>
                    </a:cubicBezTo>
                    <a:cubicBezTo>
                      <a:pt x="610" y="446"/>
                      <a:pt x="612" y="445"/>
                      <a:pt x="609" y="443"/>
                    </a:cubicBezTo>
                    <a:cubicBezTo>
                      <a:pt x="605" y="442"/>
                      <a:pt x="606" y="447"/>
                      <a:pt x="605" y="449"/>
                    </a:cubicBezTo>
                    <a:cubicBezTo>
                      <a:pt x="605" y="450"/>
                      <a:pt x="603" y="450"/>
                      <a:pt x="603" y="451"/>
                    </a:cubicBezTo>
                    <a:cubicBezTo>
                      <a:pt x="602" y="453"/>
                      <a:pt x="604" y="456"/>
                      <a:pt x="601" y="458"/>
                    </a:cubicBezTo>
                    <a:cubicBezTo>
                      <a:pt x="602" y="459"/>
                      <a:pt x="603" y="460"/>
                      <a:pt x="603" y="462"/>
                    </a:cubicBezTo>
                    <a:cubicBezTo>
                      <a:pt x="603" y="463"/>
                      <a:pt x="605" y="465"/>
                      <a:pt x="605" y="463"/>
                    </a:cubicBezTo>
                    <a:cubicBezTo>
                      <a:pt x="608" y="466"/>
                      <a:pt x="607" y="468"/>
                      <a:pt x="606" y="472"/>
                    </a:cubicBezTo>
                    <a:cubicBezTo>
                      <a:pt x="607" y="473"/>
                      <a:pt x="608" y="473"/>
                      <a:pt x="608" y="474"/>
                    </a:cubicBezTo>
                    <a:cubicBezTo>
                      <a:pt x="609" y="475"/>
                      <a:pt x="609" y="476"/>
                      <a:pt x="610" y="477"/>
                    </a:cubicBezTo>
                    <a:cubicBezTo>
                      <a:pt x="612" y="478"/>
                      <a:pt x="614" y="479"/>
                      <a:pt x="617" y="481"/>
                    </a:cubicBezTo>
                    <a:cubicBezTo>
                      <a:pt x="617" y="481"/>
                      <a:pt x="616" y="482"/>
                      <a:pt x="618" y="482"/>
                    </a:cubicBezTo>
                    <a:cubicBezTo>
                      <a:pt x="619" y="482"/>
                      <a:pt x="619" y="484"/>
                      <a:pt x="619" y="485"/>
                    </a:cubicBezTo>
                    <a:cubicBezTo>
                      <a:pt x="619" y="485"/>
                      <a:pt x="620" y="485"/>
                      <a:pt x="620" y="485"/>
                    </a:cubicBezTo>
                    <a:cubicBezTo>
                      <a:pt x="621" y="485"/>
                      <a:pt x="621" y="485"/>
                      <a:pt x="622" y="486"/>
                    </a:cubicBezTo>
                    <a:cubicBezTo>
                      <a:pt x="622" y="487"/>
                      <a:pt x="621" y="489"/>
                      <a:pt x="622" y="491"/>
                    </a:cubicBezTo>
                    <a:cubicBezTo>
                      <a:pt x="622" y="491"/>
                      <a:pt x="624" y="493"/>
                      <a:pt x="624" y="493"/>
                    </a:cubicBezTo>
                    <a:cubicBezTo>
                      <a:pt x="624" y="494"/>
                      <a:pt x="621" y="498"/>
                      <a:pt x="625" y="498"/>
                    </a:cubicBezTo>
                    <a:cubicBezTo>
                      <a:pt x="625" y="501"/>
                      <a:pt x="622" y="500"/>
                      <a:pt x="620" y="500"/>
                    </a:cubicBezTo>
                    <a:cubicBezTo>
                      <a:pt x="619" y="499"/>
                      <a:pt x="615" y="499"/>
                      <a:pt x="614" y="498"/>
                    </a:cubicBezTo>
                    <a:cubicBezTo>
                      <a:pt x="614" y="499"/>
                      <a:pt x="614" y="498"/>
                      <a:pt x="615" y="497"/>
                    </a:cubicBezTo>
                    <a:cubicBezTo>
                      <a:pt x="615" y="496"/>
                      <a:pt x="614" y="494"/>
                      <a:pt x="613" y="497"/>
                    </a:cubicBezTo>
                    <a:cubicBezTo>
                      <a:pt x="610" y="496"/>
                      <a:pt x="611" y="493"/>
                      <a:pt x="610" y="491"/>
                    </a:cubicBezTo>
                    <a:cubicBezTo>
                      <a:pt x="609" y="489"/>
                      <a:pt x="608" y="489"/>
                      <a:pt x="606" y="487"/>
                    </a:cubicBezTo>
                    <a:cubicBezTo>
                      <a:pt x="606" y="485"/>
                      <a:pt x="606" y="483"/>
                      <a:pt x="608" y="483"/>
                    </a:cubicBezTo>
                    <a:cubicBezTo>
                      <a:pt x="606" y="481"/>
                      <a:pt x="605" y="477"/>
                      <a:pt x="601" y="476"/>
                    </a:cubicBezTo>
                    <a:cubicBezTo>
                      <a:pt x="602" y="474"/>
                      <a:pt x="599" y="472"/>
                      <a:pt x="601" y="472"/>
                    </a:cubicBezTo>
                    <a:cubicBezTo>
                      <a:pt x="600" y="471"/>
                      <a:pt x="599" y="470"/>
                      <a:pt x="598" y="469"/>
                    </a:cubicBezTo>
                    <a:cubicBezTo>
                      <a:pt x="598" y="468"/>
                      <a:pt x="598" y="466"/>
                      <a:pt x="596" y="466"/>
                    </a:cubicBezTo>
                    <a:cubicBezTo>
                      <a:pt x="596" y="463"/>
                      <a:pt x="597" y="462"/>
                      <a:pt x="598" y="461"/>
                    </a:cubicBezTo>
                    <a:cubicBezTo>
                      <a:pt x="598" y="458"/>
                      <a:pt x="597" y="457"/>
                      <a:pt x="595" y="457"/>
                    </a:cubicBezTo>
                    <a:cubicBezTo>
                      <a:pt x="596" y="456"/>
                      <a:pt x="597" y="455"/>
                      <a:pt x="595" y="454"/>
                    </a:cubicBezTo>
                    <a:cubicBezTo>
                      <a:pt x="595" y="453"/>
                      <a:pt x="597" y="453"/>
                      <a:pt x="599" y="453"/>
                    </a:cubicBezTo>
                    <a:cubicBezTo>
                      <a:pt x="599" y="453"/>
                      <a:pt x="600" y="453"/>
                      <a:pt x="600" y="453"/>
                    </a:cubicBezTo>
                    <a:cubicBezTo>
                      <a:pt x="600" y="452"/>
                      <a:pt x="599" y="452"/>
                      <a:pt x="599" y="451"/>
                    </a:cubicBezTo>
                    <a:cubicBezTo>
                      <a:pt x="599" y="450"/>
                      <a:pt x="600" y="449"/>
                      <a:pt x="600" y="448"/>
                    </a:cubicBezTo>
                    <a:cubicBezTo>
                      <a:pt x="600" y="446"/>
                      <a:pt x="598" y="444"/>
                      <a:pt x="598" y="442"/>
                    </a:cubicBezTo>
                    <a:cubicBezTo>
                      <a:pt x="597" y="439"/>
                      <a:pt x="598" y="436"/>
                      <a:pt x="598" y="434"/>
                    </a:cubicBezTo>
                    <a:cubicBezTo>
                      <a:pt x="597" y="433"/>
                      <a:pt x="596" y="433"/>
                      <a:pt x="595" y="432"/>
                    </a:cubicBezTo>
                    <a:cubicBezTo>
                      <a:pt x="594" y="430"/>
                      <a:pt x="595" y="429"/>
                      <a:pt x="594" y="428"/>
                    </a:cubicBezTo>
                    <a:cubicBezTo>
                      <a:pt x="593" y="426"/>
                      <a:pt x="592" y="424"/>
                      <a:pt x="590" y="423"/>
                    </a:cubicBezTo>
                    <a:cubicBezTo>
                      <a:pt x="588" y="423"/>
                      <a:pt x="588" y="423"/>
                      <a:pt x="587" y="424"/>
                    </a:cubicBezTo>
                    <a:cubicBezTo>
                      <a:pt x="587" y="425"/>
                      <a:pt x="587" y="426"/>
                      <a:pt x="585" y="424"/>
                    </a:cubicBezTo>
                    <a:cubicBezTo>
                      <a:pt x="583" y="424"/>
                      <a:pt x="584" y="427"/>
                      <a:pt x="584" y="428"/>
                    </a:cubicBezTo>
                    <a:cubicBezTo>
                      <a:pt x="584" y="428"/>
                      <a:pt x="583" y="428"/>
                      <a:pt x="582" y="428"/>
                    </a:cubicBezTo>
                    <a:cubicBezTo>
                      <a:pt x="582" y="428"/>
                      <a:pt x="581" y="428"/>
                      <a:pt x="581" y="428"/>
                    </a:cubicBezTo>
                    <a:cubicBezTo>
                      <a:pt x="581" y="429"/>
                      <a:pt x="582" y="431"/>
                      <a:pt x="580" y="430"/>
                    </a:cubicBezTo>
                    <a:cubicBezTo>
                      <a:pt x="577" y="431"/>
                      <a:pt x="577" y="430"/>
                      <a:pt x="576" y="427"/>
                    </a:cubicBezTo>
                    <a:cubicBezTo>
                      <a:pt x="576" y="426"/>
                      <a:pt x="575" y="426"/>
                      <a:pt x="575" y="425"/>
                    </a:cubicBezTo>
                    <a:cubicBezTo>
                      <a:pt x="574" y="423"/>
                      <a:pt x="576" y="424"/>
                      <a:pt x="576" y="423"/>
                    </a:cubicBezTo>
                    <a:cubicBezTo>
                      <a:pt x="576" y="422"/>
                      <a:pt x="573" y="416"/>
                      <a:pt x="576" y="414"/>
                    </a:cubicBezTo>
                    <a:cubicBezTo>
                      <a:pt x="575" y="413"/>
                      <a:pt x="573" y="412"/>
                      <a:pt x="574" y="406"/>
                    </a:cubicBezTo>
                    <a:cubicBezTo>
                      <a:pt x="572" y="407"/>
                      <a:pt x="573" y="408"/>
                      <a:pt x="572" y="409"/>
                    </a:cubicBezTo>
                    <a:cubicBezTo>
                      <a:pt x="570" y="408"/>
                      <a:pt x="572" y="404"/>
                      <a:pt x="570" y="401"/>
                    </a:cubicBezTo>
                    <a:cubicBezTo>
                      <a:pt x="569" y="400"/>
                      <a:pt x="568" y="400"/>
                      <a:pt x="567" y="399"/>
                    </a:cubicBezTo>
                    <a:cubicBezTo>
                      <a:pt x="567" y="398"/>
                      <a:pt x="567" y="397"/>
                      <a:pt x="566" y="396"/>
                    </a:cubicBezTo>
                    <a:cubicBezTo>
                      <a:pt x="565" y="395"/>
                      <a:pt x="561" y="396"/>
                      <a:pt x="562" y="393"/>
                    </a:cubicBezTo>
                    <a:cubicBezTo>
                      <a:pt x="558" y="392"/>
                      <a:pt x="557" y="395"/>
                      <a:pt x="555" y="396"/>
                    </a:cubicBezTo>
                    <a:cubicBezTo>
                      <a:pt x="553" y="396"/>
                      <a:pt x="551" y="396"/>
                      <a:pt x="551" y="398"/>
                    </a:cubicBezTo>
                    <a:cubicBezTo>
                      <a:pt x="548" y="398"/>
                      <a:pt x="545" y="398"/>
                      <a:pt x="542" y="398"/>
                    </a:cubicBezTo>
                    <a:cubicBezTo>
                      <a:pt x="542" y="399"/>
                      <a:pt x="540" y="399"/>
                      <a:pt x="540" y="400"/>
                    </a:cubicBezTo>
                    <a:cubicBezTo>
                      <a:pt x="539" y="401"/>
                      <a:pt x="538" y="400"/>
                      <a:pt x="538" y="401"/>
                    </a:cubicBezTo>
                    <a:cubicBezTo>
                      <a:pt x="538" y="403"/>
                      <a:pt x="535" y="403"/>
                      <a:pt x="535" y="404"/>
                    </a:cubicBezTo>
                    <a:cubicBezTo>
                      <a:pt x="532" y="406"/>
                      <a:pt x="529" y="411"/>
                      <a:pt x="524" y="413"/>
                    </a:cubicBezTo>
                    <a:cubicBezTo>
                      <a:pt x="521" y="415"/>
                      <a:pt x="521" y="420"/>
                      <a:pt x="516" y="420"/>
                    </a:cubicBezTo>
                    <a:cubicBezTo>
                      <a:pt x="517" y="423"/>
                      <a:pt x="517" y="423"/>
                      <a:pt x="513" y="423"/>
                    </a:cubicBezTo>
                    <a:cubicBezTo>
                      <a:pt x="513" y="424"/>
                      <a:pt x="513" y="425"/>
                      <a:pt x="514" y="425"/>
                    </a:cubicBezTo>
                    <a:cubicBezTo>
                      <a:pt x="514" y="427"/>
                      <a:pt x="512" y="427"/>
                      <a:pt x="512" y="425"/>
                    </a:cubicBezTo>
                    <a:cubicBezTo>
                      <a:pt x="510" y="426"/>
                      <a:pt x="511" y="429"/>
                      <a:pt x="507" y="428"/>
                    </a:cubicBezTo>
                    <a:cubicBezTo>
                      <a:pt x="506" y="429"/>
                      <a:pt x="506" y="431"/>
                      <a:pt x="503" y="430"/>
                    </a:cubicBezTo>
                    <a:cubicBezTo>
                      <a:pt x="503" y="432"/>
                      <a:pt x="504" y="433"/>
                      <a:pt x="504" y="434"/>
                    </a:cubicBezTo>
                    <a:cubicBezTo>
                      <a:pt x="504" y="437"/>
                      <a:pt x="502" y="440"/>
                      <a:pt x="502" y="444"/>
                    </a:cubicBezTo>
                    <a:cubicBezTo>
                      <a:pt x="501" y="450"/>
                      <a:pt x="502" y="456"/>
                      <a:pt x="501" y="458"/>
                    </a:cubicBezTo>
                    <a:cubicBezTo>
                      <a:pt x="500" y="458"/>
                      <a:pt x="500" y="458"/>
                      <a:pt x="499" y="458"/>
                    </a:cubicBezTo>
                    <a:cubicBezTo>
                      <a:pt x="499" y="458"/>
                      <a:pt x="498" y="458"/>
                      <a:pt x="498" y="458"/>
                    </a:cubicBezTo>
                    <a:cubicBezTo>
                      <a:pt x="497" y="459"/>
                      <a:pt x="498" y="462"/>
                      <a:pt x="497" y="463"/>
                    </a:cubicBezTo>
                    <a:cubicBezTo>
                      <a:pt x="496" y="464"/>
                      <a:pt x="493" y="464"/>
                      <a:pt x="492" y="464"/>
                    </a:cubicBezTo>
                    <a:cubicBezTo>
                      <a:pt x="491" y="465"/>
                      <a:pt x="490" y="468"/>
                      <a:pt x="488" y="467"/>
                    </a:cubicBezTo>
                    <a:cubicBezTo>
                      <a:pt x="485" y="464"/>
                      <a:pt x="483" y="459"/>
                      <a:pt x="482" y="454"/>
                    </a:cubicBezTo>
                    <a:cubicBezTo>
                      <a:pt x="481" y="454"/>
                      <a:pt x="480" y="452"/>
                      <a:pt x="479" y="452"/>
                    </a:cubicBezTo>
                    <a:cubicBezTo>
                      <a:pt x="478" y="451"/>
                      <a:pt x="478" y="450"/>
                      <a:pt x="477" y="451"/>
                    </a:cubicBezTo>
                    <a:cubicBezTo>
                      <a:pt x="475" y="446"/>
                      <a:pt x="479" y="447"/>
                      <a:pt x="479" y="444"/>
                    </a:cubicBezTo>
                    <a:cubicBezTo>
                      <a:pt x="479" y="442"/>
                      <a:pt x="477" y="441"/>
                      <a:pt x="475" y="439"/>
                    </a:cubicBezTo>
                    <a:cubicBezTo>
                      <a:pt x="474" y="438"/>
                      <a:pt x="474" y="436"/>
                      <a:pt x="471" y="435"/>
                    </a:cubicBezTo>
                    <a:cubicBezTo>
                      <a:pt x="471" y="433"/>
                      <a:pt x="471" y="430"/>
                      <a:pt x="469" y="428"/>
                    </a:cubicBezTo>
                    <a:cubicBezTo>
                      <a:pt x="467" y="425"/>
                      <a:pt x="467" y="417"/>
                      <a:pt x="466" y="410"/>
                    </a:cubicBezTo>
                    <a:cubicBezTo>
                      <a:pt x="466" y="407"/>
                      <a:pt x="465" y="400"/>
                      <a:pt x="464" y="395"/>
                    </a:cubicBezTo>
                    <a:cubicBezTo>
                      <a:pt x="462" y="396"/>
                      <a:pt x="459" y="400"/>
                      <a:pt x="461" y="401"/>
                    </a:cubicBezTo>
                    <a:cubicBezTo>
                      <a:pt x="461" y="405"/>
                      <a:pt x="456" y="402"/>
                      <a:pt x="455" y="401"/>
                    </a:cubicBezTo>
                    <a:cubicBezTo>
                      <a:pt x="455" y="401"/>
                      <a:pt x="454" y="401"/>
                      <a:pt x="454" y="401"/>
                    </a:cubicBezTo>
                    <a:cubicBezTo>
                      <a:pt x="453" y="402"/>
                      <a:pt x="453" y="402"/>
                      <a:pt x="453" y="401"/>
                    </a:cubicBezTo>
                    <a:cubicBezTo>
                      <a:pt x="451" y="401"/>
                      <a:pt x="450" y="396"/>
                      <a:pt x="448" y="398"/>
                    </a:cubicBezTo>
                    <a:cubicBezTo>
                      <a:pt x="447" y="396"/>
                      <a:pt x="449" y="395"/>
                      <a:pt x="450" y="395"/>
                    </a:cubicBezTo>
                    <a:cubicBezTo>
                      <a:pt x="449" y="394"/>
                      <a:pt x="450" y="393"/>
                      <a:pt x="450" y="391"/>
                    </a:cubicBezTo>
                    <a:cubicBezTo>
                      <a:pt x="450" y="390"/>
                      <a:pt x="449" y="390"/>
                      <a:pt x="447" y="390"/>
                    </a:cubicBezTo>
                    <a:cubicBezTo>
                      <a:pt x="447" y="390"/>
                      <a:pt x="446" y="390"/>
                      <a:pt x="445" y="390"/>
                    </a:cubicBezTo>
                    <a:cubicBezTo>
                      <a:pt x="444" y="390"/>
                      <a:pt x="442" y="384"/>
                      <a:pt x="441" y="388"/>
                    </a:cubicBezTo>
                    <a:cubicBezTo>
                      <a:pt x="438" y="388"/>
                      <a:pt x="440" y="383"/>
                      <a:pt x="440" y="384"/>
                    </a:cubicBezTo>
                    <a:cubicBezTo>
                      <a:pt x="439" y="382"/>
                      <a:pt x="437" y="383"/>
                      <a:pt x="437" y="380"/>
                    </a:cubicBezTo>
                    <a:cubicBezTo>
                      <a:pt x="437" y="380"/>
                      <a:pt x="436" y="380"/>
                      <a:pt x="435" y="380"/>
                    </a:cubicBezTo>
                    <a:cubicBezTo>
                      <a:pt x="434" y="380"/>
                      <a:pt x="433" y="381"/>
                      <a:pt x="432" y="380"/>
                    </a:cubicBezTo>
                    <a:cubicBezTo>
                      <a:pt x="432" y="378"/>
                      <a:pt x="432" y="378"/>
                      <a:pt x="432" y="378"/>
                    </a:cubicBezTo>
                    <a:cubicBezTo>
                      <a:pt x="429" y="377"/>
                      <a:pt x="427" y="379"/>
                      <a:pt x="425" y="379"/>
                    </a:cubicBezTo>
                    <a:cubicBezTo>
                      <a:pt x="424" y="379"/>
                      <a:pt x="423" y="379"/>
                      <a:pt x="422" y="379"/>
                    </a:cubicBezTo>
                    <a:cubicBezTo>
                      <a:pt x="421" y="378"/>
                      <a:pt x="420" y="377"/>
                      <a:pt x="420" y="380"/>
                    </a:cubicBezTo>
                    <a:cubicBezTo>
                      <a:pt x="408" y="381"/>
                      <a:pt x="399" y="379"/>
                      <a:pt x="390" y="378"/>
                    </a:cubicBezTo>
                    <a:cubicBezTo>
                      <a:pt x="390" y="375"/>
                      <a:pt x="387" y="376"/>
                      <a:pt x="387" y="374"/>
                    </a:cubicBezTo>
                    <a:cubicBezTo>
                      <a:pt x="387" y="373"/>
                      <a:pt x="386" y="373"/>
                      <a:pt x="385" y="373"/>
                    </a:cubicBezTo>
                    <a:cubicBezTo>
                      <a:pt x="384" y="374"/>
                      <a:pt x="383" y="374"/>
                      <a:pt x="384" y="371"/>
                    </a:cubicBezTo>
                    <a:cubicBezTo>
                      <a:pt x="383" y="371"/>
                      <a:pt x="382" y="371"/>
                      <a:pt x="382" y="370"/>
                    </a:cubicBezTo>
                    <a:cubicBezTo>
                      <a:pt x="379" y="372"/>
                      <a:pt x="369" y="370"/>
                      <a:pt x="366" y="369"/>
                    </a:cubicBezTo>
                    <a:cubicBezTo>
                      <a:pt x="364" y="368"/>
                      <a:pt x="363" y="368"/>
                      <a:pt x="363" y="366"/>
                    </a:cubicBezTo>
                    <a:cubicBezTo>
                      <a:pt x="360" y="367"/>
                      <a:pt x="359" y="366"/>
                      <a:pt x="358" y="364"/>
                    </a:cubicBezTo>
                    <a:cubicBezTo>
                      <a:pt x="357" y="363"/>
                      <a:pt x="356" y="362"/>
                      <a:pt x="354" y="362"/>
                    </a:cubicBezTo>
                    <a:cubicBezTo>
                      <a:pt x="353" y="358"/>
                      <a:pt x="351" y="355"/>
                      <a:pt x="349" y="351"/>
                    </a:cubicBezTo>
                    <a:cubicBezTo>
                      <a:pt x="338" y="349"/>
                      <a:pt x="338" y="355"/>
                      <a:pt x="339" y="361"/>
                    </a:cubicBezTo>
                    <a:cubicBezTo>
                      <a:pt x="339" y="363"/>
                      <a:pt x="344" y="365"/>
                      <a:pt x="348" y="370"/>
                    </a:cubicBezTo>
                    <a:cubicBezTo>
                      <a:pt x="349" y="371"/>
                      <a:pt x="351" y="378"/>
                      <a:pt x="354" y="376"/>
                    </a:cubicBezTo>
                    <a:cubicBezTo>
                      <a:pt x="354" y="379"/>
                      <a:pt x="357" y="379"/>
                      <a:pt x="355" y="383"/>
                    </a:cubicBezTo>
                    <a:cubicBezTo>
                      <a:pt x="356" y="383"/>
                      <a:pt x="357" y="383"/>
                      <a:pt x="358" y="383"/>
                    </a:cubicBezTo>
                    <a:cubicBezTo>
                      <a:pt x="361" y="382"/>
                      <a:pt x="365" y="382"/>
                      <a:pt x="362" y="385"/>
                    </a:cubicBezTo>
                    <a:cubicBezTo>
                      <a:pt x="364" y="386"/>
                      <a:pt x="363" y="383"/>
                      <a:pt x="364" y="383"/>
                    </a:cubicBezTo>
                    <a:cubicBezTo>
                      <a:pt x="366" y="382"/>
                      <a:pt x="369" y="383"/>
                      <a:pt x="369" y="380"/>
                    </a:cubicBezTo>
                    <a:cubicBezTo>
                      <a:pt x="369" y="379"/>
                      <a:pt x="371" y="379"/>
                      <a:pt x="372" y="379"/>
                    </a:cubicBezTo>
                    <a:cubicBezTo>
                      <a:pt x="373" y="378"/>
                      <a:pt x="372" y="377"/>
                      <a:pt x="373" y="376"/>
                    </a:cubicBezTo>
                    <a:cubicBezTo>
                      <a:pt x="375" y="375"/>
                      <a:pt x="378" y="376"/>
                      <a:pt x="381" y="375"/>
                    </a:cubicBezTo>
                    <a:cubicBezTo>
                      <a:pt x="381" y="375"/>
                      <a:pt x="379" y="377"/>
                      <a:pt x="379" y="378"/>
                    </a:cubicBezTo>
                    <a:cubicBezTo>
                      <a:pt x="382" y="378"/>
                      <a:pt x="382" y="378"/>
                      <a:pt x="382" y="378"/>
                    </a:cubicBezTo>
                    <a:cubicBezTo>
                      <a:pt x="383" y="380"/>
                      <a:pt x="382" y="381"/>
                      <a:pt x="383" y="383"/>
                    </a:cubicBezTo>
                    <a:cubicBezTo>
                      <a:pt x="382" y="385"/>
                      <a:pt x="387" y="384"/>
                      <a:pt x="387" y="386"/>
                    </a:cubicBezTo>
                    <a:cubicBezTo>
                      <a:pt x="387" y="390"/>
                      <a:pt x="390" y="387"/>
                      <a:pt x="392" y="389"/>
                    </a:cubicBezTo>
                    <a:cubicBezTo>
                      <a:pt x="394" y="390"/>
                      <a:pt x="393" y="392"/>
                      <a:pt x="396" y="393"/>
                    </a:cubicBezTo>
                    <a:cubicBezTo>
                      <a:pt x="393" y="396"/>
                      <a:pt x="396" y="399"/>
                      <a:pt x="396" y="403"/>
                    </a:cubicBezTo>
                    <a:cubicBezTo>
                      <a:pt x="395" y="403"/>
                      <a:pt x="393" y="403"/>
                      <a:pt x="392" y="403"/>
                    </a:cubicBezTo>
                    <a:cubicBezTo>
                      <a:pt x="393" y="407"/>
                      <a:pt x="389" y="406"/>
                      <a:pt x="390" y="410"/>
                    </a:cubicBezTo>
                    <a:cubicBezTo>
                      <a:pt x="387" y="410"/>
                      <a:pt x="386" y="411"/>
                      <a:pt x="386" y="413"/>
                    </a:cubicBezTo>
                    <a:cubicBezTo>
                      <a:pt x="384" y="413"/>
                      <a:pt x="382" y="413"/>
                      <a:pt x="381" y="413"/>
                    </a:cubicBezTo>
                    <a:cubicBezTo>
                      <a:pt x="379" y="413"/>
                      <a:pt x="380" y="415"/>
                      <a:pt x="379" y="417"/>
                    </a:cubicBezTo>
                    <a:cubicBezTo>
                      <a:pt x="379" y="417"/>
                      <a:pt x="379" y="417"/>
                      <a:pt x="378" y="417"/>
                    </a:cubicBezTo>
                    <a:cubicBezTo>
                      <a:pt x="378" y="416"/>
                      <a:pt x="377" y="416"/>
                      <a:pt x="377" y="417"/>
                    </a:cubicBezTo>
                    <a:cubicBezTo>
                      <a:pt x="376" y="417"/>
                      <a:pt x="377" y="420"/>
                      <a:pt x="377" y="420"/>
                    </a:cubicBezTo>
                    <a:cubicBezTo>
                      <a:pt x="374" y="420"/>
                      <a:pt x="373" y="421"/>
                      <a:pt x="373" y="423"/>
                    </a:cubicBezTo>
                    <a:cubicBezTo>
                      <a:pt x="371" y="423"/>
                      <a:pt x="370" y="423"/>
                      <a:pt x="368" y="424"/>
                    </a:cubicBezTo>
                    <a:cubicBezTo>
                      <a:pt x="366" y="425"/>
                      <a:pt x="367" y="426"/>
                      <a:pt x="363" y="427"/>
                    </a:cubicBezTo>
                    <a:cubicBezTo>
                      <a:pt x="362" y="427"/>
                      <a:pt x="355" y="429"/>
                      <a:pt x="355" y="433"/>
                    </a:cubicBezTo>
                    <a:cubicBezTo>
                      <a:pt x="355" y="433"/>
                      <a:pt x="354" y="433"/>
                      <a:pt x="353" y="433"/>
                    </a:cubicBezTo>
                    <a:cubicBezTo>
                      <a:pt x="352" y="433"/>
                      <a:pt x="351" y="433"/>
                      <a:pt x="350" y="433"/>
                    </a:cubicBezTo>
                    <a:cubicBezTo>
                      <a:pt x="349" y="434"/>
                      <a:pt x="350" y="435"/>
                      <a:pt x="349" y="435"/>
                    </a:cubicBezTo>
                    <a:cubicBezTo>
                      <a:pt x="349" y="436"/>
                      <a:pt x="348" y="436"/>
                      <a:pt x="348" y="435"/>
                    </a:cubicBezTo>
                    <a:cubicBezTo>
                      <a:pt x="347" y="435"/>
                      <a:pt x="347" y="435"/>
                      <a:pt x="347" y="435"/>
                    </a:cubicBezTo>
                    <a:cubicBezTo>
                      <a:pt x="343" y="437"/>
                      <a:pt x="343" y="437"/>
                      <a:pt x="343" y="437"/>
                    </a:cubicBezTo>
                    <a:cubicBezTo>
                      <a:pt x="341" y="439"/>
                      <a:pt x="331" y="438"/>
                      <a:pt x="326" y="440"/>
                    </a:cubicBezTo>
                    <a:cubicBezTo>
                      <a:pt x="323" y="441"/>
                      <a:pt x="330" y="443"/>
                      <a:pt x="324" y="443"/>
                    </a:cubicBezTo>
                    <a:cubicBezTo>
                      <a:pt x="324" y="443"/>
                      <a:pt x="323" y="443"/>
                      <a:pt x="323" y="443"/>
                    </a:cubicBezTo>
                    <a:cubicBezTo>
                      <a:pt x="322" y="443"/>
                      <a:pt x="322" y="443"/>
                      <a:pt x="321" y="443"/>
                    </a:cubicBezTo>
                    <a:cubicBezTo>
                      <a:pt x="320" y="444"/>
                      <a:pt x="320" y="446"/>
                      <a:pt x="318" y="446"/>
                    </a:cubicBezTo>
                    <a:cubicBezTo>
                      <a:pt x="319" y="443"/>
                      <a:pt x="316" y="444"/>
                      <a:pt x="315" y="443"/>
                    </a:cubicBezTo>
                    <a:cubicBezTo>
                      <a:pt x="314" y="442"/>
                      <a:pt x="316" y="438"/>
                      <a:pt x="313" y="438"/>
                    </a:cubicBezTo>
                    <a:cubicBezTo>
                      <a:pt x="312" y="436"/>
                      <a:pt x="314" y="436"/>
                      <a:pt x="314" y="434"/>
                    </a:cubicBezTo>
                    <a:cubicBezTo>
                      <a:pt x="313" y="433"/>
                      <a:pt x="310" y="432"/>
                      <a:pt x="313" y="432"/>
                    </a:cubicBezTo>
                    <a:cubicBezTo>
                      <a:pt x="312" y="430"/>
                      <a:pt x="311" y="429"/>
                      <a:pt x="309" y="429"/>
                    </a:cubicBezTo>
                    <a:cubicBezTo>
                      <a:pt x="310" y="426"/>
                      <a:pt x="306" y="422"/>
                      <a:pt x="309" y="422"/>
                    </a:cubicBezTo>
                    <a:cubicBezTo>
                      <a:pt x="309" y="420"/>
                      <a:pt x="307" y="421"/>
                      <a:pt x="306" y="420"/>
                    </a:cubicBezTo>
                    <a:cubicBezTo>
                      <a:pt x="305" y="419"/>
                      <a:pt x="306" y="416"/>
                      <a:pt x="306" y="417"/>
                    </a:cubicBezTo>
                    <a:cubicBezTo>
                      <a:pt x="306" y="416"/>
                      <a:pt x="304" y="415"/>
                      <a:pt x="304" y="414"/>
                    </a:cubicBezTo>
                    <a:cubicBezTo>
                      <a:pt x="303" y="413"/>
                      <a:pt x="304" y="413"/>
                      <a:pt x="303" y="413"/>
                    </a:cubicBezTo>
                    <a:cubicBezTo>
                      <a:pt x="302" y="413"/>
                      <a:pt x="301" y="408"/>
                      <a:pt x="300" y="409"/>
                    </a:cubicBezTo>
                    <a:cubicBezTo>
                      <a:pt x="300" y="410"/>
                      <a:pt x="300" y="410"/>
                      <a:pt x="300" y="410"/>
                    </a:cubicBezTo>
                    <a:cubicBezTo>
                      <a:pt x="297" y="408"/>
                      <a:pt x="298" y="404"/>
                      <a:pt x="294" y="404"/>
                    </a:cubicBezTo>
                    <a:cubicBezTo>
                      <a:pt x="297" y="399"/>
                      <a:pt x="291" y="398"/>
                      <a:pt x="291" y="391"/>
                    </a:cubicBezTo>
                    <a:cubicBezTo>
                      <a:pt x="291" y="390"/>
                      <a:pt x="289" y="391"/>
                      <a:pt x="289" y="389"/>
                    </a:cubicBezTo>
                    <a:cubicBezTo>
                      <a:pt x="288" y="387"/>
                      <a:pt x="284" y="388"/>
                      <a:pt x="284" y="386"/>
                    </a:cubicBezTo>
                    <a:cubicBezTo>
                      <a:pt x="285" y="385"/>
                      <a:pt x="285" y="384"/>
                      <a:pt x="282" y="384"/>
                    </a:cubicBezTo>
                    <a:cubicBezTo>
                      <a:pt x="284" y="382"/>
                      <a:pt x="283" y="381"/>
                      <a:pt x="282" y="378"/>
                    </a:cubicBezTo>
                    <a:cubicBezTo>
                      <a:pt x="282" y="377"/>
                      <a:pt x="283" y="375"/>
                      <a:pt x="282" y="375"/>
                    </a:cubicBezTo>
                    <a:cubicBezTo>
                      <a:pt x="281" y="375"/>
                      <a:pt x="281" y="375"/>
                      <a:pt x="281" y="375"/>
                    </a:cubicBezTo>
                    <a:cubicBezTo>
                      <a:pt x="281" y="372"/>
                      <a:pt x="283" y="373"/>
                      <a:pt x="281" y="370"/>
                    </a:cubicBezTo>
                    <a:cubicBezTo>
                      <a:pt x="281" y="369"/>
                      <a:pt x="280" y="370"/>
                      <a:pt x="280" y="371"/>
                    </a:cubicBezTo>
                    <a:cubicBezTo>
                      <a:pt x="279" y="373"/>
                      <a:pt x="279" y="374"/>
                      <a:pt x="279" y="370"/>
                    </a:cubicBezTo>
                    <a:cubicBezTo>
                      <a:pt x="278" y="365"/>
                      <a:pt x="274" y="362"/>
                      <a:pt x="270" y="357"/>
                    </a:cubicBezTo>
                    <a:cubicBezTo>
                      <a:pt x="266" y="360"/>
                      <a:pt x="269" y="361"/>
                      <a:pt x="267" y="365"/>
                    </a:cubicBezTo>
                    <a:cubicBezTo>
                      <a:pt x="264" y="366"/>
                      <a:pt x="265" y="363"/>
                      <a:pt x="263" y="362"/>
                    </a:cubicBezTo>
                    <a:cubicBezTo>
                      <a:pt x="261" y="363"/>
                      <a:pt x="261" y="361"/>
                      <a:pt x="260" y="361"/>
                    </a:cubicBezTo>
                    <a:cubicBezTo>
                      <a:pt x="262" y="363"/>
                      <a:pt x="260" y="369"/>
                      <a:pt x="265" y="369"/>
                    </a:cubicBezTo>
                    <a:cubicBezTo>
                      <a:pt x="263" y="372"/>
                      <a:pt x="265" y="375"/>
                      <a:pt x="267" y="380"/>
                    </a:cubicBezTo>
                    <a:cubicBezTo>
                      <a:pt x="267" y="381"/>
                      <a:pt x="267" y="382"/>
                      <a:pt x="267" y="383"/>
                    </a:cubicBezTo>
                    <a:cubicBezTo>
                      <a:pt x="269" y="384"/>
                      <a:pt x="270" y="390"/>
                      <a:pt x="271" y="393"/>
                    </a:cubicBezTo>
                    <a:cubicBezTo>
                      <a:pt x="273" y="393"/>
                      <a:pt x="274" y="393"/>
                      <a:pt x="276" y="393"/>
                    </a:cubicBezTo>
                    <a:cubicBezTo>
                      <a:pt x="275" y="394"/>
                      <a:pt x="275" y="395"/>
                      <a:pt x="275" y="396"/>
                    </a:cubicBezTo>
                    <a:cubicBezTo>
                      <a:pt x="276" y="397"/>
                      <a:pt x="277" y="396"/>
                      <a:pt x="277" y="395"/>
                    </a:cubicBezTo>
                    <a:cubicBezTo>
                      <a:pt x="280" y="397"/>
                      <a:pt x="278" y="399"/>
                      <a:pt x="280" y="401"/>
                    </a:cubicBezTo>
                    <a:cubicBezTo>
                      <a:pt x="280" y="402"/>
                      <a:pt x="282" y="402"/>
                      <a:pt x="282" y="403"/>
                    </a:cubicBezTo>
                    <a:cubicBezTo>
                      <a:pt x="283" y="403"/>
                      <a:pt x="282" y="405"/>
                      <a:pt x="282" y="405"/>
                    </a:cubicBezTo>
                    <a:cubicBezTo>
                      <a:pt x="284" y="405"/>
                      <a:pt x="284" y="405"/>
                      <a:pt x="284" y="405"/>
                    </a:cubicBezTo>
                    <a:cubicBezTo>
                      <a:pt x="284" y="407"/>
                      <a:pt x="282" y="408"/>
                      <a:pt x="282" y="408"/>
                    </a:cubicBezTo>
                    <a:cubicBezTo>
                      <a:pt x="283" y="409"/>
                      <a:pt x="284" y="409"/>
                      <a:pt x="285" y="410"/>
                    </a:cubicBezTo>
                    <a:cubicBezTo>
                      <a:pt x="285" y="411"/>
                      <a:pt x="284" y="412"/>
                      <a:pt x="285" y="413"/>
                    </a:cubicBezTo>
                    <a:cubicBezTo>
                      <a:pt x="286" y="413"/>
                      <a:pt x="286" y="413"/>
                      <a:pt x="286" y="413"/>
                    </a:cubicBezTo>
                    <a:cubicBezTo>
                      <a:pt x="287" y="414"/>
                      <a:pt x="284" y="419"/>
                      <a:pt x="289" y="418"/>
                    </a:cubicBezTo>
                    <a:cubicBezTo>
                      <a:pt x="289" y="420"/>
                      <a:pt x="288" y="423"/>
                      <a:pt x="290" y="425"/>
                    </a:cubicBezTo>
                    <a:cubicBezTo>
                      <a:pt x="290" y="426"/>
                      <a:pt x="292" y="427"/>
                      <a:pt x="292" y="428"/>
                    </a:cubicBezTo>
                    <a:cubicBezTo>
                      <a:pt x="293" y="429"/>
                      <a:pt x="293" y="431"/>
                      <a:pt x="294" y="432"/>
                    </a:cubicBezTo>
                    <a:cubicBezTo>
                      <a:pt x="294" y="432"/>
                      <a:pt x="296" y="432"/>
                      <a:pt x="296" y="433"/>
                    </a:cubicBezTo>
                    <a:cubicBezTo>
                      <a:pt x="297" y="434"/>
                      <a:pt x="295" y="437"/>
                      <a:pt x="297" y="437"/>
                    </a:cubicBezTo>
                    <a:cubicBezTo>
                      <a:pt x="299" y="437"/>
                      <a:pt x="299" y="440"/>
                      <a:pt x="299" y="442"/>
                    </a:cubicBezTo>
                    <a:cubicBezTo>
                      <a:pt x="301" y="440"/>
                      <a:pt x="302" y="441"/>
                      <a:pt x="304" y="442"/>
                    </a:cubicBezTo>
                    <a:cubicBezTo>
                      <a:pt x="305" y="443"/>
                      <a:pt x="306" y="444"/>
                      <a:pt x="309" y="443"/>
                    </a:cubicBezTo>
                    <a:cubicBezTo>
                      <a:pt x="309" y="447"/>
                      <a:pt x="311" y="448"/>
                      <a:pt x="311" y="452"/>
                    </a:cubicBezTo>
                    <a:cubicBezTo>
                      <a:pt x="316" y="459"/>
                      <a:pt x="331" y="457"/>
                      <a:pt x="340" y="456"/>
                    </a:cubicBezTo>
                    <a:cubicBezTo>
                      <a:pt x="342" y="456"/>
                      <a:pt x="341" y="453"/>
                      <a:pt x="342" y="453"/>
                    </a:cubicBezTo>
                    <a:cubicBezTo>
                      <a:pt x="343" y="453"/>
                      <a:pt x="344" y="453"/>
                      <a:pt x="345" y="453"/>
                    </a:cubicBezTo>
                    <a:cubicBezTo>
                      <a:pt x="348" y="453"/>
                      <a:pt x="350" y="454"/>
                      <a:pt x="349" y="451"/>
                    </a:cubicBezTo>
                    <a:cubicBezTo>
                      <a:pt x="352" y="452"/>
                      <a:pt x="352" y="454"/>
                      <a:pt x="350" y="457"/>
                    </a:cubicBezTo>
                    <a:cubicBezTo>
                      <a:pt x="350" y="457"/>
                      <a:pt x="349" y="458"/>
                      <a:pt x="349" y="458"/>
                    </a:cubicBezTo>
                    <a:cubicBezTo>
                      <a:pt x="349" y="460"/>
                      <a:pt x="350" y="463"/>
                      <a:pt x="349" y="466"/>
                    </a:cubicBezTo>
                    <a:cubicBezTo>
                      <a:pt x="347" y="466"/>
                      <a:pt x="347" y="466"/>
                      <a:pt x="347" y="466"/>
                    </a:cubicBezTo>
                    <a:cubicBezTo>
                      <a:pt x="346" y="466"/>
                      <a:pt x="346" y="472"/>
                      <a:pt x="345" y="473"/>
                    </a:cubicBezTo>
                    <a:cubicBezTo>
                      <a:pt x="345" y="474"/>
                      <a:pt x="341" y="475"/>
                      <a:pt x="343" y="479"/>
                    </a:cubicBezTo>
                    <a:cubicBezTo>
                      <a:pt x="339" y="480"/>
                      <a:pt x="341" y="486"/>
                      <a:pt x="337" y="486"/>
                    </a:cubicBezTo>
                    <a:cubicBezTo>
                      <a:pt x="337" y="490"/>
                      <a:pt x="335" y="490"/>
                      <a:pt x="335" y="493"/>
                    </a:cubicBezTo>
                    <a:cubicBezTo>
                      <a:pt x="333" y="493"/>
                      <a:pt x="332" y="494"/>
                      <a:pt x="332" y="495"/>
                    </a:cubicBezTo>
                    <a:cubicBezTo>
                      <a:pt x="332" y="496"/>
                      <a:pt x="331" y="498"/>
                      <a:pt x="329" y="497"/>
                    </a:cubicBezTo>
                    <a:cubicBezTo>
                      <a:pt x="329" y="498"/>
                      <a:pt x="329" y="500"/>
                      <a:pt x="329" y="501"/>
                    </a:cubicBezTo>
                    <a:cubicBezTo>
                      <a:pt x="329" y="501"/>
                      <a:pt x="328" y="501"/>
                      <a:pt x="328" y="500"/>
                    </a:cubicBezTo>
                    <a:cubicBezTo>
                      <a:pt x="328" y="500"/>
                      <a:pt x="327" y="499"/>
                      <a:pt x="326" y="500"/>
                    </a:cubicBezTo>
                    <a:cubicBezTo>
                      <a:pt x="324" y="501"/>
                      <a:pt x="326" y="502"/>
                      <a:pt x="321" y="503"/>
                    </a:cubicBezTo>
                    <a:cubicBezTo>
                      <a:pt x="318" y="505"/>
                      <a:pt x="318" y="505"/>
                      <a:pt x="318" y="505"/>
                    </a:cubicBezTo>
                    <a:cubicBezTo>
                      <a:pt x="318" y="506"/>
                      <a:pt x="318" y="506"/>
                      <a:pt x="318" y="506"/>
                    </a:cubicBezTo>
                    <a:cubicBezTo>
                      <a:pt x="316" y="507"/>
                      <a:pt x="314" y="508"/>
                      <a:pt x="313" y="508"/>
                    </a:cubicBezTo>
                    <a:cubicBezTo>
                      <a:pt x="309" y="511"/>
                      <a:pt x="308" y="515"/>
                      <a:pt x="304" y="515"/>
                    </a:cubicBezTo>
                    <a:cubicBezTo>
                      <a:pt x="305" y="518"/>
                      <a:pt x="302" y="518"/>
                      <a:pt x="303" y="521"/>
                    </a:cubicBezTo>
                    <a:cubicBezTo>
                      <a:pt x="301" y="522"/>
                      <a:pt x="301" y="521"/>
                      <a:pt x="299" y="521"/>
                    </a:cubicBezTo>
                    <a:cubicBezTo>
                      <a:pt x="300" y="522"/>
                      <a:pt x="297" y="524"/>
                      <a:pt x="297" y="525"/>
                    </a:cubicBezTo>
                    <a:cubicBezTo>
                      <a:pt x="300" y="527"/>
                      <a:pt x="296" y="525"/>
                      <a:pt x="296" y="529"/>
                    </a:cubicBezTo>
                    <a:cubicBezTo>
                      <a:pt x="296" y="530"/>
                      <a:pt x="295" y="529"/>
                      <a:pt x="295" y="529"/>
                    </a:cubicBezTo>
                    <a:cubicBezTo>
                      <a:pt x="294" y="529"/>
                      <a:pt x="294" y="529"/>
                      <a:pt x="294" y="530"/>
                    </a:cubicBezTo>
                    <a:cubicBezTo>
                      <a:pt x="293" y="531"/>
                      <a:pt x="294" y="532"/>
                      <a:pt x="294" y="532"/>
                    </a:cubicBezTo>
                    <a:cubicBezTo>
                      <a:pt x="293" y="534"/>
                      <a:pt x="291" y="543"/>
                      <a:pt x="291" y="546"/>
                    </a:cubicBezTo>
                    <a:cubicBezTo>
                      <a:pt x="291" y="549"/>
                      <a:pt x="292" y="549"/>
                      <a:pt x="294" y="551"/>
                    </a:cubicBezTo>
                    <a:cubicBezTo>
                      <a:pt x="294" y="555"/>
                      <a:pt x="293" y="556"/>
                      <a:pt x="294" y="559"/>
                    </a:cubicBezTo>
                    <a:cubicBezTo>
                      <a:pt x="294" y="559"/>
                      <a:pt x="295" y="564"/>
                      <a:pt x="296" y="564"/>
                    </a:cubicBezTo>
                    <a:cubicBezTo>
                      <a:pt x="300" y="564"/>
                      <a:pt x="292" y="569"/>
                      <a:pt x="299" y="570"/>
                    </a:cubicBezTo>
                    <a:cubicBezTo>
                      <a:pt x="298" y="576"/>
                      <a:pt x="300" y="581"/>
                      <a:pt x="299" y="586"/>
                    </a:cubicBezTo>
                    <a:cubicBezTo>
                      <a:pt x="298" y="590"/>
                      <a:pt x="295" y="593"/>
                      <a:pt x="295" y="597"/>
                    </a:cubicBezTo>
                    <a:cubicBezTo>
                      <a:pt x="292" y="597"/>
                      <a:pt x="288" y="600"/>
                      <a:pt x="286" y="602"/>
                    </a:cubicBezTo>
                    <a:cubicBezTo>
                      <a:pt x="285" y="602"/>
                      <a:pt x="285" y="602"/>
                      <a:pt x="286" y="603"/>
                    </a:cubicBezTo>
                    <a:cubicBezTo>
                      <a:pt x="286" y="604"/>
                      <a:pt x="285" y="604"/>
                      <a:pt x="284" y="604"/>
                    </a:cubicBezTo>
                    <a:cubicBezTo>
                      <a:pt x="283" y="604"/>
                      <a:pt x="283" y="604"/>
                      <a:pt x="282" y="604"/>
                    </a:cubicBezTo>
                    <a:cubicBezTo>
                      <a:pt x="281" y="605"/>
                      <a:pt x="282" y="606"/>
                      <a:pt x="281" y="607"/>
                    </a:cubicBezTo>
                    <a:cubicBezTo>
                      <a:pt x="281" y="607"/>
                      <a:pt x="280" y="606"/>
                      <a:pt x="280" y="606"/>
                    </a:cubicBezTo>
                    <a:cubicBezTo>
                      <a:pt x="279" y="606"/>
                      <a:pt x="279" y="605"/>
                      <a:pt x="279" y="607"/>
                    </a:cubicBezTo>
                    <a:cubicBezTo>
                      <a:pt x="278" y="608"/>
                      <a:pt x="277" y="607"/>
                      <a:pt x="276" y="608"/>
                    </a:cubicBezTo>
                    <a:cubicBezTo>
                      <a:pt x="275" y="609"/>
                      <a:pt x="274" y="612"/>
                      <a:pt x="271" y="612"/>
                    </a:cubicBezTo>
                    <a:cubicBezTo>
                      <a:pt x="269" y="619"/>
                      <a:pt x="271" y="629"/>
                      <a:pt x="272" y="639"/>
                    </a:cubicBezTo>
                    <a:cubicBezTo>
                      <a:pt x="271" y="640"/>
                      <a:pt x="270" y="641"/>
                      <a:pt x="270" y="639"/>
                    </a:cubicBezTo>
                    <a:cubicBezTo>
                      <a:pt x="268" y="639"/>
                      <a:pt x="269" y="641"/>
                      <a:pt x="268" y="642"/>
                    </a:cubicBezTo>
                    <a:cubicBezTo>
                      <a:pt x="268" y="642"/>
                      <a:pt x="267" y="642"/>
                      <a:pt x="267" y="642"/>
                    </a:cubicBezTo>
                    <a:cubicBezTo>
                      <a:pt x="266" y="642"/>
                      <a:pt x="265" y="642"/>
                      <a:pt x="265" y="643"/>
                    </a:cubicBezTo>
                    <a:cubicBezTo>
                      <a:pt x="265" y="645"/>
                      <a:pt x="260" y="645"/>
                      <a:pt x="258" y="647"/>
                    </a:cubicBezTo>
                    <a:cubicBezTo>
                      <a:pt x="258" y="649"/>
                      <a:pt x="258" y="652"/>
                      <a:pt x="258" y="654"/>
                    </a:cubicBezTo>
                    <a:cubicBezTo>
                      <a:pt x="256" y="655"/>
                      <a:pt x="257" y="659"/>
                      <a:pt x="256" y="661"/>
                    </a:cubicBezTo>
                    <a:cubicBezTo>
                      <a:pt x="256" y="661"/>
                      <a:pt x="254" y="661"/>
                      <a:pt x="253" y="662"/>
                    </a:cubicBezTo>
                    <a:cubicBezTo>
                      <a:pt x="252" y="664"/>
                      <a:pt x="253" y="666"/>
                      <a:pt x="251" y="668"/>
                    </a:cubicBezTo>
                    <a:cubicBezTo>
                      <a:pt x="250" y="669"/>
                      <a:pt x="251" y="670"/>
                      <a:pt x="251" y="671"/>
                    </a:cubicBezTo>
                    <a:cubicBezTo>
                      <a:pt x="251" y="671"/>
                      <a:pt x="250" y="671"/>
                      <a:pt x="250" y="671"/>
                    </a:cubicBezTo>
                    <a:cubicBezTo>
                      <a:pt x="249" y="671"/>
                      <a:pt x="248" y="671"/>
                      <a:pt x="248" y="671"/>
                    </a:cubicBezTo>
                    <a:cubicBezTo>
                      <a:pt x="248" y="672"/>
                      <a:pt x="249" y="674"/>
                      <a:pt x="248" y="674"/>
                    </a:cubicBezTo>
                    <a:cubicBezTo>
                      <a:pt x="248" y="675"/>
                      <a:pt x="248" y="675"/>
                      <a:pt x="247" y="675"/>
                    </a:cubicBezTo>
                    <a:cubicBezTo>
                      <a:pt x="246" y="674"/>
                      <a:pt x="246" y="674"/>
                      <a:pt x="246" y="674"/>
                    </a:cubicBezTo>
                    <a:cubicBezTo>
                      <a:pt x="245" y="675"/>
                      <a:pt x="246" y="677"/>
                      <a:pt x="246" y="677"/>
                    </a:cubicBezTo>
                    <a:cubicBezTo>
                      <a:pt x="246" y="677"/>
                      <a:pt x="245" y="677"/>
                      <a:pt x="245" y="677"/>
                    </a:cubicBezTo>
                    <a:cubicBezTo>
                      <a:pt x="244" y="677"/>
                      <a:pt x="244" y="677"/>
                      <a:pt x="243" y="677"/>
                    </a:cubicBezTo>
                    <a:cubicBezTo>
                      <a:pt x="243" y="678"/>
                      <a:pt x="241" y="680"/>
                      <a:pt x="241" y="681"/>
                    </a:cubicBezTo>
                    <a:cubicBezTo>
                      <a:pt x="241" y="682"/>
                      <a:pt x="240" y="682"/>
                      <a:pt x="239" y="682"/>
                    </a:cubicBezTo>
                    <a:cubicBezTo>
                      <a:pt x="239" y="682"/>
                      <a:pt x="239" y="682"/>
                      <a:pt x="238" y="682"/>
                    </a:cubicBezTo>
                    <a:cubicBezTo>
                      <a:pt x="238" y="682"/>
                      <a:pt x="239" y="684"/>
                      <a:pt x="238" y="685"/>
                    </a:cubicBezTo>
                    <a:cubicBezTo>
                      <a:pt x="238" y="685"/>
                      <a:pt x="237" y="685"/>
                      <a:pt x="237" y="685"/>
                    </a:cubicBezTo>
                    <a:cubicBezTo>
                      <a:pt x="236" y="684"/>
                      <a:pt x="236" y="684"/>
                      <a:pt x="236" y="685"/>
                    </a:cubicBezTo>
                    <a:cubicBezTo>
                      <a:pt x="235" y="685"/>
                      <a:pt x="234" y="686"/>
                      <a:pt x="233" y="687"/>
                    </a:cubicBezTo>
                    <a:cubicBezTo>
                      <a:pt x="233" y="688"/>
                      <a:pt x="231" y="689"/>
                      <a:pt x="231" y="690"/>
                    </a:cubicBezTo>
                    <a:cubicBezTo>
                      <a:pt x="230" y="690"/>
                      <a:pt x="227" y="691"/>
                      <a:pt x="227" y="691"/>
                    </a:cubicBezTo>
                    <a:cubicBezTo>
                      <a:pt x="226" y="690"/>
                      <a:pt x="226" y="690"/>
                      <a:pt x="224" y="691"/>
                    </a:cubicBezTo>
                    <a:cubicBezTo>
                      <a:pt x="223" y="692"/>
                      <a:pt x="222" y="692"/>
                      <a:pt x="219" y="692"/>
                    </a:cubicBezTo>
                    <a:cubicBezTo>
                      <a:pt x="218" y="692"/>
                      <a:pt x="210" y="695"/>
                      <a:pt x="208" y="692"/>
                    </a:cubicBezTo>
                    <a:cubicBezTo>
                      <a:pt x="207" y="692"/>
                      <a:pt x="207" y="692"/>
                      <a:pt x="207" y="693"/>
                    </a:cubicBezTo>
                    <a:cubicBezTo>
                      <a:pt x="207" y="693"/>
                      <a:pt x="208" y="694"/>
                      <a:pt x="208" y="693"/>
                    </a:cubicBezTo>
                    <a:cubicBezTo>
                      <a:pt x="207" y="695"/>
                      <a:pt x="205" y="695"/>
                      <a:pt x="203" y="695"/>
                    </a:cubicBezTo>
                    <a:cubicBezTo>
                      <a:pt x="202" y="694"/>
                      <a:pt x="201" y="694"/>
                      <a:pt x="199" y="695"/>
                    </a:cubicBezTo>
                    <a:cubicBezTo>
                      <a:pt x="198" y="695"/>
                      <a:pt x="198" y="696"/>
                      <a:pt x="199" y="696"/>
                    </a:cubicBezTo>
                    <a:cubicBezTo>
                      <a:pt x="198" y="697"/>
                      <a:pt x="196" y="696"/>
                      <a:pt x="193" y="696"/>
                    </a:cubicBezTo>
                    <a:cubicBezTo>
                      <a:pt x="191" y="695"/>
                      <a:pt x="189" y="695"/>
                      <a:pt x="188" y="695"/>
                    </a:cubicBezTo>
                    <a:cubicBezTo>
                      <a:pt x="188" y="688"/>
                      <a:pt x="182" y="685"/>
                      <a:pt x="185" y="680"/>
                    </a:cubicBezTo>
                    <a:cubicBezTo>
                      <a:pt x="182" y="677"/>
                      <a:pt x="179" y="675"/>
                      <a:pt x="180" y="669"/>
                    </a:cubicBezTo>
                    <a:cubicBezTo>
                      <a:pt x="176" y="673"/>
                      <a:pt x="179" y="671"/>
                      <a:pt x="178" y="666"/>
                    </a:cubicBezTo>
                    <a:cubicBezTo>
                      <a:pt x="176" y="660"/>
                      <a:pt x="168" y="655"/>
                      <a:pt x="170" y="648"/>
                    </a:cubicBezTo>
                    <a:cubicBezTo>
                      <a:pt x="170" y="648"/>
                      <a:pt x="169" y="648"/>
                      <a:pt x="169" y="649"/>
                    </a:cubicBezTo>
                    <a:cubicBezTo>
                      <a:pt x="169" y="650"/>
                      <a:pt x="169" y="651"/>
                      <a:pt x="169" y="651"/>
                    </a:cubicBezTo>
                    <a:cubicBezTo>
                      <a:pt x="166" y="650"/>
                      <a:pt x="169" y="642"/>
                      <a:pt x="166" y="646"/>
                    </a:cubicBezTo>
                    <a:cubicBezTo>
                      <a:pt x="164" y="644"/>
                      <a:pt x="165" y="639"/>
                      <a:pt x="165" y="637"/>
                    </a:cubicBezTo>
                    <a:cubicBezTo>
                      <a:pt x="166" y="633"/>
                      <a:pt x="166" y="630"/>
                      <a:pt x="164" y="625"/>
                    </a:cubicBezTo>
                    <a:cubicBezTo>
                      <a:pt x="164" y="624"/>
                      <a:pt x="163" y="624"/>
                      <a:pt x="162" y="624"/>
                    </a:cubicBezTo>
                    <a:cubicBezTo>
                      <a:pt x="161" y="624"/>
                      <a:pt x="160" y="625"/>
                      <a:pt x="160" y="624"/>
                    </a:cubicBezTo>
                    <a:cubicBezTo>
                      <a:pt x="160" y="623"/>
                      <a:pt x="163" y="621"/>
                      <a:pt x="158" y="622"/>
                    </a:cubicBezTo>
                    <a:cubicBezTo>
                      <a:pt x="157" y="621"/>
                      <a:pt x="158" y="618"/>
                      <a:pt x="158" y="618"/>
                    </a:cubicBezTo>
                    <a:cubicBezTo>
                      <a:pt x="155" y="618"/>
                      <a:pt x="155" y="618"/>
                      <a:pt x="155" y="618"/>
                    </a:cubicBezTo>
                    <a:cubicBezTo>
                      <a:pt x="155" y="618"/>
                      <a:pt x="159" y="613"/>
                      <a:pt x="154" y="614"/>
                    </a:cubicBezTo>
                    <a:cubicBezTo>
                      <a:pt x="154" y="612"/>
                      <a:pt x="155" y="611"/>
                      <a:pt x="155" y="609"/>
                    </a:cubicBezTo>
                    <a:cubicBezTo>
                      <a:pt x="153" y="608"/>
                      <a:pt x="155" y="603"/>
                      <a:pt x="151" y="604"/>
                    </a:cubicBezTo>
                    <a:cubicBezTo>
                      <a:pt x="151" y="592"/>
                      <a:pt x="152" y="588"/>
                      <a:pt x="158" y="581"/>
                    </a:cubicBezTo>
                    <a:cubicBezTo>
                      <a:pt x="157" y="580"/>
                      <a:pt x="159" y="575"/>
                      <a:pt x="156" y="575"/>
                    </a:cubicBezTo>
                    <a:cubicBezTo>
                      <a:pt x="156" y="574"/>
                      <a:pt x="157" y="574"/>
                      <a:pt x="158" y="574"/>
                    </a:cubicBezTo>
                    <a:cubicBezTo>
                      <a:pt x="159" y="574"/>
                      <a:pt x="160" y="574"/>
                      <a:pt x="160" y="574"/>
                    </a:cubicBezTo>
                    <a:cubicBezTo>
                      <a:pt x="161" y="573"/>
                      <a:pt x="160" y="571"/>
                      <a:pt x="161" y="571"/>
                    </a:cubicBezTo>
                    <a:cubicBezTo>
                      <a:pt x="161" y="570"/>
                      <a:pt x="160" y="558"/>
                      <a:pt x="159" y="561"/>
                    </a:cubicBezTo>
                    <a:cubicBezTo>
                      <a:pt x="156" y="559"/>
                      <a:pt x="158" y="556"/>
                      <a:pt x="158" y="554"/>
                    </a:cubicBezTo>
                    <a:cubicBezTo>
                      <a:pt x="157" y="551"/>
                      <a:pt x="158" y="547"/>
                      <a:pt x="158" y="545"/>
                    </a:cubicBezTo>
                    <a:cubicBezTo>
                      <a:pt x="157" y="543"/>
                      <a:pt x="155" y="544"/>
                      <a:pt x="155" y="544"/>
                    </a:cubicBezTo>
                    <a:cubicBezTo>
                      <a:pt x="155" y="543"/>
                      <a:pt x="156" y="542"/>
                      <a:pt x="156" y="541"/>
                    </a:cubicBezTo>
                    <a:cubicBezTo>
                      <a:pt x="156" y="541"/>
                      <a:pt x="155" y="541"/>
                      <a:pt x="155" y="540"/>
                    </a:cubicBezTo>
                    <a:cubicBezTo>
                      <a:pt x="155" y="537"/>
                      <a:pt x="154" y="538"/>
                      <a:pt x="152" y="536"/>
                    </a:cubicBezTo>
                    <a:cubicBezTo>
                      <a:pt x="152" y="536"/>
                      <a:pt x="153" y="534"/>
                      <a:pt x="152" y="534"/>
                    </a:cubicBezTo>
                    <a:cubicBezTo>
                      <a:pt x="152" y="533"/>
                      <a:pt x="149" y="533"/>
                      <a:pt x="150" y="532"/>
                    </a:cubicBezTo>
                    <a:cubicBezTo>
                      <a:pt x="151" y="532"/>
                      <a:pt x="151" y="532"/>
                      <a:pt x="151" y="532"/>
                    </a:cubicBezTo>
                    <a:cubicBezTo>
                      <a:pt x="149" y="530"/>
                      <a:pt x="148" y="529"/>
                      <a:pt x="145" y="527"/>
                    </a:cubicBezTo>
                    <a:cubicBezTo>
                      <a:pt x="144" y="527"/>
                      <a:pt x="145" y="526"/>
                      <a:pt x="144" y="526"/>
                    </a:cubicBezTo>
                    <a:cubicBezTo>
                      <a:pt x="142" y="526"/>
                      <a:pt x="142" y="523"/>
                      <a:pt x="140" y="524"/>
                    </a:cubicBezTo>
                    <a:cubicBezTo>
                      <a:pt x="137" y="513"/>
                      <a:pt x="140" y="504"/>
                      <a:pt x="140" y="492"/>
                    </a:cubicBezTo>
                    <a:cubicBezTo>
                      <a:pt x="140" y="491"/>
                      <a:pt x="139" y="491"/>
                      <a:pt x="138" y="491"/>
                    </a:cubicBezTo>
                    <a:cubicBezTo>
                      <a:pt x="138" y="492"/>
                      <a:pt x="137" y="492"/>
                      <a:pt x="137" y="488"/>
                    </a:cubicBezTo>
                    <a:cubicBezTo>
                      <a:pt x="130" y="489"/>
                      <a:pt x="124" y="488"/>
                      <a:pt x="120" y="486"/>
                    </a:cubicBezTo>
                    <a:cubicBezTo>
                      <a:pt x="120" y="482"/>
                      <a:pt x="119" y="482"/>
                      <a:pt x="118" y="483"/>
                    </a:cubicBezTo>
                    <a:cubicBezTo>
                      <a:pt x="117" y="483"/>
                      <a:pt x="117" y="483"/>
                      <a:pt x="117" y="479"/>
                    </a:cubicBezTo>
                    <a:cubicBezTo>
                      <a:pt x="112" y="478"/>
                      <a:pt x="110" y="477"/>
                      <a:pt x="103" y="478"/>
                    </a:cubicBezTo>
                    <a:cubicBezTo>
                      <a:pt x="102" y="479"/>
                      <a:pt x="100" y="479"/>
                      <a:pt x="98" y="479"/>
                    </a:cubicBezTo>
                    <a:cubicBezTo>
                      <a:pt x="98" y="480"/>
                      <a:pt x="94" y="482"/>
                      <a:pt x="91" y="481"/>
                    </a:cubicBezTo>
                    <a:cubicBezTo>
                      <a:pt x="93" y="484"/>
                      <a:pt x="94" y="482"/>
                      <a:pt x="88" y="483"/>
                    </a:cubicBezTo>
                    <a:cubicBezTo>
                      <a:pt x="84" y="484"/>
                      <a:pt x="81" y="485"/>
                      <a:pt x="74" y="486"/>
                    </a:cubicBezTo>
                    <a:cubicBezTo>
                      <a:pt x="72" y="486"/>
                      <a:pt x="72" y="485"/>
                      <a:pt x="70" y="485"/>
                    </a:cubicBezTo>
                    <a:cubicBezTo>
                      <a:pt x="67" y="484"/>
                      <a:pt x="63" y="485"/>
                      <a:pt x="59" y="486"/>
                    </a:cubicBezTo>
                    <a:cubicBezTo>
                      <a:pt x="54" y="487"/>
                      <a:pt x="50" y="488"/>
                      <a:pt x="47" y="487"/>
                    </a:cubicBezTo>
                    <a:cubicBezTo>
                      <a:pt x="47" y="483"/>
                      <a:pt x="42" y="484"/>
                      <a:pt x="40" y="483"/>
                    </a:cubicBezTo>
                    <a:cubicBezTo>
                      <a:pt x="40" y="481"/>
                      <a:pt x="40" y="481"/>
                      <a:pt x="40" y="481"/>
                    </a:cubicBezTo>
                    <a:cubicBezTo>
                      <a:pt x="40" y="480"/>
                      <a:pt x="39" y="481"/>
                      <a:pt x="38" y="481"/>
                    </a:cubicBezTo>
                    <a:cubicBezTo>
                      <a:pt x="38" y="481"/>
                      <a:pt x="37" y="481"/>
                      <a:pt x="36" y="481"/>
                    </a:cubicBezTo>
                    <a:cubicBezTo>
                      <a:pt x="36" y="480"/>
                      <a:pt x="37" y="479"/>
                      <a:pt x="36" y="478"/>
                    </a:cubicBezTo>
                    <a:cubicBezTo>
                      <a:pt x="36" y="478"/>
                      <a:pt x="36" y="478"/>
                      <a:pt x="35" y="478"/>
                    </a:cubicBezTo>
                    <a:cubicBezTo>
                      <a:pt x="35" y="478"/>
                      <a:pt x="34" y="478"/>
                      <a:pt x="34" y="477"/>
                    </a:cubicBezTo>
                    <a:cubicBezTo>
                      <a:pt x="31" y="474"/>
                      <a:pt x="31" y="474"/>
                      <a:pt x="31" y="474"/>
                    </a:cubicBezTo>
                    <a:cubicBezTo>
                      <a:pt x="31" y="474"/>
                      <a:pt x="32" y="473"/>
                      <a:pt x="30" y="473"/>
                    </a:cubicBezTo>
                    <a:cubicBezTo>
                      <a:pt x="29" y="473"/>
                      <a:pt x="29" y="472"/>
                      <a:pt x="29" y="471"/>
                    </a:cubicBezTo>
                    <a:cubicBezTo>
                      <a:pt x="29" y="470"/>
                      <a:pt x="28" y="470"/>
                      <a:pt x="28" y="470"/>
                    </a:cubicBezTo>
                    <a:cubicBezTo>
                      <a:pt x="27" y="470"/>
                      <a:pt x="27" y="470"/>
                      <a:pt x="26" y="469"/>
                    </a:cubicBezTo>
                    <a:cubicBezTo>
                      <a:pt x="26" y="469"/>
                      <a:pt x="27" y="467"/>
                      <a:pt x="26" y="467"/>
                    </a:cubicBezTo>
                    <a:cubicBezTo>
                      <a:pt x="26" y="466"/>
                      <a:pt x="25" y="466"/>
                      <a:pt x="25" y="466"/>
                    </a:cubicBezTo>
                    <a:cubicBezTo>
                      <a:pt x="24" y="467"/>
                      <a:pt x="24" y="467"/>
                      <a:pt x="24" y="466"/>
                    </a:cubicBezTo>
                    <a:cubicBezTo>
                      <a:pt x="24" y="465"/>
                      <a:pt x="25" y="464"/>
                      <a:pt x="25" y="464"/>
                    </a:cubicBezTo>
                    <a:cubicBezTo>
                      <a:pt x="23" y="460"/>
                      <a:pt x="18" y="461"/>
                      <a:pt x="19" y="457"/>
                    </a:cubicBezTo>
                    <a:cubicBezTo>
                      <a:pt x="16" y="458"/>
                      <a:pt x="15" y="456"/>
                      <a:pt x="14" y="455"/>
                    </a:cubicBezTo>
                    <a:cubicBezTo>
                      <a:pt x="13" y="454"/>
                      <a:pt x="13" y="452"/>
                      <a:pt x="10" y="453"/>
                    </a:cubicBezTo>
                    <a:cubicBezTo>
                      <a:pt x="11" y="452"/>
                      <a:pt x="11" y="451"/>
                      <a:pt x="11" y="449"/>
                    </a:cubicBezTo>
                    <a:cubicBezTo>
                      <a:pt x="11" y="448"/>
                      <a:pt x="9" y="448"/>
                      <a:pt x="8" y="448"/>
                    </a:cubicBezTo>
                    <a:cubicBezTo>
                      <a:pt x="7" y="448"/>
                      <a:pt x="7" y="448"/>
                      <a:pt x="6" y="448"/>
                    </a:cubicBezTo>
                    <a:cubicBezTo>
                      <a:pt x="7" y="446"/>
                      <a:pt x="4" y="445"/>
                      <a:pt x="4" y="444"/>
                    </a:cubicBezTo>
                    <a:cubicBezTo>
                      <a:pt x="3" y="442"/>
                      <a:pt x="6" y="442"/>
                      <a:pt x="4" y="439"/>
                    </a:cubicBezTo>
                    <a:cubicBezTo>
                      <a:pt x="3" y="439"/>
                      <a:pt x="2" y="439"/>
                      <a:pt x="2" y="438"/>
                    </a:cubicBezTo>
                    <a:cubicBezTo>
                      <a:pt x="2" y="437"/>
                      <a:pt x="1" y="434"/>
                      <a:pt x="0" y="433"/>
                    </a:cubicBezTo>
                    <a:cubicBezTo>
                      <a:pt x="0" y="432"/>
                      <a:pt x="1" y="432"/>
                      <a:pt x="2" y="432"/>
                    </a:cubicBezTo>
                    <a:cubicBezTo>
                      <a:pt x="3" y="432"/>
                      <a:pt x="3" y="432"/>
                      <a:pt x="4" y="432"/>
                    </a:cubicBezTo>
                    <a:cubicBezTo>
                      <a:pt x="5" y="431"/>
                      <a:pt x="4" y="427"/>
                      <a:pt x="6" y="428"/>
                    </a:cubicBezTo>
                    <a:cubicBezTo>
                      <a:pt x="6" y="421"/>
                      <a:pt x="6" y="414"/>
                      <a:pt x="6" y="406"/>
                    </a:cubicBezTo>
                    <a:cubicBezTo>
                      <a:pt x="7" y="405"/>
                      <a:pt x="4" y="406"/>
                      <a:pt x="4" y="405"/>
                    </a:cubicBezTo>
                    <a:cubicBezTo>
                      <a:pt x="3" y="405"/>
                      <a:pt x="5" y="403"/>
                      <a:pt x="5" y="403"/>
                    </a:cubicBezTo>
                    <a:cubicBezTo>
                      <a:pt x="5" y="400"/>
                      <a:pt x="3" y="400"/>
                      <a:pt x="4" y="398"/>
                    </a:cubicBezTo>
                    <a:cubicBezTo>
                      <a:pt x="6" y="400"/>
                      <a:pt x="6" y="398"/>
                      <a:pt x="6" y="396"/>
                    </a:cubicBezTo>
                    <a:cubicBezTo>
                      <a:pt x="6" y="394"/>
                      <a:pt x="6" y="391"/>
                      <a:pt x="9" y="394"/>
                    </a:cubicBezTo>
                    <a:cubicBezTo>
                      <a:pt x="10" y="392"/>
                      <a:pt x="8" y="388"/>
                      <a:pt x="10" y="386"/>
                    </a:cubicBezTo>
                    <a:cubicBezTo>
                      <a:pt x="12" y="386"/>
                      <a:pt x="12" y="386"/>
                      <a:pt x="12" y="386"/>
                    </a:cubicBezTo>
                    <a:cubicBezTo>
                      <a:pt x="13" y="386"/>
                      <a:pt x="10" y="384"/>
                      <a:pt x="11" y="383"/>
                    </a:cubicBezTo>
                    <a:cubicBezTo>
                      <a:pt x="16" y="381"/>
                      <a:pt x="15" y="375"/>
                      <a:pt x="20" y="374"/>
                    </a:cubicBezTo>
                    <a:cubicBezTo>
                      <a:pt x="20" y="370"/>
                      <a:pt x="24" y="369"/>
                      <a:pt x="24" y="365"/>
                    </a:cubicBezTo>
                    <a:cubicBezTo>
                      <a:pt x="26" y="365"/>
                      <a:pt x="26" y="364"/>
                      <a:pt x="26" y="362"/>
                    </a:cubicBezTo>
                    <a:cubicBezTo>
                      <a:pt x="34" y="362"/>
                      <a:pt x="40" y="359"/>
                      <a:pt x="39" y="350"/>
                    </a:cubicBezTo>
                    <a:cubicBezTo>
                      <a:pt x="42" y="350"/>
                      <a:pt x="42" y="349"/>
                      <a:pt x="42" y="347"/>
                    </a:cubicBezTo>
                    <a:cubicBezTo>
                      <a:pt x="42" y="345"/>
                      <a:pt x="42" y="343"/>
                      <a:pt x="44" y="344"/>
                    </a:cubicBezTo>
                    <a:cubicBezTo>
                      <a:pt x="44" y="341"/>
                      <a:pt x="44" y="339"/>
                      <a:pt x="44" y="336"/>
                    </a:cubicBezTo>
                    <a:cubicBezTo>
                      <a:pt x="45" y="336"/>
                      <a:pt x="46" y="336"/>
                      <a:pt x="46" y="335"/>
                    </a:cubicBezTo>
                    <a:cubicBezTo>
                      <a:pt x="47" y="335"/>
                      <a:pt x="48" y="335"/>
                      <a:pt x="49" y="335"/>
                    </a:cubicBezTo>
                    <a:cubicBezTo>
                      <a:pt x="51" y="332"/>
                      <a:pt x="53" y="330"/>
                      <a:pt x="55" y="327"/>
                    </a:cubicBezTo>
                    <a:cubicBezTo>
                      <a:pt x="56" y="326"/>
                      <a:pt x="57" y="327"/>
                      <a:pt x="57" y="326"/>
                    </a:cubicBezTo>
                    <a:cubicBezTo>
                      <a:pt x="57" y="325"/>
                      <a:pt x="60" y="325"/>
                      <a:pt x="59" y="322"/>
                    </a:cubicBezTo>
                    <a:cubicBezTo>
                      <a:pt x="62" y="323"/>
                      <a:pt x="64" y="322"/>
                      <a:pt x="65" y="321"/>
                    </a:cubicBezTo>
                    <a:cubicBezTo>
                      <a:pt x="67" y="320"/>
                      <a:pt x="68" y="319"/>
                      <a:pt x="70" y="320"/>
                    </a:cubicBezTo>
                    <a:cubicBezTo>
                      <a:pt x="69" y="324"/>
                      <a:pt x="76" y="320"/>
                      <a:pt x="74" y="325"/>
                    </a:cubicBezTo>
                    <a:cubicBezTo>
                      <a:pt x="75" y="324"/>
                      <a:pt x="78" y="324"/>
                      <a:pt x="80" y="324"/>
                    </a:cubicBezTo>
                    <a:cubicBezTo>
                      <a:pt x="84" y="324"/>
                      <a:pt x="87" y="324"/>
                      <a:pt x="87" y="321"/>
                    </a:cubicBezTo>
                    <a:cubicBezTo>
                      <a:pt x="93" y="320"/>
                      <a:pt x="98" y="319"/>
                      <a:pt x="101" y="315"/>
                    </a:cubicBezTo>
                    <a:cubicBezTo>
                      <a:pt x="103" y="315"/>
                      <a:pt x="104" y="315"/>
                      <a:pt x="105" y="313"/>
                    </a:cubicBezTo>
                    <a:cubicBezTo>
                      <a:pt x="107" y="314"/>
                      <a:pt x="107" y="314"/>
                      <a:pt x="110" y="315"/>
                    </a:cubicBezTo>
                    <a:cubicBezTo>
                      <a:pt x="111" y="315"/>
                      <a:pt x="112" y="314"/>
                      <a:pt x="114" y="314"/>
                    </a:cubicBezTo>
                    <a:cubicBezTo>
                      <a:pt x="115" y="314"/>
                      <a:pt x="116" y="313"/>
                      <a:pt x="117" y="313"/>
                    </a:cubicBezTo>
                    <a:cubicBezTo>
                      <a:pt x="117" y="313"/>
                      <a:pt x="118" y="315"/>
                      <a:pt x="118" y="315"/>
                    </a:cubicBezTo>
                    <a:cubicBezTo>
                      <a:pt x="121" y="315"/>
                      <a:pt x="126" y="317"/>
                      <a:pt x="132" y="316"/>
                    </a:cubicBezTo>
                    <a:cubicBezTo>
                      <a:pt x="135" y="315"/>
                      <a:pt x="138" y="312"/>
                      <a:pt x="141" y="315"/>
                    </a:cubicBezTo>
                    <a:cubicBezTo>
                      <a:pt x="143" y="317"/>
                      <a:pt x="142" y="315"/>
                      <a:pt x="146" y="315"/>
                    </a:cubicBezTo>
                    <a:cubicBezTo>
                      <a:pt x="146" y="316"/>
                      <a:pt x="148" y="316"/>
                      <a:pt x="147" y="317"/>
                    </a:cubicBezTo>
                    <a:cubicBezTo>
                      <a:pt x="145" y="318"/>
                      <a:pt x="145" y="318"/>
                      <a:pt x="145" y="318"/>
                    </a:cubicBezTo>
                    <a:cubicBezTo>
                      <a:pt x="145" y="320"/>
                      <a:pt x="146" y="319"/>
                      <a:pt x="146" y="320"/>
                    </a:cubicBezTo>
                    <a:cubicBezTo>
                      <a:pt x="146" y="321"/>
                      <a:pt x="145" y="321"/>
                      <a:pt x="145" y="321"/>
                    </a:cubicBezTo>
                    <a:cubicBezTo>
                      <a:pt x="145" y="322"/>
                      <a:pt x="146" y="322"/>
                      <a:pt x="146" y="323"/>
                    </a:cubicBezTo>
                    <a:cubicBezTo>
                      <a:pt x="146" y="327"/>
                      <a:pt x="144" y="329"/>
                      <a:pt x="147" y="334"/>
                    </a:cubicBezTo>
                    <a:cubicBezTo>
                      <a:pt x="148" y="335"/>
                      <a:pt x="148" y="335"/>
                      <a:pt x="149" y="334"/>
                    </a:cubicBezTo>
                    <a:cubicBezTo>
                      <a:pt x="150" y="334"/>
                      <a:pt x="150" y="333"/>
                      <a:pt x="151" y="335"/>
                    </a:cubicBezTo>
                    <a:cubicBezTo>
                      <a:pt x="151" y="336"/>
                      <a:pt x="153" y="335"/>
                      <a:pt x="154" y="336"/>
                    </a:cubicBezTo>
                    <a:cubicBezTo>
                      <a:pt x="154" y="336"/>
                      <a:pt x="153" y="338"/>
                      <a:pt x="154" y="339"/>
                    </a:cubicBezTo>
                    <a:cubicBezTo>
                      <a:pt x="154" y="339"/>
                      <a:pt x="155" y="339"/>
                      <a:pt x="156" y="339"/>
                    </a:cubicBezTo>
                    <a:cubicBezTo>
                      <a:pt x="157" y="339"/>
                      <a:pt x="158" y="338"/>
                      <a:pt x="158" y="340"/>
                    </a:cubicBezTo>
                    <a:cubicBezTo>
                      <a:pt x="159" y="339"/>
                      <a:pt x="161" y="340"/>
                      <a:pt x="162" y="340"/>
                    </a:cubicBezTo>
                    <a:cubicBezTo>
                      <a:pt x="164" y="341"/>
                      <a:pt x="165" y="342"/>
                      <a:pt x="166" y="340"/>
                    </a:cubicBezTo>
                    <a:cubicBezTo>
                      <a:pt x="168" y="339"/>
                      <a:pt x="167" y="342"/>
                      <a:pt x="168" y="342"/>
                    </a:cubicBezTo>
                    <a:cubicBezTo>
                      <a:pt x="169" y="343"/>
                      <a:pt x="169" y="343"/>
                      <a:pt x="170" y="343"/>
                    </a:cubicBezTo>
                    <a:cubicBezTo>
                      <a:pt x="171" y="343"/>
                      <a:pt x="172" y="343"/>
                      <a:pt x="174" y="344"/>
                    </a:cubicBezTo>
                    <a:cubicBezTo>
                      <a:pt x="175" y="344"/>
                      <a:pt x="175" y="346"/>
                      <a:pt x="175" y="346"/>
                    </a:cubicBezTo>
                    <a:cubicBezTo>
                      <a:pt x="175" y="346"/>
                      <a:pt x="176" y="346"/>
                      <a:pt x="176" y="346"/>
                    </a:cubicBezTo>
                    <a:cubicBezTo>
                      <a:pt x="177" y="346"/>
                      <a:pt x="178" y="346"/>
                      <a:pt x="178" y="346"/>
                    </a:cubicBezTo>
                    <a:cubicBezTo>
                      <a:pt x="179" y="348"/>
                      <a:pt x="180" y="346"/>
                      <a:pt x="181" y="347"/>
                    </a:cubicBezTo>
                    <a:cubicBezTo>
                      <a:pt x="182" y="348"/>
                      <a:pt x="182" y="350"/>
                      <a:pt x="183" y="350"/>
                    </a:cubicBezTo>
                    <a:cubicBezTo>
                      <a:pt x="183" y="350"/>
                      <a:pt x="184" y="350"/>
                      <a:pt x="184" y="349"/>
                    </a:cubicBezTo>
                    <a:cubicBezTo>
                      <a:pt x="185" y="349"/>
                      <a:pt x="186" y="349"/>
                      <a:pt x="187" y="349"/>
                    </a:cubicBezTo>
                    <a:cubicBezTo>
                      <a:pt x="186" y="349"/>
                      <a:pt x="187" y="350"/>
                      <a:pt x="188" y="350"/>
                    </a:cubicBezTo>
                    <a:cubicBezTo>
                      <a:pt x="188" y="350"/>
                      <a:pt x="189" y="350"/>
                      <a:pt x="189" y="350"/>
                    </a:cubicBezTo>
                    <a:cubicBezTo>
                      <a:pt x="189" y="350"/>
                      <a:pt x="190" y="350"/>
                      <a:pt x="190" y="350"/>
                    </a:cubicBezTo>
                    <a:cubicBezTo>
                      <a:pt x="191" y="349"/>
                      <a:pt x="192" y="348"/>
                      <a:pt x="193" y="347"/>
                    </a:cubicBezTo>
                    <a:cubicBezTo>
                      <a:pt x="193" y="347"/>
                      <a:pt x="195" y="347"/>
                      <a:pt x="194" y="346"/>
                    </a:cubicBezTo>
                    <a:cubicBezTo>
                      <a:pt x="191" y="344"/>
                      <a:pt x="198" y="344"/>
                      <a:pt x="198" y="340"/>
                    </a:cubicBezTo>
                    <a:cubicBezTo>
                      <a:pt x="200" y="340"/>
                      <a:pt x="201" y="340"/>
                      <a:pt x="202" y="339"/>
                    </a:cubicBezTo>
                    <a:cubicBezTo>
                      <a:pt x="202" y="339"/>
                      <a:pt x="203" y="338"/>
                      <a:pt x="205" y="339"/>
                    </a:cubicBezTo>
                    <a:cubicBezTo>
                      <a:pt x="206" y="339"/>
                      <a:pt x="207" y="340"/>
                      <a:pt x="207" y="340"/>
                    </a:cubicBezTo>
                    <a:cubicBezTo>
                      <a:pt x="207" y="340"/>
                      <a:pt x="208" y="340"/>
                      <a:pt x="209" y="340"/>
                    </a:cubicBezTo>
                    <a:cubicBezTo>
                      <a:pt x="210" y="340"/>
                      <a:pt x="211" y="340"/>
                      <a:pt x="212" y="340"/>
                    </a:cubicBezTo>
                    <a:cubicBezTo>
                      <a:pt x="212" y="340"/>
                      <a:pt x="214" y="342"/>
                      <a:pt x="214" y="342"/>
                    </a:cubicBezTo>
                    <a:cubicBezTo>
                      <a:pt x="215" y="342"/>
                      <a:pt x="215" y="342"/>
                      <a:pt x="216" y="342"/>
                    </a:cubicBezTo>
                    <a:cubicBezTo>
                      <a:pt x="216" y="341"/>
                      <a:pt x="217" y="341"/>
                      <a:pt x="218" y="341"/>
                    </a:cubicBezTo>
                    <a:cubicBezTo>
                      <a:pt x="218" y="344"/>
                      <a:pt x="218" y="344"/>
                      <a:pt x="218" y="344"/>
                    </a:cubicBezTo>
                    <a:cubicBezTo>
                      <a:pt x="218" y="344"/>
                      <a:pt x="219" y="343"/>
                      <a:pt x="220" y="343"/>
                    </a:cubicBezTo>
                    <a:cubicBezTo>
                      <a:pt x="221" y="342"/>
                      <a:pt x="222" y="342"/>
                      <a:pt x="223" y="342"/>
                    </a:cubicBezTo>
                    <a:cubicBezTo>
                      <a:pt x="224" y="343"/>
                      <a:pt x="221" y="344"/>
                      <a:pt x="221" y="344"/>
                    </a:cubicBezTo>
                    <a:cubicBezTo>
                      <a:pt x="221" y="346"/>
                      <a:pt x="229" y="346"/>
                      <a:pt x="233" y="346"/>
                    </a:cubicBezTo>
                    <a:cubicBezTo>
                      <a:pt x="233" y="351"/>
                      <a:pt x="244" y="349"/>
                      <a:pt x="246" y="346"/>
                    </a:cubicBezTo>
                    <a:cubicBezTo>
                      <a:pt x="246" y="347"/>
                      <a:pt x="248" y="346"/>
                      <a:pt x="249" y="346"/>
                    </a:cubicBezTo>
                    <a:cubicBezTo>
                      <a:pt x="251" y="346"/>
                      <a:pt x="253" y="345"/>
                      <a:pt x="253" y="346"/>
                    </a:cubicBezTo>
                    <a:cubicBezTo>
                      <a:pt x="254" y="347"/>
                      <a:pt x="254" y="347"/>
                      <a:pt x="255" y="346"/>
                    </a:cubicBezTo>
                    <a:cubicBezTo>
                      <a:pt x="255" y="346"/>
                      <a:pt x="255" y="346"/>
                      <a:pt x="256" y="346"/>
                    </a:cubicBezTo>
                    <a:cubicBezTo>
                      <a:pt x="258" y="346"/>
                      <a:pt x="260" y="348"/>
                      <a:pt x="262" y="347"/>
                    </a:cubicBezTo>
                    <a:cubicBezTo>
                      <a:pt x="265" y="347"/>
                      <a:pt x="265" y="345"/>
                      <a:pt x="268" y="345"/>
                    </a:cubicBezTo>
                    <a:cubicBezTo>
                      <a:pt x="269" y="342"/>
                      <a:pt x="269" y="338"/>
                      <a:pt x="272" y="337"/>
                    </a:cubicBezTo>
                    <a:cubicBezTo>
                      <a:pt x="272" y="335"/>
                      <a:pt x="271" y="335"/>
                      <a:pt x="271" y="332"/>
                    </a:cubicBezTo>
                    <a:cubicBezTo>
                      <a:pt x="273" y="332"/>
                      <a:pt x="274" y="331"/>
                      <a:pt x="274" y="330"/>
                    </a:cubicBezTo>
                    <a:cubicBezTo>
                      <a:pt x="276" y="328"/>
                      <a:pt x="276" y="326"/>
                      <a:pt x="279" y="328"/>
                    </a:cubicBezTo>
                    <a:cubicBezTo>
                      <a:pt x="280" y="324"/>
                      <a:pt x="277" y="322"/>
                      <a:pt x="274" y="322"/>
                    </a:cubicBezTo>
                    <a:cubicBezTo>
                      <a:pt x="275" y="321"/>
                      <a:pt x="275" y="319"/>
                      <a:pt x="275" y="317"/>
                    </a:cubicBezTo>
                    <a:cubicBezTo>
                      <a:pt x="273" y="313"/>
                      <a:pt x="266" y="316"/>
                      <a:pt x="265" y="312"/>
                    </a:cubicBezTo>
                    <a:cubicBezTo>
                      <a:pt x="263" y="314"/>
                      <a:pt x="258" y="313"/>
                      <a:pt x="257" y="316"/>
                    </a:cubicBezTo>
                    <a:cubicBezTo>
                      <a:pt x="256" y="316"/>
                      <a:pt x="257" y="314"/>
                      <a:pt x="256" y="313"/>
                    </a:cubicBezTo>
                    <a:cubicBezTo>
                      <a:pt x="255" y="313"/>
                      <a:pt x="253" y="313"/>
                      <a:pt x="251" y="313"/>
                    </a:cubicBezTo>
                    <a:cubicBezTo>
                      <a:pt x="250" y="314"/>
                      <a:pt x="248" y="314"/>
                      <a:pt x="247" y="313"/>
                    </a:cubicBezTo>
                    <a:cubicBezTo>
                      <a:pt x="246" y="314"/>
                      <a:pt x="246" y="316"/>
                      <a:pt x="243" y="316"/>
                    </a:cubicBezTo>
                    <a:cubicBezTo>
                      <a:pt x="242" y="316"/>
                      <a:pt x="241" y="315"/>
                      <a:pt x="240" y="314"/>
                    </a:cubicBezTo>
                    <a:cubicBezTo>
                      <a:pt x="239" y="313"/>
                      <a:pt x="238" y="312"/>
                      <a:pt x="234" y="312"/>
                    </a:cubicBezTo>
                    <a:cubicBezTo>
                      <a:pt x="235" y="310"/>
                      <a:pt x="233" y="309"/>
                      <a:pt x="233" y="307"/>
                    </a:cubicBezTo>
                    <a:cubicBezTo>
                      <a:pt x="232" y="307"/>
                      <a:pt x="231" y="307"/>
                      <a:pt x="231" y="306"/>
                    </a:cubicBezTo>
                    <a:cubicBezTo>
                      <a:pt x="230" y="304"/>
                      <a:pt x="228" y="303"/>
                      <a:pt x="226" y="303"/>
                    </a:cubicBezTo>
                    <a:cubicBezTo>
                      <a:pt x="228" y="300"/>
                      <a:pt x="227" y="293"/>
                      <a:pt x="226" y="289"/>
                    </a:cubicBezTo>
                    <a:cubicBezTo>
                      <a:pt x="224" y="290"/>
                      <a:pt x="223" y="290"/>
                      <a:pt x="222" y="290"/>
                    </a:cubicBezTo>
                    <a:cubicBezTo>
                      <a:pt x="220" y="290"/>
                      <a:pt x="218" y="289"/>
                      <a:pt x="218" y="293"/>
                    </a:cubicBezTo>
                    <a:cubicBezTo>
                      <a:pt x="216" y="292"/>
                      <a:pt x="215" y="293"/>
                      <a:pt x="214" y="293"/>
                    </a:cubicBezTo>
                    <a:cubicBezTo>
                      <a:pt x="213" y="293"/>
                      <a:pt x="212" y="293"/>
                      <a:pt x="210" y="292"/>
                    </a:cubicBezTo>
                    <a:cubicBezTo>
                      <a:pt x="211" y="293"/>
                      <a:pt x="210" y="294"/>
                      <a:pt x="209" y="295"/>
                    </a:cubicBezTo>
                    <a:cubicBezTo>
                      <a:pt x="210" y="295"/>
                      <a:pt x="211" y="296"/>
                      <a:pt x="212" y="297"/>
                    </a:cubicBezTo>
                    <a:cubicBezTo>
                      <a:pt x="213" y="298"/>
                      <a:pt x="212" y="300"/>
                      <a:pt x="214" y="300"/>
                    </a:cubicBezTo>
                    <a:cubicBezTo>
                      <a:pt x="213" y="304"/>
                      <a:pt x="213" y="302"/>
                      <a:pt x="216" y="305"/>
                    </a:cubicBezTo>
                    <a:cubicBezTo>
                      <a:pt x="217" y="307"/>
                      <a:pt x="214" y="306"/>
                      <a:pt x="213" y="307"/>
                    </a:cubicBezTo>
                    <a:cubicBezTo>
                      <a:pt x="213" y="307"/>
                      <a:pt x="211" y="312"/>
                      <a:pt x="210" y="311"/>
                    </a:cubicBezTo>
                    <a:cubicBezTo>
                      <a:pt x="209" y="309"/>
                      <a:pt x="209" y="311"/>
                      <a:pt x="209" y="312"/>
                    </a:cubicBezTo>
                    <a:cubicBezTo>
                      <a:pt x="208" y="313"/>
                      <a:pt x="208" y="314"/>
                      <a:pt x="205" y="313"/>
                    </a:cubicBezTo>
                    <a:cubicBezTo>
                      <a:pt x="205" y="312"/>
                      <a:pt x="204" y="311"/>
                      <a:pt x="203" y="311"/>
                    </a:cubicBezTo>
                    <a:cubicBezTo>
                      <a:pt x="202" y="309"/>
                      <a:pt x="204" y="308"/>
                      <a:pt x="205" y="308"/>
                    </a:cubicBezTo>
                    <a:cubicBezTo>
                      <a:pt x="204" y="307"/>
                      <a:pt x="200" y="305"/>
                      <a:pt x="203" y="302"/>
                    </a:cubicBezTo>
                    <a:cubicBezTo>
                      <a:pt x="202" y="302"/>
                      <a:pt x="201" y="302"/>
                      <a:pt x="200" y="302"/>
                    </a:cubicBezTo>
                    <a:cubicBezTo>
                      <a:pt x="199" y="302"/>
                      <a:pt x="198" y="302"/>
                      <a:pt x="198" y="302"/>
                    </a:cubicBezTo>
                    <a:cubicBezTo>
                      <a:pt x="197" y="301"/>
                      <a:pt x="200" y="301"/>
                      <a:pt x="200" y="301"/>
                    </a:cubicBezTo>
                    <a:cubicBezTo>
                      <a:pt x="200" y="301"/>
                      <a:pt x="197" y="298"/>
                      <a:pt x="194" y="296"/>
                    </a:cubicBezTo>
                    <a:cubicBezTo>
                      <a:pt x="195" y="290"/>
                      <a:pt x="191" y="289"/>
                      <a:pt x="192" y="283"/>
                    </a:cubicBezTo>
                    <a:cubicBezTo>
                      <a:pt x="192" y="282"/>
                      <a:pt x="191" y="282"/>
                      <a:pt x="190" y="282"/>
                    </a:cubicBezTo>
                    <a:cubicBezTo>
                      <a:pt x="189" y="282"/>
                      <a:pt x="188" y="282"/>
                      <a:pt x="188" y="282"/>
                    </a:cubicBezTo>
                    <a:cubicBezTo>
                      <a:pt x="188" y="282"/>
                      <a:pt x="190" y="280"/>
                      <a:pt x="189" y="279"/>
                    </a:cubicBezTo>
                    <a:cubicBezTo>
                      <a:pt x="188" y="278"/>
                      <a:pt x="187" y="279"/>
                      <a:pt x="186" y="279"/>
                    </a:cubicBezTo>
                    <a:cubicBezTo>
                      <a:pt x="186" y="279"/>
                      <a:pt x="185" y="279"/>
                      <a:pt x="184" y="278"/>
                    </a:cubicBezTo>
                    <a:cubicBezTo>
                      <a:pt x="184" y="278"/>
                      <a:pt x="186" y="276"/>
                      <a:pt x="185" y="276"/>
                    </a:cubicBezTo>
                    <a:cubicBezTo>
                      <a:pt x="185" y="275"/>
                      <a:pt x="185" y="276"/>
                      <a:pt x="184" y="276"/>
                    </a:cubicBezTo>
                    <a:cubicBezTo>
                      <a:pt x="184" y="277"/>
                      <a:pt x="184" y="277"/>
                      <a:pt x="184" y="277"/>
                    </a:cubicBezTo>
                    <a:cubicBezTo>
                      <a:pt x="183" y="277"/>
                      <a:pt x="183" y="275"/>
                      <a:pt x="183" y="274"/>
                    </a:cubicBezTo>
                    <a:cubicBezTo>
                      <a:pt x="180" y="275"/>
                      <a:pt x="179" y="274"/>
                      <a:pt x="178" y="273"/>
                    </a:cubicBezTo>
                    <a:cubicBezTo>
                      <a:pt x="176" y="272"/>
                      <a:pt x="175" y="271"/>
                      <a:pt x="173" y="272"/>
                    </a:cubicBezTo>
                    <a:cubicBezTo>
                      <a:pt x="173" y="270"/>
                      <a:pt x="171" y="270"/>
                      <a:pt x="170" y="269"/>
                    </a:cubicBezTo>
                    <a:cubicBezTo>
                      <a:pt x="170" y="269"/>
                      <a:pt x="171" y="267"/>
                      <a:pt x="170" y="267"/>
                    </a:cubicBezTo>
                    <a:cubicBezTo>
                      <a:pt x="170" y="267"/>
                      <a:pt x="169" y="267"/>
                      <a:pt x="169" y="267"/>
                    </a:cubicBezTo>
                    <a:cubicBezTo>
                      <a:pt x="168" y="267"/>
                      <a:pt x="168" y="267"/>
                      <a:pt x="168" y="267"/>
                    </a:cubicBezTo>
                    <a:cubicBezTo>
                      <a:pt x="167" y="267"/>
                      <a:pt x="167" y="262"/>
                      <a:pt x="166" y="263"/>
                    </a:cubicBezTo>
                    <a:cubicBezTo>
                      <a:pt x="166" y="264"/>
                      <a:pt x="165" y="263"/>
                      <a:pt x="164" y="262"/>
                    </a:cubicBezTo>
                    <a:cubicBezTo>
                      <a:pt x="163" y="261"/>
                      <a:pt x="162" y="261"/>
                      <a:pt x="163" y="259"/>
                    </a:cubicBezTo>
                    <a:cubicBezTo>
                      <a:pt x="158" y="259"/>
                      <a:pt x="159" y="261"/>
                      <a:pt x="155" y="259"/>
                    </a:cubicBezTo>
                    <a:cubicBezTo>
                      <a:pt x="154" y="260"/>
                      <a:pt x="154" y="262"/>
                      <a:pt x="152" y="262"/>
                    </a:cubicBezTo>
                    <a:cubicBezTo>
                      <a:pt x="151" y="265"/>
                      <a:pt x="155" y="264"/>
                      <a:pt x="155" y="267"/>
                    </a:cubicBezTo>
                    <a:cubicBezTo>
                      <a:pt x="155" y="268"/>
                      <a:pt x="157" y="270"/>
                      <a:pt x="158" y="271"/>
                    </a:cubicBezTo>
                    <a:cubicBezTo>
                      <a:pt x="158" y="271"/>
                      <a:pt x="159" y="272"/>
                      <a:pt x="160" y="272"/>
                    </a:cubicBezTo>
                    <a:cubicBezTo>
                      <a:pt x="158" y="276"/>
                      <a:pt x="163" y="275"/>
                      <a:pt x="164" y="277"/>
                    </a:cubicBezTo>
                    <a:cubicBezTo>
                      <a:pt x="164" y="277"/>
                      <a:pt x="165" y="282"/>
                      <a:pt x="166" y="281"/>
                    </a:cubicBezTo>
                    <a:cubicBezTo>
                      <a:pt x="168" y="279"/>
                      <a:pt x="166" y="281"/>
                      <a:pt x="168" y="282"/>
                    </a:cubicBezTo>
                    <a:cubicBezTo>
                      <a:pt x="169" y="283"/>
                      <a:pt x="172" y="282"/>
                      <a:pt x="173" y="286"/>
                    </a:cubicBezTo>
                    <a:cubicBezTo>
                      <a:pt x="174" y="285"/>
                      <a:pt x="175" y="287"/>
                      <a:pt x="175" y="287"/>
                    </a:cubicBezTo>
                    <a:cubicBezTo>
                      <a:pt x="176" y="287"/>
                      <a:pt x="177" y="286"/>
                      <a:pt x="176" y="286"/>
                    </a:cubicBezTo>
                    <a:cubicBezTo>
                      <a:pt x="178" y="286"/>
                      <a:pt x="178" y="289"/>
                      <a:pt x="179" y="287"/>
                    </a:cubicBezTo>
                    <a:cubicBezTo>
                      <a:pt x="180" y="287"/>
                      <a:pt x="180" y="288"/>
                      <a:pt x="180" y="289"/>
                    </a:cubicBezTo>
                    <a:cubicBezTo>
                      <a:pt x="180" y="290"/>
                      <a:pt x="180" y="292"/>
                      <a:pt x="183" y="291"/>
                    </a:cubicBezTo>
                    <a:cubicBezTo>
                      <a:pt x="183" y="292"/>
                      <a:pt x="181" y="292"/>
                      <a:pt x="178" y="292"/>
                    </a:cubicBezTo>
                    <a:cubicBezTo>
                      <a:pt x="177" y="292"/>
                      <a:pt x="176" y="292"/>
                      <a:pt x="175" y="292"/>
                    </a:cubicBezTo>
                    <a:cubicBezTo>
                      <a:pt x="176" y="293"/>
                      <a:pt x="177" y="293"/>
                      <a:pt x="178" y="295"/>
                    </a:cubicBezTo>
                    <a:cubicBezTo>
                      <a:pt x="179" y="297"/>
                      <a:pt x="176" y="301"/>
                      <a:pt x="178" y="301"/>
                    </a:cubicBezTo>
                    <a:cubicBezTo>
                      <a:pt x="177" y="303"/>
                      <a:pt x="174" y="303"/>
                      <a:pt x="171" y="303"/>
                    </a:cubicBezTo>
                    <a:cubicBezTo>
                      <a:pt x="173" y="303"/>
                      <a:pt x="172" y="298"/>
                      <a:pt x="174" y="298"/>
                    </a:cubicBezTo>
                    <a:cubicBezTo>
                      <a:pt x="173" y="297"/>
                      <a:pt x="173" y="295"/>
                      <a:pt x="171" y="295"/>
                    </a:cubicBezTo>
                    <a:cubicBezTo>
                      <a:pt x="169" y="294"/>
                      <a:pt x="172" y="293"/>
                      <a:pt x="169" y="291"/>
                    </a:cubicBezTo>
                    <a:cubicBezTo>
                      <a:pt x="167" y="290"/>
                      <a:pt x="165" y="290"/>
                      <a:pt x="165" y="287"/>
                    </a:cubicBezTo>
                    <a:cubicBezTo>
                      <a:pt x="160" y="288"/>
                      <a:pt x="159" y="285"/>
                      <a:pt x="155" y="284"/>
                    </a:cubicBezTo>
                    <a:cubicBezTo>
                      <a:pt x="154" y="281"/>
                      <a:pt x="152" y="280"/>
                      <a:pt x="150" y="277"/>
                    </a:cubicBezTo>
                    <a:cubicBezTo>
                      <a:pt x="149" y="276"/>
                      <a:pt x="149" y="277"/>
                      <a:pt x="149" y="276"/>
                    </a:cubicBezTo>
                    <a:cubicBezTo>
                      <a:pt x="149" y="275"/>
                      <a:pt x="148" y="275"/>
                      <a:pt x="147" y="275"/>
                    </a:cubicBezTo>
                    <a:cubicBezTo>
                      <a:pt x="147" y="275"/>
                      <a:pt x="146" y="275"/>
                      <a:pt x="146" y="274"/>
                    </a:cubicBezTo>
                    <a:cubicBezTo>
                      <a:pt x="146" y="274"/>
                      <a:pt x="147" y="272"/>
                      <a:pt x="146" y="272"/>
                    </a:cubicBezTo>
                    <a:cubicBezTo>
                      <a:pt x="146" y="271"/>
                      <a:pt x="145" y="272"/>
                      <a:pt x="144" y="272"/>
                    </a:cubicBezTo>
                    <a:cubicBezTo>
                      <a:pt x="143" y="272"/>
                      <a:pt x="142" y="272"/>
                      <a:pt x="141" y="272"/>
                    </a:cubicBezTo>
                    <a:cubicBezTo>
                      <a:pt x="140" y="271"/>
                      <a:pt x="143" y="270"/>
                      <a:pt x="144" y="271"/>
                    </a:cubicBezTo>
                    <a:cubicBezTo>
                      <a:pt x="142" y="268"/>
                      <a:pt x="135" y="268"/>
                      <a:pt x="131" y="269"/>
                    </a:cubicBezTo>
                    <a:cubicBezTo>
                      <a:pt x="130" y="270"/>
                      <a:pt x="133" y="271"/>
                      <a:pt x="134" y="271"/>
                    </a:cubicBezTo>
                    <a:cubicBezTo>
                      <a:pt x="133" y="272"/>
                      <a:pt x="132" y="272"/>
                      <a:pt x="132" y="272"/>
                    </a:cubicBezTo>
                    <a:cubicBezTo>
                      <a:pt x="131" y="271"/>
                      <a:pt x="131" y="271"/>
                      <a:pt x="130" y="272"/>
                    </a:cubicBezTo>
                    <a:cubicBezTo>
                      <a:pt x="127" y="273"/>
                      <a:pt x="127" y="277"/>
                      <a:pt x="125" y="277"/>
                    </a:cubicBezTo>
                    <a:cubicBezTo>
                      <a:pt x="120" y="277"/>
                      <a:pt x="118" y="272"/>
                      <a:pt x="112" y="273"/>
                    </a:cubicBezTo>
                    <a:cubicBezTo>
                      <a:pt x="110" y="274"/>
                      <a:pt x="111" y="277"/>
                      <a:pt x="107" y="276"/>
                    </a:cubicBezTo>
                    <a:cubicBezTo>
                      <a:pt x="107" y="279"/>
                      <a:pt x="107" y="282"/>
                      <a:pt x="107" y="284"/>
                    </a:cubicBezTo>
                    <a:cubicBezTo>
                      <a:pt x="103" y="286"/>
                      <a:pt x="95" y="284"/>
                      <a:pt x="97" y="292"/>
                    </a:cubicBezTo>
                    <a:cubicBezTo>
                      <a:pt x="89" y="290"/>
                      <a:pt x="96" y="297"/>
                      <a:pt x="88" y="297"/>
                    </a:cubicBezTo>
                    <a:cubicBezTo>
                      <a:pt x="88" y="299"/>
                      <a:pt x="92" y="302"/>
                      <a:pt x="89" y="302"/>
                    </a:cubicBezTo>
                    <a:cubicBezTo>
                      <a:pt x="89" y="304"/>
                      <a:pt x="89" y="304"/>
                      <a:pt x="88" y="304"/>
                    </a:cubicBezTo>
                    <a:cubicBezTo>
                      <a:pt x="87" y="304"/>
                      <a:pt x="86" y="304"/>
                      <a:pt x="84" y="306"/>
                    </a:cubicBezTo>
                    <a:cubicBezTo>
                      <a:pt x="84" y="307"/>
                      <a:pt x="85" y="308"/>
                      <a:pt x="86" y="308"/>
                    </a:cubicBezTo>
                    <a:cubicBezTo>
                      <a:pt x="86" y="310"/>
                      <a:pt x="84" y="310"/>
                      <a:pt x="82" y="310"/>
                    </a:cubicBezTo>
                    <a:cubicBezTo>
                      <a:pt x="81" y="309"/>
                      <a:pt x="80" y="309"/>
                      <a:pt x="79" y="310"/>
                    </a:cubicBezTo>
                    <a:cubicBezTo>
                      <a:pt x="78" y="310"/>
                      <a:pt x="78" y="313"/>
                      <a:pt x="77" y="313"/>
                    </a:cubicBezTo>
                    <a:cubicBezTo>
                      <a:pt x="73" y="315"/>
                      <a:pt x="66" y="312"/>
                      <a:pt x="63" y="317"/>
                    </a:cubicBezTo>
                    <a:cubicBezTo>
                      <a:pt x="61" y="316"/>
                      <a:pt x="60" y="314"/>
                      <a:pt x="59" y="312"/>
                    </a:cubicBezTo>
                    <a:cubicBezTo>
                      <a:pt x="57" y="312"/>
                      <a:pt x="54" y="312"/>
                      <a:pt x="52" y="312"/>
                    </a:cubicBezTo>
                    <a:cubicBezTo>
                      <a:pt x="49" y="313"/>
                      <a:pt x="46" y="313"/>
                      <a:pt x="45" y="312"/>
                    </a:cubicBezTo>
                    <a:cubicBezTo>
                      <a:pt x="46" y="307"/>
                      <a:pt x="48" y="302"/>
                      <a:pt x="44" y="300"/>
                    </a:cubicBezTo>
                    <a:cubicBezTo>
                      <a:pt x="43" y="297"/>
                      <a:pt x="46" y="296"/>
                      <a:pt x="47" y="295"/>
                    </a:cubicBezTo>
                    <a:cubicBezTo>
                      <a:pt x="48" y="291"/>
                      <a:pt x="45" y="287"/>
                      <a:pt x="48" y="284"/>
                    </a:cubicBezTo>
                    <a:cubicBezTo>
                      <a:pt x="47" y="282"/>
                      <a:pt x="47" y="278"/>
                      <a:pt x="44" y="277"/>
                    </a:cubicBezTo>
                    <a:cubicBezTo>
                      <a:pt x="45" y="276"/>
                      <a:pt x="47" y="276"/>
                      <a:pt x="47" y="273"/>
                    </a:cubicBezTo>
                    <a:cubicBezTo>
                      <a:pt x="48" y="273"/>
                      <a:pt x="49" y="273"/>
                      <a:pt x="51" y="273"/>
                    </a:cubicBezTo>
                    <a:cubicBezTo>
                      <a:pt x="54" y="273"/>
                      <a:pt x="57" y="272"/>
                      <a:pt x="57" y="276"/>
                    </a:cubicBezTo>
                    <a:cubicBezTo>
                      <a:pt x="58" y="275"/>
                      <a:pt x="62" y="275"/>
                      <a:pt x="65" y="276"/>
                    </a:cubicBezTo>
                    <a:cubicBezTo>
                      <a:pt x="69" y="277"/>
                      <a:pt x="73" y="277"/>
                      <a:pt x="74" y="276"/>
                    </a:cubicBezTo>
                    <a:cubicBezTo>
                      <a:pt x="75" y="274"/>
                      <a:pt x="75" y="275"/>
                      <a:pt x="77" y="276"/>
                    </a:cubicBezTo>
                    <a:cubicBezTo>
                      <a:pt x="76" y="276"/>
                      <a:pt x="77" y="274"/>
                      <a:pt x="78" y="274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82" y="275"/>
                      <a:pt x="83" y="273"/>
                      <a:pt x="84" y="269"/>
                    </a:cubicBezTo>
                    <a:cubicBezTo>
                      <a:pt x="85" y="268"/>
                      <a:pt x="88" y="261"/>
                      <a:pt x="84" y="258"/>
                    </a:cubicBezTo>
                    <a:cubicBezTo>
                      <a:pt x="83" y="256"/>
                      <a:pt x="85" y="256"/>
                      <a:pt x="83" y="253"/>
                    </a:cubicBezTo>
                    <a:cubicBezTo>
                      <a:pt x="83" y="251"/>
                      <a:pt x="81" y="252"/>
                      <a:pt x="79" y="252"/>
                    </a:cubicBezTo>
                    <a:cubicBezTo>
                      <a:pt x="80" y="251"/>
                      <a:pt x="81" y="250"/>
                      <a:pt x="81" y="248"/>
                    </a:cubicBezTo>
                    <a:cubicBezTo>
                      <a:pt x="79" y="247"/>
                      <a:pt x="78" y="249"/>
                      <a:pt x="78" y="249"/>
                    </a:cubicBezTo>
                    <a:cubicBezTo>
                      <a:pt x="76" y="249"/>
                      <a:pt x="78" y="247"/>
                      <a:pt x="77" y="247"/>
                    </a:cubicBezTo>
                    <a:cubicBezTo>
                      <a:pt x="76" y="246"/>
                      <a:pt x="72" y="246"/>
                      <a:pt x="70" y="245"/>
                    </a:cubicBezTo>
                    <a:cubicBezTo>
                      <a:pt x="70" y="245"/>
                      <a:pt x="71" y="244"/>
                      <a:pt x="69" y="244"/>
                    </a:cubicBezTo>
                    <a:cubicBezTo>
                      <a:pt x="68" y="244"/>
                      <a:pt x="67" y="244"/>
                      <a:pt x="67" y="243"/>
                    </a:cubicBezTo>
                    <a:cubicBezTo>
                      <a:pt x="66" y="239"/>
                      <a:pt x="70" y="242"/>
                      <a:pt x="69" y="242"/>
                    </a:cubicBezTo>
                    <a:cubicBezTo>
                      <a:pt x="73" y="240"/>
                      <a:pt x="75" y="238"/>
                      <a:pt x="83" y="239"/>
                    </a:cubicBezTo>
                    <a:cubicBezTo>
                      <a:pt x="84" y="237"/>
                      <a:pt x="82" y="237"/>
                      <a:pt x="81" y="237"/>
                    </a:cubicBezTo>
                    <a:cubicBezTo>
                      <a:pt x="82" y="233"/>
                      <a:pt x="86" y="237"/>
                      <a:pt x="88" y="237"/>
                    </a:cubicBezTo>
                    <a:cubicBezTo>
                      <a:pt x="88" y="237"/>
                      <a:pt x="89" y="236"/>
                      <a:pt x="90" y="236"/>
                    </a:cubicBezTo>
                    <a:cubicBezTo>
                      <a:pt x="91" y="235"/>
                      <a:pt x="92" y="235"/>
                      <a:pt x="92" y="237"/>
                    </a:cubicBezTo>
                    <a:cubicBezTo>
                      <a:pt x="95" y="235"/>
                      <a:pt x="95" y="230"/>
                      <a:pt x="99" y="230"/>
                    </a:cubicBezTo>
                    <a:cubicBezTo>
                      <a:pt x="98" y="226"/>
                      <a:pt x="103" y="228"/>
                      <a:pt x="102" y="224"/>
                    </a:cubicBezTo>
                    <a:cubicBezTo>
                      <a:pt x="105" y="224"/>
                      <a:pt x="107" y="224"/>
                      <a:pt x="110" y="224"/>
                    </a:cubicBezTo>
                    <a:cubicBezTo>
                      <a:pt x="110" y="223"/>
                      <a:pt x="108" y="223"/>
                      <a:pt x="107" y="223"/>
                    </a:cubicBezTo>
                    <a:cubicBezTo>
                      <a:pt x="108" y="221"/>
                      <a:pt x="111" y="222"/>
                      <a:pt x="110" y="218"/>
                    </a:cubicBezTo>
                    <a:cubicBezTo>
                      <a:pt x="111" y="218"/>
                      <a:pt x="111" y="218"/>
                      <a:pt x="112" y="218"/>
                    </a:cubicBezTo>
                    <a:cubicBezTo>
                      <a:pt x="113" y="219"/>
                      <a:pt x="113" y="219"/>
                      <a:pt x="115" y="218"/>
                    </a:cubicBezTo>
                    <a:cubicBezTo>
                      <a:pt x="112" y="211"/>
                      <a:pt x="117" y="214"/>
                      <a:pt x="117" y="208"/>
                    </a:cubicBezTo>
                    <a:cubicBezTo>
                      <a:pt x="118" y="208"/>
                      <a:pt x="119" y="208"/>
                      <a:pt x="120" y="208"/>
                    </a:cubicBezTo>
                    <a:cubicBezTo>
                      <a:pt x="120" y="208"/>
                      <a:pt x="121" y="208"/>
                      <a:pt x="122" y="208"/>
                    </a:cubicBezTo>
                    <a:cubicBezTo>
                      <a:pt x="124" y="207"/>
                      <a:pt x="124" y="206"/>
                      <a:pt x="125" y="205"/>
                    </a:cubicBezTo>
                    <a:cubicBezTo>
                      <a:pt x="126" y="205"/>
                      <a:pt x="126" y="206"/>
                      <a:pt x="126" y="206"/>
                    </a:cubicBezTo>
                    <a:cubicBezTo>
                      <a:pt x="127" y="207"/>
                      <a:pt x="127" y="205"/>
                      <a:pt x="127" y="205"/>
                    </a:cubicBezTo>
                    <a:cubicBezTo>
                      <a:pt x="128" y="205"/>
                      <a:pt x="129" y="205"/>
                      <a:pt x="129" y="205"/>
                    </a:cubicBezTo>
                    <a:cubicBezTo>
                      <a:pt x="130" y="205"/>
                      <a:pt x="131" y="205"/>
                      <a:pt x="132" y="205"/>
                    </a:cubicBezTo>
                    <a:cubicBezTo>
                      <a:pt x="134" y="205"/>
                      <a:pt x="134" y="201"/>
                      <a:pt x="137" y="203"/>
                    </a:cubicBezTo>
                    <a:cubicBezTo>
                      <a:pt x="137" y="200"/>
                      <a:pt x="133" y="200"/>
                      <a:pt x="134" y="196"/>
                    </a:cubicBezTo>
                    <a:cubicBezTo>
                      <a:pt x="137" y="196"/>
                      <a:pt x="135" y="195"/>
                      <a:pt x="135" y="190"/>
                    </a:cubicBezTo>
                    <a:cubicBezTo>
                      <a:pt x="135" y="187"/>
                      <a:pt x="137" y="185"/>
                      <a:pt x="136" y="181"/>
                    </a:cubicBezTo>
                    <a:cubicBezTo>
                      <a:pt x="138" y="181"/>
                      <a:pt x="139" y="181"/>
                      <a:pt x="141" y="181"/>
                    </a:cubicBezTo>
                    <a:cubicBezTo>
                      <a:pt x="145" y="181"/>
                      <a:pt x="138" y="178"/>
                      <a:pt x="144" y="179"/>
                    </a:cubicBezTo>
                    <a:cubicBezTo>
                      <a:pt x="144" y="180"/>
                      <a:pt x="145" y="180"/>
                      <a:pt x="146" y="180"/>
                    </a:cubicBezTo>
                    <a:cubicBezTo>
                      <a:pt x="144" y="183"/>
                      <a:pt x="144" y="180"/>
                      <a:pt x="145" y="184"/>
                    </a:cubicBezTo>
                    <a:cubicBezTo>
                      <a:pt x="145" y="186"/>
                      <a:pt x="144" y="188"/>
                      <a:pt x="147" y="188"/>
                    </a:cubicBezTo>
                    <a:cubicBezTo>
                      <a:pt x="148" y="189"/>
                      <a:pt x="148" y="191"/>
                      <a:pt x="146" y="191"/>
                    </a:cubicBezTo>
                    <a:cubicBezTo>
                      <a:pt x="146" y="192"/>
                      <a:pt x="147" y="192"/>
                      <a:pt x="149" y="192"/>
                    </a:cubicBezTo>
                    <a:cubicBezTo>
                      <a:pt x="150" y="191"/>
                      <a:pt x="153" y="191"/>
                      <a:pt x="154" y="193"/>
                    </a:cubicBezTo>
                    <a:cubicBezTo>
                      <a:pt x="153" y="196"/>
                      <a:pt x="145" y="193"/>
                      <a:pt x="145" y="198"/>
                    </a:cubicBezTo>
                    <a:cubicBezTo>
                      <a:pt x="144" y="200"/>
                      <a:pt x="148" y="201"/>
                      <a:pt x="149" y="201"/>
                    </a:cubicBezTo>
                    <a:cubicBezTo>
                      <a:pt x="150" y="202"/>
                      <a:pt x="150" y="205"/>
                      <a:pt x="152" y="204"/>
                    </a:cubicBezTo>
                    <a:cubicBezTo>
                      <a:pt x="151" y="202"/>
                      <a:pt x="148" y="202"/>
                      <a:pt x="154" y="201"/>
                    </a:cubicBezTo>
                    <a:cubicBezTo>
                      <a:pt x="155" y="201"/>
                      <a:pt x="157" y="201"/>
                      <a:pt x="159" y="201"/>
                    </a:cubicBezTo>
                    <a:cubicBezTo>
                      <a:pt x="161" y="202"/>
                      <a:pt x="161" y="203"/>
                      <a:pt x="164" y="203"/>
                    </a:cubicBezTo>
                    <a:cubicBezTo>
                      <a:pt x="167" y="203"/>
                      <a:pt x="168" y="200"/>
                      <a:pt x="171" y="201"/>
                    </a:cubicBezTo>
                    <a:cubicBezTo>
                      <a:pt x="172" y="201"/>
                      <a:pt x="176" y="204"/>
                      <a:pt x="178" y="201"/>
                    </a:cubicBezTo>
                    <a:cubicBezTo>
                      <a:pt x="178" y="200"/>
                      <a:pt x="178" y="200"/>
                      <a:pt x="178" y="200"/>
                    </a:cubicBezTo>
                    <a:cubicBezTo>
                      <a:pt x="181" y="199"/>
                      <a:pt x="185" y="200"/>
                      <a:pt x="187" y="198"/>
                    </a:cubicBezTo>
                    <a:cubicBezTo>
                      <a:pt x="189" y="200"/>
                      <a:pt x="191" y="199"/>
                      <a:pt x="193" y="197"/>
                    </a:cubicBezTo>
                    <a:cubicBezTo>
                      <a:pt x="195" y="196"/>
                      <a:pt x="196" y="195"/>
                      <a:pt x="198" y="196"/>
                    </a:cubicBezTo>
                    <a:cubicBezTo>
                      <a:pt x="198" y="195"/>
                      <a:pt x="198" y="193"/>
                      <a:pt x="198" y="191"/>
                    </a:cubicBezTo>
                    <a:cubicBezTo>
                      <a:pt x="200" y="192"/>
                      <a:pt x="200" y="190"/>
                      <a:pt x="200" y="189"/>
                    </a:cubicBezTo>
                    <a:cubicBezTo>
                      <a:pt x="202" y="185"/>
                      <a:pt x="202" y="185"/>
                      <a:pt x="202" y="185"/>
                    </a:cubicBezTo>
                    <a:cubicBezTo>
                      <a:pt x="203" y="184"/>
                      <a:pt x="202" y="184"/>
                      <a:pt x="202" y="181"/>
                    </a:cubicBezTo>
                    <a:cubicBezTo>
                      <a:pt x="205" y="182"/>
                      <a:pt x="206" y="181"/>
                      <a:pt x="207" y="179"/>
                    </a:cubicBezTo>
                    <a:cubicBezTo>
                      <a:pt x="208" y="179"/>
                      <a:pt x="208" y="180"/>
                      <a:pt x="208" y="181"/>
                    </a:cubicBezTo>
                    <a:cubicBezTo>
                      <a:pt x="209" y="180"/>
                      <a:pt x="211" y="180"/>
                      <a:pt x="213" y="180"/>
                    </a:cubicBezTo>
                    <a:cubicBezTo>
                      <a:pt x="214" y="180"/>
                      <a:pt x="214" y="177"/>
                      <a:pt x="216" y="177"/>
                    </a:cubicBezTo>
                    <a:cubicBezTo>
                      <a:pt x="216" y="175"/>
                      <a:pt x="215" y="173"/>
                      <a:pt x="213" y="172"/>
                    </a:cubicBezTo>
                    <a:cubicBezTo>
                      <a:pt x="214" y="171"/>
                      <a:pt x="214" y="170"/>
                      <a:pt x="214" y="167"/>
                    </a:cubicBezTo>
                    <a:cubicBezTo>
                      <a:pt x="217" y="168"/>
                      <a:pt x="218" y="167"/>
                      <a:pt x="218" y="165"/>
                    </a:cubicBezTo>
                    <a:cubicBezTo>
                      <a:pt x="220" y="167"/>
                      <a:pt x="221" y="166"/>
                      <a:pt x="222" y="165"/>
                    </a:cubicBezTo>
                    <a:cubicBezTo>
                      <a:pt x="223" y="165"/>
                      <a:pt x="225" y="164"/>
                      <a:pt x="227" y="165"/>
                    </a:cubicBezTo>
                    <a:cubicBezTo>
                      <a:pt x="227" y="165"/>
                      <a:pt x="228" y="166"/>
                      <a:pt x="228" y="166"/>
                    </a:cubicBezTo>
                    <a:cubicBezTo>
                      <a:pt x="229" y="166"/>
                      <a:pt x="230" y="165"/>
                      <a:pt x="231" y="165"/>
                    </a:cubicBezTo>
                    <a:cubicBezTo>
                      <a:pt x="232" y="165"/>
                      <a:pt x="233" y="166"/>
                      <a:pt x="233" y="166"/>
                    </a:cubicBezTo>
                    <a:cubicBezTo>
                      <a:pt x="235" y="166"/>
                      <a:pt x="233" y="164"/>
                      <a:pt x="234" y="164"/>
                    </a:cubicBezTo>
                    <a:cubicBezTo>
                      <a:pt x="235" y="163"/>
                      <a:pt x="235" y="164"/>
                      <a:pt x="236" y="164"/>
                    </a:cubicBezTo>
                    <a:cubicBezTo>
                      <a:pt x="236" y="164"/>
                      <a:pt x="237" y="164"/>
                      <a:pt x="237" y="164"/>
                    </a:cubicBezTo>
                    <a:cubicBezTo>
                      <a:pt x="239" y="162"/>
                      <a:pt x="238" y="160"/>
                      <a:pt x="242" y="161"/>
                    </a:cubicBezTo>
                    <a:cubicBezTo>
                      <a:pt x="240" y="160"/>
                      <a:pt x="241" y="155"/>
                      <a:pt x="238" y="155"/>
                    </a:cubicBezTo>
                    <a:cubicBezTo>
                      <a:pt x="236" y="153"/>
                      <a:pt x="236" y="157"/>
                      <a:pt x="236" y="157"/>
                    </a:cubicBezTo>
                    <a:cubicBezTo>
                      <a:pt x="235" y="157"/>
                      <a:pt x="235" y="157"/>
                      <a:pt x="235" y="157"/>
                    </a:cubicBezTo>
                    <a:cubicBezTo>
                      <a:pt x="234" y="156"/>
                      <a:pt x="234" y="156"/>
                      <a:pt x="233" y="156"/>
                    </a:cubicBezTo>
                    <a:cubicBezTo>
                      <a:pt x="233" y="156"/>
                      <a:pt x="232" y="157"/>
                      <a:pt x="232" y="157"/>
                    </a:cubicBezTo>
                    <a:cubicBezTo>
                      <a:pt x="231" y="157"/>
                      <a:pt x="231" y="156"/>
                      <a:pt x="229" y="156"/>
                    </a:cubicBezTo>
                    <a:cubicBezTo>
                      <a:pt x="227" y="156"/>
                      <a:pt x="226" y="158"/>
                      <a:pt x="223" y="157"/>
                    </a:cubicBezTo>
                    <a:cubicBezTo>
                      <a:pt x="222" y="157"/>
                      <a:pt x="222" y="159"/>
                      <a:pt x="222" y="160"/>
                    </a:cubicBezTo>
                    <a:cubicBezTo>
                      <a:pt x="219" y="159"/>
                      <a:pt x="217" y="159"/>
                      <a:pt x="214" y="159"/>
                    </a:cubicBezTo>
                    <a:cubicBezTo>
                      <a:pt x="212" y="159"/>
                      <a:pt x="209" y="159"/>
                      <a:pt x="207" y="159"/>
                    </a:cubicBezTo>
                    <a:cubicBezTo>
                      <a:pt x="207" y="156"/>
                      <a:pt x="207" y="156"/>
                      <a:pt x="207" y="156"/>
                    </a:cubicBezTo>
                    <a:cubicBezTo>
                      <a:pt x="206" y="156"/>
                      <a:pt x="205" y="156"/>
                      <a:pt x="204" y="156"/>
                    </a:cubicBezTo>
                    <a:cubicBezTo>
                      <a:pt x="203" y="156"/>
                      <a:pt x="202" y="156"/>
                      <a:pt x="202" y="155"/>
                    </a:cubicBezTo>
                    <a:cubicBezTo>
                      <a:pt x="205" y="148"/>
                      <a:pt x="203" y="144"/>
                      <a:pt x="202" y="136"/>
                    </a:cubicBezTo>
                    <a:cubicBezTo>
                      <a:pt x="205" y="136"/>
                      <a:pt x="210" y="131"/>
                      <a:pt x="212" y="133"/>
                    </a:cubicBezTo>
                    <a:cubicBezTo>
                      <a:pt x="214" y="132"/>
                      <a:pt x="211" y="132"/>
                      <a:pt x="213" y="128"/>
                    </a:cubicBezTo>
                    <a:cubicBezTo>
                      <a:pt x="217" y="129"/>
                      <a:pt x="217" y="121"/>
                      <a:pt x="218" y="120"/>
                    </a:cubicBezTo>
                    <a:cubicBezTo>
                      <a:pt x="221" y="120"/>
                      <a:pt x="221" y="120"/>
                      <a:pt x="221" y="120"/>
                    </a:cubicBezTo>
                    <a:cubicBezTo>
                      <a:pt x="221" y="117"/>
                      <a:pt x="216" y="116"/>
                      <a:pt x="218" y="113"/>
                    </a:cubicBezTo>
                    <a:cubicBezTo>
                      <a:pt x="217" y="114"/>
                      <a:pt x="215" y="114"/>
                      <a:pt x="214" y="114"/>
                    </a:cubicBezTo>
                    <a:cubicBezTo>
                      <a:pt x="213" y="113"/>
                      <a:pt x="212" y="113"/>
                      <a:pt x="210" y="113"/>
                    </a:cubicBezTo>
                    <a:cubicBezTo>
                      <a:pt x="207" y="114"/>
                      <a:pt x="205" y="116"/>
                      <a:pt x="202" y="116"/>
                    </a:cubicBezTo>
                    <a:cubicBezTo>
                      <a:pt x="201" y="115"/>
                      <a:pt x="200" y="117"/>
                      <a:pt x="200" y="118"/>
                    </a:cubicBezTo>
                    <a:cubicBezTo>
                      <a:pt x="200" y="120"/>
                      <a:pt x="200" y="122"/>
                      <a:pt x="200" y="121"/>
                    </a:cubicBezTo>
                    <a:cubicBezTo>
                      <a:pt x="200" y="122"/>
                      <a:pt x="199" y="122"/>
                      <a:pt x="199" y="121"/>
                    </a:cubicBezTo>
                    <a:cubicBezTo>
                      <a:pt x="199" y="121"/>
                      <a:pt x="198" y="120"/>
                      <a:pt x="198" y="121"/>
                    </a:cubicBezTo>
                    <a:cubicBezTo>
                      <a:pt x="197" y="122"/>
                      <a:pt x="199" y="125"/>
                      <a:pt x="198" y="126"/>
                    </a:cubicBezTo>
                    <a:cubicBezTo>
                      <a:pt x="198" y="126"/>
                      <a:pt x="194" y="129"/>
                      <a:pt x="193" y="131"/>
                    </a:cubicBezTo>
                    <a:cubicBezTo>
                      <a:pt x="190" y="135"/>
                      <a:pt x="189" y="137"/>
                      <a:pt x="184" y="137"/>
                    </a:cubicBezTo>
                    <a:cubicBezTo>
                      <a:pt x="184" y="139"/>
                      <a:pt x="186" y="141"/>
                      <a:pt x="184" y="141"/>
                    </a:cubicBezTo>
                    <a:cubicBezTo>
                      <a:pt x="182" y="141"/>
                      <a:pt x="184" y="143"/>
                      <a:pt x="183" y="144"/>
                    </a:cubicBezTo>
                    <a:cubicBezTo>
                      <a:pt x="183" y="144"/>
                      <a:pt x="182" y="144"/>
                      <a:pt x="182" y="144"/>
                    </a:cubicBezTo>
                    <a:cubicBezTo>
                      <a:pt x="181" y="143"/>
                      <a:pt x="180" y="143"/>
                      <a:pt x="180" y="144"/>
                    </a:cubicBezTo>
                    <a:cubicBezTo>
                      <a:pt x="180" y="144"/>
                      <a:pt x="181" y="146"/>
                      <a:pt x="180" y="146"/>
                    </a:cubicBezTo>
                    <a:cubicBezTo>
                      <a:pt x="179" y="146"/>
                      <a:pt x="179" y="146"/>
                      <a:pt x="179" y="146"/>
                    </a:cubicBezTo>
                    <a:cubicBezTo>
                      <a:pt x="178" y="148"/>
                      <a:pt x="180" y="151"/>
                      <a:pt x="178" y="151"/>
                    </a:cubicBezTo>
                    <a:cubicBezTo>
                      <a:pt x="178" y="152"/>
                      <a:pt x="181" y="153"/>
                      <a:pt x="179" y="154"/>
                    </a:cubicBezTo>
                    <a:cubicBezTo>
                      <a:pt x="181" y="155"/>
                      <a:pt x="182" y="157"/>
                      <a:pt x="185" y="157"/>
                    </a:cubicBezTo>
                    <a:cubicBezTo>
                      <a:pt x="185" y="160"/>
                      <a:pt x="186" y="161"/>
                      <a:pt x="188" y="161"/>
                    </a:cubicBezTo>
                    <a:cubicBezTo>
                      <a:pt x="187" y="162"/>
                      <a:pt x="186" y="162"/>
                      <a:pt x="185" y="164"/>
                    </a:cubicBezTo>
                    <a:cubicBezTo>
                      <a:pt x="184" y="165"/>
                      <a:pt x="185" y="166"/>
                      <a:pt x="184" y="167"/>
                    </a:cubicBezTo>
                    <a:cubicBezTo>
                      <a:pt x="183" y="168"/>
                      <a:pt x="181" y="169"/>
                      <a:pt x="179" y="169"/>
                    </a:cubicBezTo>
                    <a:cubicBezTo>
                      <a:pt x="178" y="174"/>
                      <a:pt x="174" y="175"/>
                      <a:pt x="175" y="183"/>
                    </a:cubicBezTo>
                    <a:cubicBezTo>
                      <a:pt x="171" y="181"/>
                      <a:pt x="171" y="189"/>
                      <a:pt x="168" y="189"/>
                    </a:cubicBezTo>
                    <a:cubicBezTo>
                      <a:pt x="166" y="189"/>
                      <a:pt x="166" y="189"/>
                      <a:pt x="166" y="189"/>
                    </a:cubicBezTo>
                    <a:cubicBezTo>
                      <a:pt x="165" y="189"/>
                      <a:pt x="166" y="191"/>
                      <a:pt x="165" y="191"/>
                    </a:cubicBezTo>
                    <a:cubicBezTo>
                      <a:pt x="164" y="192"/>
                      <a:pt x="163" y="192"/>
                      <a:pt x="162" y="191"/>
                    </a:cubicBezTo>
                    <a:cubicBezTo>
                      <a:pt x="161" y="191"/>
                      <a:pt x="160" y="191"/>
                      <a:pt x="159" y="193"/>
                    </a:cubicBezTo>
                    <a:cubicBezTo>
                      <a:pt x="156" y="192"/>
                      <a:pt x="158" y="187"/>
                      <a:pt x="158" y="185"/>
                    </a:cubicBezTo>
                    <a:cubicBezTo>
                      <a:pt x="156" y="184"/>
                      <a:pt x="157" y="181"/>
                      <a:pt x="155" y="181"/>
                    </a:cubicBezTo>
                    <a:cubicBezTo>
                      <a:pt x="152" y="181"/>
                      <a:pt x="156" y="178"/>
                      <a:pt x="151" y="177"/>
                    </a:cubicBezTo>
                    <a:cubicBezTo>
                      <a:pt x="153" y="175"/>
                      <a:pt x="149" y="174"/>
                      <a:pt x="149" y="172"/>
                    </a:cubicBezTo>
                    <a:cubicBezTo>
                      <a:pt x="148" y="172"/>
                      <a:pt x="150" y="171"/>
                      <a:pt x="150" y="170"/>
                    </a:cubicBezTo>
                    <a:cubicBezTo>
                      <a:pt x="150" y="166"/>
                      <a:pt x="147" y="165"/>
                      <a:pt x="144" y="162"/>
                    </a:cubicBezTo>
                    <a:cubicBezTo>
                      <a:pt x="140" y="164"/>
                      <a:pt x="141" y="170"/>
                      <a:pt x="135" y="169"/>
                    </a:cubicBezTo>
                    <a:cubicBezTo>
                      <a:pt x="135" y="170"/>
                      <a:pt x="136" y="170"/>
                      <a:pt x="137" y="170"/>
                    </a:cubicBezTo>
                    <a:cubicBezTo>
                      <a:pt x="137" y="171"/>
                      <a:pt x="136" y="171"/>
                      <a:pt x="135" y="171"/>
                    </a:cubicBezTo>
                    <a:cubicBezTo>
                      <a:pt x="132" y="171"/>
                      <a:pt x="134" y="175"/>
                      <a:pt x="131" y="175"/>
                    </a:cubicBezTo>
                    <a:cubicBezTo>
                      <a:pt x="128" y="176"/>
                      <a:pt x="127" y="174"/>
                      <a:pt x="126" y="173"/>
                    </a:cubicBezTo>
                    <a:cubicBezTo>
                      <a:pt x="125" y="172"/>
                      <a:pt x="124" y="171"/>
                      <a:pt x="121" y="171"/>
                    </a:cubicBezTo>
                    <a:cubicBezTo>
                      <a:pt x="121" y="170"/>
                      <a:pt x="122" y="170"/>
                      <a:pt x="123" y="170"/>
                    </a:cubicBezTo>
                    <a:cubicBezTo>
                      <a:pt x="125" y="166"/>
                      <a:pt x="120" y="164"/>
                      <a:pt x="123" y="162"/>
                    </a:cubicBezTo>
                    <a:cubicBezTo>
                      <a:pt x="123" y="161"/>
                      <a:pt x="121" y="160"/>
                      <a:pt x="120" y="160"/>
                    </a:cubicBezTo>
                    <a:cubicBezTo>
                      <a:pt x="119" y="158"/>
                      <a:pt x="121" y="158"/>
                      <a:pt x="121" y="157"/>
                    </a:cubicBezTo>
                    <a:cubicBezTo>
                      <a:pt x="121" y="156"/>
                      <a:pt x="118" y="155"/>
                      <a:pt x="118" y="155"/>
                    </a:cubicBezTo>
                    <a:cubicBezTo>
                      <a:pt x="118" y="153"/>
                      <a:pt x="120" y="146"/>
                      <a:pt x="118" y="151"/>
                    </a:cubicBezTo>
                    <a:cubicBezTo>
                      <a:pt x="116" y="150"/>
                      <a:pt x="118" y="148"/>
                      <a:pt x="120" y="149"/>
                    </a:cubicBezTo>
                    <a:cubicBezTo>
                      <a:pt x="117" y="144"/>
                      <a:pt x="124" y="143"/>
                      <a:pt x="121" y="142"/>
                    </a:cubicBezTo>
                    <a:cubicBezTo>
                      <a:pt x="121" y="140"/>
                      <a:pt x="125" y="142"/>
                      <a:pt x="125" y="140"/>
                    </a:cubicBezTo>
                    <a:cubicBezTo>
                      <a:pt x="125" y="138"/>
                      <a:pt x="126" y="140"/>
                      <a:pt x="126" y="140"/>
                    </a:cubicBezTo>
                    <a:cubicBezTo>
                      <a:pt x="127" y="139"/>
                      <a:pt x="127" y="138"/>
                      <a:pt x="129" y="137"/>
                    </a:cubicBezTo>
                    <a:cubicBezTo>
                      <a:pt x="130" y="137"/>
                      <a:pt x="130" y="135"/>
                      <a:pt x="130" y="133"/>
                    </a:cubicBezTo>
                    <a:cubicBezTo>
                      <a:pt x="132" y="134"/>
                      <a:pt x="134" y="133"/>
                      <a:pt x="134" y="131"/>
                    </a:cubicBezTo>
                    <a:cubicBezTo>
                      <a:pt x="135" y="130"/>
                      <a:pt x="136" y="131"/>
                      <a:pt x="136" y="132"/>
                    </a:cubicBezTo>
                    <a:cubicBezTo>
                      <a:pt x="137" y="133"/>
                      <a:pt x="137" y="134"/>
                      <a:pt x="140" y="133"/>
                    </a:cubicBezTo>
                    <a:cubicBezTo>
                      <a:pt x="140" y="132"/>
                      <a:pt x="138" y="132"/>
                      <a:pt x="137" y="132"/>
                    </a:cubicBezTo>
                    <a:cubicBezTo>
                      <a:pt x="141" y="129"/>
                      <a:pt x="144" y="130"/>
                      <a:pt x="147" y="127"/>
                    </a:cubicBezTo>
                    <a:cubicBezTo>
                      <a:pt x="148" y="127"/>
                      <a:pt x="147" y="125"/>
                      <a:pt x="147" y="125"/>
                    </a:cubicBezTo>
                    <a:cubicBezTo>
                      <a:pt x="148" y="124"/>
                      <a:pt x="148" y="125"/>
                      <a:pt x="149" y="125"/>
                    </a:cubicBezTo>
                    <a:cubicBezTo>
                      <a:pt x="149" y="125"/>
                      <a:pt x="150" y="125"/>
                      <a:pt x="150" y="125"/>
                    </a:cubicBezTo>
                    <a:cubicBezTo>
                      <a:pt x="150" y="124"/>
                      <a:pt x="150" y="122"/>
                      <a:pt x="150" y="121"/>
                    </a:cubicBezTo>
                    <a:cubicBezTo>
                      <a:pt x="150" y="120"/>
                      <a:pt x="153" y="119"/>
                      <a:pt x="154" y="118"/>
                    </a:cubicBezTo>
                    <a:cubicBezTo>
                      <a:pt x="154" y="117"/>
                      <a:pt x="153" y="115"/>
                      <a:pt x="154" y="113"/>
                    </a:cubicBezTo>
                    <a:cubicBezTo>
                      <a:pt x="154" y="113"/>
                      <a:pt x="154" y="114"/>
                      <a:pt x="155" y="114"/>
                    </a:cubicBezTo>
                    <a:cubicBezTo>
                      <a:pt x="155" y="114"/>
                      <a:pt x="156" y="115"/>
                      <a:pt x="156" y="115"/>
                    </a:cubicBezTo>
                    <a:cubicBezTo>
                      <a:pt x="155" y="115"/>
                      <a:pt x="158" y="109"/>
                      <a:pt x="158" y="108"/>
                    </a:cubicBezTo>
                    <a:cubicBezTo>
                      <a:pt x="160" y="111"/>
                      <a:pt x="161" y="106"/>
                      <a:pt x="164" y="106"/>
                    </a:cubicBezTo>
                    <a:cubicBezTo>
                      <a:pt x="164" y="104"/>
                      <a:pt x="166" y="103"/>
                      <a:pt x="164" y="102"/>
                    </a:cubicBezTo>
                    <a:cubicBezTo>
                      <a:pt x="164" y="100"/>
                      <a:pt x="167" y="101"/>
                      <a:pt x="168" y="98"/>
                    </a:cubicBezTo>
                    <a:cubicBezTo>
                      <a:pt x="168" y="97"/>
                      <a:pt x="170" y="97"/>
                      <a:pt x="171" y="97"/>
                    </a:cubicBezTo>
                    <a:cubicBezTo>
                      <a:pt x="172" y="96"/>
                      <a:pt x="171" y="95"/>
                      <a:pt x="170" y="94"/>
                    </a:cubicBezTo>
                    <a:cubicBezTo>
                      <a:pt x="174" y="92"/>
                      <a:pt x="176" y="92"/>
                      <a:pt x="179" y="91"/>
                    </a:cubicBezTo>
                    <a:cubicBezTo>
                      <a:pt x="181" y="90"/>
                      <a:pt x="179" y="89"/>
                      <a:pt x="180" y="86"/>
                    </a:cubicBezTo>
                    <a:cubicBezTo>
                      <a:pt x="181" y="85"/>
                      <a:pt x="184" y="84"/>
                      <a:pt x="184" y="82"/>
                    </a:cubicBezTo>
                    <a:cubicBezTo>
                      <a:pt x="184" y="80"/>
                      <a:pt x="185" y="81"/>
                      <a:pt x="186" y="81"/>
                    </a:cubicBezTo>
                    <a:cubicBezTo>
                      <a:pt x="187" y="81"/>
                      <a:pt x="188" y="81"/>
                      <a:pt x="188" y="78"/>
                    </a:cubicBezTo>
                    <a:cubicBezTo>
                      <a:pt x="189" y="77"/>
                      <a:pt x="191" y="78"/>
                      <a:pt x="192" y="78"/>
                    </a:cubicBezTo>
                    <a:cubicBezTo>
                      <a:pt x="195" y="78"/>
                      <a:pt x="198" y="78"/>
                      <a:pt x="198" y="73"/>
                    </a:cubicBezTo>
                    <a:cubicBezTo>
                      <a:pt x="199" y="74"/>
                      <a:pt x="201" y="74"/>
                      <a:pt x="202" y="73"/>
                    </a:cubicBezTo>
                    <a:cubicBezTo>
                      <a:pt x="205" y="73"/>
                      <a:pt x="207" y="73"/>
                      <a:pt x="209" y="74"/>
                    </a:cubicBezTo>
                    <a:cubicBezTo>
                      <a:pt x="210" y="73"/>
                      <a:pt x="211" y="72"/>
                      <a:pt x="212" y="71"/>
                    </a:cubicBezTo>
                    <a:cubicBezTo>
                      <a:pt x="213" y="70"/>
                      <a:pt x="215" y="70"/>
                      <a:pt x="216" y="71"/>
                    </a:cubicBezTo>
                    <a:cubicBezTo>
                      <a:pt x="217" y="72"/>
                      <a:pt x="218" y="72"/>
                      <a:pt x="218" y="69"/>
                    </a:cubicBezTo>
                    <a:cubicBezTo>
                      <a:pt x="221" y="70"/>
                      <a:pt x="221" y="73"/>
                      <a:pt x="223" y="73"/>
                    </a:cubicBezTo>
                    <a:cubicBezTo>
                      <a:pt x="225" y="73"/>
                      <a:pt x="224" y="69"/>
                      <a:pt x="228" y="71"/>
                    </a:cubicBezTo>
                    <a:cubicBezTo>
                      <a:pt x="228" y="73"/>
                      <a:pt x="227" y="73"/>
                      <a:pt x="227" y="74"/>
                    </a:cubicBezTo>
                    <a:cubicBezTo>
                      <a:pt x="227" y="75"/>
                      <a:pt x="229" y="74"/>
                      <a:pt x="230" y="73"/>
                    </a:cubicBezTo>
                    <a:cubicBezTo>
                      <a:pt x="232" y="71"/>
                      <a:pt x="235" y="70"/>
                      <a:pt x="237" y="72"/>
                    </a:cubicBezTo>
                    <a:cubicBezTo>
                      <a:pt x="238" y="73"/>
                      <a:pt x="238" y="72"/>
                      <a:pt x="238" y="72"/>
                    </a:cubicBezTo>
                    <a:cubicBezTo>
                      <a:pt x="238" y="72"/>
                      <a:pt x="239" y="72"/>
                      <a:pt x="239" y="72"/>
                    </a:cubicBezTo>
                    <a:cubicBezTo>
                      <a:pt x="242" y="72"/>
                      <a:pt x="245" y="74"/>
                      <a:pt x="248" y="73"/>
                    </a:cubicBezTo>
                    <a:cubicBezTo>
                      <a:pt x="248" y="74"/>
                      <a:pt x="249" y="76"/>
                      <a:pt x="248" y="77"/>
                    </a:cubicBezTo>
                    <a:cubicBezTo>
                      <a:pt x="248" y="77"/>
                      <a:pt x="248" y="77"/>
                      <a:pt x="247" y="77"/>
                    </a:cubicBezTo>
                    <a:cubicBezTo>
                      <a:pt x="247" y="77"/>
                      <a:pt x="246" y="77"/>
                      <a:pt x="246" y="77"/>
                    </a:cubicBezTo>
                    <a:cubicBezTo>
                      <a:pt x="245" y="78"/>
                      <a:pt x="246" y="80"/>
                      <a:pt x="243" y="79"/>
                    </a:cubicBezTo>
                    <a:cubicBezTo>
                      <a:pt x="246" y="82"/>
                      <a:pt x="253" y="80"/>
                      <a:pt x="256" y="79"/>
                    </a:cubicBezTo>
                    <a:cubicBezTo>
                      <a:pt x="259" y="78"/>
                      <a:pt x="258" y="81"/>
                      <a:pt x="258" y="82"/>
                    </a:cubicBezTo>
                    <a:cubicBezTo>
                      <a:pt x="259" y="82"/>
                      <a:pt x="260" y="82"/>
                      <a:pt x="260" y="82"/>
                    </a:cubicBezTo>
                    <a:cubicBezTo>
                      <a:pt x="261" y="82"/>
                      <a:pt x="262" y="82"/>
                      <a:pt x="262" y="83"/>
                    </a:cubicBezTo>
                    <a:cubicBezTo>
                      <a:pt x="267" y="82"/>
                      <a:pt x="269" y="83"/>
                      <a:pt x="272" y="84"/>
                    </a:cubicBezTo>
                    <a:cubicBezTo>
                      <a:pt x="274" y="86"/>
                      <a:pt x="276" y="87"/>
                      <a:pt x="279" y="86"/>
                    </a:cubicBezTo>
                    <a:cubicBezTo>
                      <a:pt x="277" y="90"/>
                      <a:pt x="283" y="87"/>
                      <a:pt x="282" y="91"/>
                    </a:cubicBezTo>
                    <a:cubicBezTo>
                      <a:pt x="283" y="91"/>
                      <a:pt x="283" y="91"/>
                      <a:pt x="284" y="91"/>
                    </a:cubicBezTo>
                    <a:cubicBezTo>
                      <a:pt x="287" y="91"/>
                      <a:pt x="290" y="90"/>
                      <a:pt x="287" y="93"/>
                    </a:cubicBezTo>
                    <a:cubicBezTo>
                      <a:pt x="290" y="94"/>
                      <a:pt x="293" y="93"/>
                      <a:pt x="295" y="94"/>
                    </a:cubicBezTo>
                    <a:cubicBezTo>
                      <a:pt x="295" y="97"/>
                      <a:pt x="295" y="97"/>
                      <a:pt x="295" y="97"/>
                    </a:cubicBezTo>
                    <a:cubicBezTo>
                      <a:pt x="295" y="97"/>
                      <a:pt x="296" y="97"/>
                      <a:pt x="297" y="97"/>
                    </a:cubicBezTo>
                    <a:cubicBezTo>
                      <a:pt x="298" y="97"/>
                      <a:pt x="298" y="97"/>
                      <a:pt x="299" y="97"/>
                    </a:cubicBezTo>
                    <a:cubicBezTo>
                      <a:pt x="300" y="102"/>
                      <a:pt x="300" y="103"/>
                      <a:pt x="299" y="108"/>
                    </a:cubicBezTo>
                    <a:cubicBezTo>
                      <a:pt x="297" y="105"/>
                      <a:pt x="294" y="109"/>
                      <a:pt x="291" y="110"/>
                    </a:cubicBezTo>
                    <a:cubicBezTo>
                      <a:pt x="290" y="110"/>
                      <a:pt x="289" y="109"/>
                      <a:pt x="287" y="109"/>
                    </a:cubicBezTo>
                    <a:cubicBezTo>
                      <a:pt x="285" y="108"/>
                      <a:pt x="282" y="107"/>
                      <a:pt x="280" y="110"/>
                    </a:cubicBezTo>
                    <a:cubicBezTo>
                      <a:pt x="278" y="110"/>
                      <a:pt x="279" y="107"/>
                      <a:pt x="279" y="107"/>
                    </a:cubicBezTo>
                    <a:cubicBezTo>
                      <a:pt x="277" y="106"/>
                      <a:pt x="277" y="108"/>
                      <a:pt x="276" y="108"/>
                    </a:cubicBezTo>
                    <a:cubicBezTo>
                      <a:pt x="275" y="108"/>
                      <a:pt x="274" y="106"/>
                      <a:pt x="274" y="106"/>
                    </a:cubicBezTo>
                    <a:cubicBezTo>
                      <a:pt x="273" y="106"/>
                      <a:pt x="272" y="106"/>
                      <a:pt x="271" y="106"/>
                    </a:cubicBezTo>
                    <a:cubicBezTo>
                      <a:pt x="270" y="107"/>
                      <a:pt x="268" y="108"/>
                      <a:pt x="268" y="105"/>
                    </a:cubicBezTo>
                    <a:cubicBezTo>
                      <a:pt x="265" y="106"/>
                      <a:pt x="266" y="105"/>
                      <a:pt x="261" y="105"/>
                    </a:cubicBezTo>
                    <a:cubicBezTo>
                      <a:pt x="260" y="107"/>
                      <a:pt x="262" y="107"/>
                      <a:pt x="263" y="107"/>
                    </a:cubicBezTo>
                    <a:cubicBezTo>
                      <a:pt x="265" y="107"/>
                      <a:pt x="266" y="108"/>
                      <a:pt x="267" y="108"/>
                    </a:cubicBezTo>
                    <a:cubicBezTo>
                      <a:pt x="265" y="111"/>
                      <a:pt x="267" y="110"/>
                      <a:pt x="268" y="111"/>
                    </a:cubicBezTo>
                    <a:cubicBezTo>
                      <a:pt x="269" y="111"/>
                      <a:pt x="268" y="113"/>
                      <a:pt x="268" y="113"/>
                    </a:cubicBezTo>
                    <a:cubicBezTo>
                      <a:pt x="269" y="114"/>
                      <a:pt x="271" y="114"/>
                      <a:pt x="271" y="116"/>
                    </a:cubicBezTo>
                    <a:cubicBezTo>
                      <a:pt x="271" y="117"/>
                      <a:pt x="274" y="121"/>
                      <a:pt x="274" y="125"/>
                    </a:cubicBezTo>
                    <a:cubicBezTo>
                      <a:pt x="274" y="129"/>
                      <a:pt x="281" y="126"/>
                      <a:pt x="282" y="130"/>
                    </a:cubicBezTo>
                    <a:cubicBezTo>
                      <a:pt x="284" y="129"/>
                      <a:pt x="284" y="127"/>
                      <a:pt x="286" y="127"/>
                    </a:cubicBezTo>
                    <a:cubicBezTo>
                      <a:pt x="286" y="123"/>
                      <a:pt x="280" y="125"/>
                      <a:pt x="279" y="122"/>
                    </a:cubicBezTo>
                    <a:cubicBezTo>
                      <a:pt x="278" y="119"/>
                      <a:pt x="281" y="119"/>
                      <a:pt x="284" y="120"/>
                    </a:cubicBezTo>
                    <a:cubicBezTo>
                      <a:pt x="286" y="120"/>
                      <a:pt x="288" y="120"/>
                      <a:pt x="289" y="120"/>
                    </a:cubicBezTo>
                    <a:cubicBezTo>
                      <a:pt x="288" y="121"/>
                      <a:pt x="290" y="121"/>
                      <a:pt x="291" y="121"/>
                    </a:cubicBezTo>
                    <a:cubicBezTo>
                      <a:pt x="292" y="121"/>
                      <a:pt x="294" y="121"/>
                      <a:pt x="292" y="123"/>
                    </a:cubicBezTo>
                    <a:cubicBezTo>
                      <a:pt x="294" y="124"/>
                      <a:pt x="295" y="123"/>
                      <a:pt x="296" y="123"/>
                    </a:cubicBezTo>
                    <a:cubicBezTo>
                      <a:pt x="297" y="122"/>
                      <a:pt x="298" y="122"/>
                      <a:pt x="297" y="125"/>
                    </a:cubicBezTo>
                    <a:cubicBezTo>
                      <a:pt x="301" y="123"/>
                      <a:pt x="298" y="118"/>
                      <a:pt x="295" y="118"/>
                    </a:cubicBezTo>
                    <a:cubicBezTo>
                      <a:pt x="296" y="116"/>
                      <a:pt x="298" y="115"/>
                      <a:pt x="301" y="115"/>
                    </a:cubicBezTo>
                    <a:cubicBezTo>
                      <a:pt x="303" y="113"/>
                      <a:pt x="303" y="110"/>
                      <a:pt x="305" y="108"/>
                    </a:cubicBezTo>
                    <a:cubicBezTo>
                      <a:pt x="310" y="108"/>
                      <a:pt x="313" y="109"/>
                      <a:pt x="316" y="111"/>
                    </a:cubicBezTo>
                    <a:cubicBezTo>
                      <a:pt x="318" y="110"/>
                      <a:pt x="317" y="108"/>
                      <a:pt x="319" y="108"/>
                    </a:cubicBezTo>
                    <a:cubicBezTo>
                      <a:pt x="319" y="106"/>
                      <a:pt x="318" y="105"/>
                      <a:pt x="316" y="105"/>
                    </a:cubicBezTo>
                    <a:cubicBezTo>
                      <a:pt x="318" y="100"/>
                      <a:pt x="318" y="95"/>
                      <a:pt x="318" y="91"/>
                    </a:cubicBezTo>
                    <a:cubicBezTo>
                      <a:pt x="322" y="91"/>
                      <a:pt x="325" y="90"/>
                      <a:pt x="328" y="92"/>
                    </a:cubicBezTo>
                    <a:cubicBezTo>
                      <a:pt x="329" y="92"/>
                      <a:pt x="332" y="92"/>
                      <a:pt x="332" y="96"/>
                    </a:cubicBezTo>
                    <a:cubicBezTo>
                      <a:pt x="329" y="96"/>
                      <a:pt x="326" y="96"/>
                      <a:pt x="324" y="96"/>
                    </a:cubicBezTo>
                    <a:cubicBezTo>
                      <a:pt x="324" y="97"/>
                      <a:pt x="324" y="98"/>
                      <a:pt x="324" y="99"/>
                    </a:cubicBezTo>
                    <a:cubicBezTo>
                      <a:pt x="326" y="102"/>
                      <a:pt x="327" y="101"/>
                      <a:pt x="328" y="101"/>
                    </a:cubicBezTo>
                    <a:cubicBezTo>
                      <a:pt x="328" y="100"/>
                      <a:pt x="329" y="100"/>
                      <a:pt x="330" y="101"/>
                    </a:cubicBezTo>
                    <a:cubicBezTo>
                      <a:pt x="332" y="102"/>
                      <a:pt x="326" y="102"/>
                      <a:pt x="326" y="102"/>
                    </a:cubicBezTo>
                    <a:cubicBezTo>
                      <a:pt x="325" y="104"/>
                      <a:pt x="330" y="102"/>
                      <a:pt x="332" y="105"/>
                    </a:cubicBezTo>
                    <a:cubicBezTo>
                      <a:pt x="334" y="103"/>
                      <a:pt x="336" y="102"/>
                      <a:pt x="338" y="99"/>
                    </a:cubicBezTo>
                    <a:cubicBezTo>
                      <a:pt x="338" y="99"/>
                      <a:pt x="339" y="98"/>
                      <a:pt x="339" y="97"/>
                    </a:cubicBezTo>
                    <a:cubicBezTo>
                      <a:pt x="342" y="98"/>
                      <a:pt x="343" y="97"/>
                      <a:pt x="345" y="96"/>
                    </a:cubicBezTo>
                    <a:cubicBezTo>
                      <a:pt x="346" y="95"/>
                      <a:pt x="347" y="94"/>
                      <a:pt x="349" y="94"/>
                    </a:cubicBezTo>
                    <a:cubicBezTo>
                      <a:pt x="351" y="94"/>
                      <a:pt x="352" y="93"/>
                      <a:pt x="352" y="91"/>
                    </a:cubicBezTo>
                    <a:cubicBezTo>
                      <a:pt x="354" y="91"/>
                      <a:pt x="355" y="90"/>
                      <a:pt x="355" y="88"/>
                    </a:cubicBezTo>
                    <a:cubicBezTo>
                      <a:pt x="361" y="92"/>
                      <a:pt x="364" y="86"/>
                      <a:pt x="369" y="86"/>
                    </a:cubicBezTo>
                    <a:cubicBezTo>
                      <a:pt x="369" y="87"/>
                      <a:pt x="369" y="89"/>
                      <a:pt x="369" y="91"/>
                    </a:cubicBezTo>
                    <a:cubicBezTo>
                      <a:pt x="374" y="91"/>
                      <a:pt x="378" y="91"/>
                      <a:pt x="381" y="89"/>
                    </a:cubicBezTo>
                    <a:cubicBezTo>
                      <a:pt x="381" y="89"/>
                      <a:pt x="381" y="89"/>
                      <a:pt x="382" y="89"/>
                    </a:cubicBezTo>
                    <a:cubicBezTo>
                      <a:pt x="382" y="90"/>
                      <a:pt x="383" y="90"/>
                      <a:pt x="383" y="89"/>
                    </a:cubicBezTo>
                    <a:cubicBezTo>
                      <a:pt x="383" y="88"/>
                      <a:pt x="383" y="88"/>
                      <a:pt x="383" y="88"/>
                    </a:cubicBezTo>
                    <a:cubicBezTo>
                      <a:pt x="385" y="87"/>
                      <a:pt x="389" y="88"/>
                      <a:pt x="390" y="84"/>
                    </a:cubicBezTo>
                    <a:cubicBezTo>
                      <a:pt x="393" y="86"/>
                      <a:pt x="398" y="86"/>
                      <a:pt x="400" y="89"/>
                    </a:cubicBezTo>
                    <a:cubicBezTo>
                      <a:pt x="401" y="89"/>
                      <a:pt x="403" y="87"/>
                      <a:pt x="403" y="86"/>
                    </a:cubicBezTo>
                    <a:cubicBezTo>
                      <a:pt x="404" y="84"/>
                      <a:pt x="398" y="83"/>
                      <a:pt x="402" y="82"/>
                    </a:cubicBezTo>
                    <a:cubicBezTo>
                      <a:pt x="400" y="79"/>
                      <a:pt x="394" y="80"/>
                      <a:pt x="396" y="73"/>
                    </a:cubicBezTo>
                    <a:cubicBezTo>
                      <a:pt x="398" y="74"/>
                      <a:pt x="399" y="76"/>
                      <a:pt x="402" y="77"/>
                    </a:cubicBezTo>
                    <a:cubicBezTo>
                      <a:pt x="404" y="77"/>
                      <a:pt x="406" y="80"/>
                      <a:pt x="410" y="79"/>
                    </a:cubicBezTo>
                    <a:cubicBezTo>
                      <a:pt x="410" y="79"/>
                      <a:pt x="411" y="78"/>
                      <a:pt x="411" y="78"/>
                    </a:cubicBezTo>
                    <a:cubicBezTo>
                      <a:pt x="411" y="78"/>
                      <a:pt x="412" y="78"/>
                      <a:pt x="412" y="79"/>
                    </a:cubicBezTo>
                    <a:cubicBezTo>
                      <a:pt x="413" y="79"/>
                      <a:pt x="413" y="80"/>
                      <a:pt x="414" y="78"/>
                    </a:cubicBezTo>
                    <a:cubicBezTo>
                      <a:pt x="415" y="78"/>
                      <a:pt x="415" y="80"/>
                      <a:pt x="416" y="81"/>
                    </a:cubicBezTo>
                    <a:cubicBezTo>
                      <a:pt x="418" y="81"/>
                      <a:pt x="420" y="80"/>
                      <a:pt x="420" y="83"/>
                    </a:cubicBezTo>
                    <a:cubicBezTo>
                      <a:pt x="422" y="82"/>
                      <a:pt x="423" y="83"/>
                      <a:pt x="424" y="83"/>
                    </a:cubicBezTo>
                    <a:cubicBezTo>
                      <a:pt x="426" y="83"/>
                      <a:pt x="427" y="83"/>
                      <a:pt x="430" y="82"/>
                    </a:cubicBezTo>
                    <a:cubicBezTo>
                      <a:pt x="428" y="86"/>
                      <a:pt x="434" y="83"/>
                      <a:pt x="432" y="87"/>
                    </a:cubicBezTo>
                    <a:cubicBezTo>
                      <a:pt x="435" y="87"/>
                      <a:pt x="436" y="88"/>
                      <a:pt x="436" y="89"/>
                    </a:cubicBezTo>
                    <a:cubicBezTo>
                      <a:pt x="438" y="89"/>
                      <a:pt x="439" y="90"/>
                      <a:pt x="440" y="90"/>
                    </a:cubicBezTo>
                    <a:cubicBezTo>
                      <a:pt x="442" y="91"/>
                      <a:pt x="443" y="91"/>
                      <a:pt x="445" y="91"/>
                    </a:cubicBezTo>
                    <a:cubicBezTo>
                      <a:pt x="447" y="83"/>
                      <a:pt x="438" y="87"/>
                      <a:pt x="440" y="79"/>
                    </a:cubicBezTo>
                    <a:cubicBezTo>
                      <a:pt x="440" y="78"/>
                      <a:pt x="439" y="79"/>
                      <a:pt x="438" y="79"/>
                    </a:cubicBezTo>
                    <a:cubicBezTo>
                      <a:pt x="438" y="79"/>
                      <a:pt x="437" y="80"/>
                      <a:pt x="436" y="79"/>
                    </a:cubicBezTo>
                    <a:cubicBezTo>
                      <a:pt x="436" y="76"/>
                      <a:pt x="438" y="76"/>
                      <a:pt x="437" y="72"/>
                    </a:cubicBezTo>
                    <a:cubicBezTo>
                      <a:pt x="438" y="70"/>
                      <a:pt x="435" y="71"/>
                      <a:pt x="435" y="71"/>
                    </a:cubicBezTo>
                    <a:cubicBezTo>
                      <a:pt x="435" y="70"/>
                      <a:pt x="437" y="68"/>
                      <a:pt x="435" y="68"/>
                    </a:cubicBezTo>
                    <a:cubicBezTo>
                      <a:pt x="435" y="66"/>
                      <a:pt x="438" y="66"/>
                      <a:pt x="437" y="63"/>
                    </a:cubicBezTo>
                    <a:cubicBezTo>
                      <a:pt x="440" y="63"/>
                      <a:pt x="439" y="60"/>
                      <a:pt x="443" y="60"/>
                    </a:cubicBezTo>
                    <a:cubicBezTo>
                      <a:pt x="442" y="58"/>
                      <a:pt x="444" y="56"/>
                      <a:pt x="446" y="57"/>
                    </a:cubicBezTo>
                    <a:cubicBezTo>
                      <a:pt x="445" y="51"/>
                      <a:pt x="451" y="53"/>
                      <a:pt x="450" y="48"/>
                    </a:cubicBezTo>
                    <a:cubicBezTo>
                      <a:pt x="456" y="47"/>
                      <a:pt x="458" y="50"/>
                      <a:pt x="463" y="50"/>
                    </a:cubicBezTo>
                    <a:cubicBezTo>
                      <a:pt x="463" y="52"/>
                      <a:pt x="462" y="54"/>
                      <a:pt x="464" y="54"/>
                    </a:cubicBezTo>
                    <a:cubicBezTo>
                      <a:pt x="464" y="56"/>
                      <a:pt x="462" y="55"/>
                      <a:pt x="460" y="55"/>
                    </a:cubicBezTo>
                    <a:cubicBezTo>
                      <a:pt x="460" y="61"/>
                      <a:pt x="462" y="62"/>
                      <a:pt x="460" y="67"/>
                    </a:cubicBezTo>
                    <a:cubicBezTo>
                      <a:pt x="461" y="67"/>
                      <a:pt x="462" y="69"/>
                      <a:pt x="463" y="69"/>
                    </a:cubicBezTo>
                    <a:cubicBezTo>
                      <a:pt x="463" y="70"/>
                      <a:pt x="464" y="71"/>
                      <a:pt x="465" y="71"/>
                    </a:cubicBezTo>
                    <a:cubicBezTo>
                      <a:pt x="463" y="73"/>
                      <a:pt x="465" y="80"/>
                      <a:pt x="463" y="83"/>
                    </a:cubicBezTo>
                    <a:cubicBezTo>
                      <a:pt x="462" y="87"/>
                      <a:pt x="466" y="86"/>
                      <a:pt x="466" y="88"/>
                    </a:cubicBezTo>
                    <a:cubicBezTo>
                      <a:pt x="466" y="98"/>
                      <a:pt x="461" y="104"/>
                      <a:pt x="453" y="107"/>
                    </a:cubicBezTo>
                    <a:cubicBezTo>
                      <a:pt x="453" y="110"/>
                      <a:pt x="458" y="107"/>
                      <a:pt x="459" y="110"/>
                    </a:cubicBezTo>
                    <a:cubicBezTo>
                      <a:pt x="462" y="109"/>
                      <a:pt x="461" y="105"/>
                      <a:pt x="465" y="106"/>
                    </a:cubicBezTo>
                    <a:cubicBezTo>
                      <a:pt x="465" y="107"/>
                      <a:pt x="464" y="108"/>
                      <a:pt x="464" y="110"/>
                    </a:cubicBezTo>
                    <a:cubicBezTo>
                      <a:pt x="465" y="109"/>
                      <a:pt x="465" y="107"/>
                      <a:pt x="466" y="107"/>
                    </a:cubicBezTo>
                    <a:cubicBezTo>
                      <a:pt x="468" y="107"/>
                      <a:pt x="467" y="105"/>
                      <a:pt x="468" y="105"/>
                    </a:cubicBezTo>
                    <a:cubicBezTo>
                      <a:pt x="470" y="105"/>
                      <a:pt x="470" y="105"/>
                      <a:pt x="470" y="105"/>
                    </a:cubicBezTo>
                    <a:cubicBezTo>
                      <a:pt x="471" y="103"/>
                      <a:pt x="470" y="102"/>
                      <a:pt x="470" y="101"/>
                    </a:cubicBezTo>
                    <a:cubicBezTo>
                      <a:pt x="471" y="101"/>
                      <a:pt x="473" y="101"/>
                      <a:pt x="474" y="101"/>
                    </a:cubicBezTo>
                    <a:cubicBezTo>
                      <a:pt x="473" y="97"/>
                      <a:pt x="478" y="93"/>
                      <a:pt x="474" y="91"/>
                    </a:cubicBezTo>
                    <a:cubicBezTo>
                      <a:pt x="474" y="89"/>
                      <a:pt x="477" y="90"/>
                      <a:pt x="477" y="88"/>
                    </a:cubicBezTo>
                    <a:cubicBezTo>
                      <a:pt x="477" y="87"/>
                      <a:pt x="475" y="87"/>
                      <a:pt x="474" y="87"/>
                    </a:cubicBezTo>
                    <a:cubicBezTo>
                      <a:pt x="474" y="85"/>
                      <a:pt x="476" y="85"/>
                      <a:pt x="478" y="86"/>
                    </a:cubicBezTo>
                    <a:cubicBezTo>
                      <a:pt x="479" y="86"/>
                      <a:pt x="480" y="86"/>
                      <a:pt x="480" y="86"/>
                    </a:cubicBezTo>
                    <a:cubicBezTo>
                      <a:pt x="479" y="84"/>
                      <a:pt x="480" y="81"/>
                      <a:pt x="477" y="82"/>
                    </a:cubicBezTo>
                    <a:cubicBezTo>
                      <a:pt x="475" y="83"/>
                      <a:pt x="474" y="82"/>
                      <a:pt x="473" y="81"/>
                    </a:cubicBezTo>
                    <a:cubicBezTo>
                      <a:pt x="472" y="81"/>
                      <a:pt x="472" y="80"/>
                      <a:pt x="471" y="82"/>
                    </a:cubicBezTo>
                    <a:cubicBezTo>
                      <a:pt x="469" y="80"/>
                      <a:pt x="470" y="77"/>
                      <a:pt x="470" y="74"/>
                    </a:cubicBezTo>
                    <a:cubicBezTo>
                      <a:pt x="473" y="74"/>
                      <a:pt x="473" y="74"/>
                      <a:pt x="473" y="74"/>
                    </a:cubicBezTo>
                    <a:cubicBezTo>
                      <a:pt x="474" y="73"/>
                      <a:pt x="472" y="69"/>
                      <a:pt x="473" y="68"/>
                    </a:cubicBezTo>
                    <a:cubicBezTo>
                      <a:pt x="473" y="66"/>
                      <a:pt x="471" y="68"/>
                      <a:pt x="471" y="68"/>
                    </a:cubicBezTo>
                    <a:cubicBezTo>
                      <a:pt x="469" y="66"/>
                      <a:pt x="471" y="63"/>
                      <a:pt x="469" y="60"/>
                    </a:cubicBezTo>
                    <a:cubicBezTo>
                      <a:pt x="474" y="62"/>
                      <a:pt x="472" y="57"/>
                      <a:pt x="475" y="57"/>
                    </a:cubicBezTo>
                    <a:cubicBezTo>
                      <a:pt x="475" y="55"/>
                      <a:pt x="475" y="53"/>
                      <a:pt x="475" y="50"/>
                    </a:cubicBezTo>
                    <a:cubicBezTo>
                      <a:pt x="480" y="49"/>
                      <a:pt x="477" y="54"/>
                      <a:pt x="478" y="57"/>
                    </a:cubicBezTo>
                    <a:cubicBezTo>
                      <a:pt x="478" y="58"/>
                      <a:pt x="479" y="57"/>
                      <a:pt x="479" y="57"/>
                    </a:cubicBezTo>
                    <a:cubicBezTo>
                      <a:pt x="480" y="57"/>
                      <a:pt x="480" y="57"/>
                      <a:pt x="480" y="58"/>
                    </a:cubicBezTo>
                    <a:cubicBezTo>
                      <a:pt x="480" y="59"/>
                      <a:pt x="479" y="60"/>
                      <a:pt x="479" y="59"/>
                    </a:cubicBezTo>
                    <a:cubicBezTo>
                      <a:pt x="480" y="63"/>
                      <a:pt x="483" y="63"/>
                      <a:pt x="487" y="66"/>
                    </a:cubicBezTo>
                    <a:cubicBezTo>
                      <a:pt x="489" y="66"/>
                      <a:pt x="486" y="62"/>
                      <a:pt x="485" y="62"/>
                    </a:cubicBezTo>
                    <a:cubicBezTo>
                      <a:pt x="487" y="60"/>
                      <a:pt x="491" y="60"/>
                      <a:pt x="494" y="59"/>
                    </a:cubicBezTo>
                    <a:cubicBezTo>
                      <a:pt x="494" y="58"/>
                      <a:pt x="492" y="58"/>
                      <a:pt x="490" y="58"/>
                    </a:cubicBezTo>
                    <a:cubicBezTo>
                      <a:pt x="491" y="54"/>
                      <a:pt x="489" y="55"/>
                      <a:pt x="489" y="52"/>
                    </a:cubicBezTo>
                    <a:cubicBezTo>
                      <a:pt x="490" y="53"/>
                      <a:pt x="491" y="53"/>
                      <a:pt x="493" y="53"/>
                    </a:cubicBezTo>
                    <a:cubicBezTo>
                      <a:pt x="495" y="53"/>
                      <a:pt x="497" y="53"/>
                      <a:pt x="497" y="55"/>
                    </a:cubicBezTo>
                    <a:cubicBezTo>
                      <a:pt x="498" y="56"/>
                      <a:pt x="499" y="54"/>
                      <a:pt x="499" y="54"/>
                    </a:cubicBezTo>
                    <a:cubicBezTo>
                      <a:pt x="501" y="55"/>
                      <a:pt x="500" y="56"/>
                      <a:pt x="501" y="57"/>
                    </a:cubicBezTo>
                    <a:cubicBezTo>
                      <a:pt x="501" y="57"/>
                      <a:pt x="501" y="57"/>
                      <a:pt x="502" y="57"/>
                    </a:cubicBezTo>
                    <a:cubicBezTo>
                      <a:pt x="502" y="57"/>
                      <a:pt x="503" y="56"/>
                      <a:pt x="503" y="57"/>
                    </a:cubicBezTo>
                    <a:cubicBezTo>
                      <a:pt x="505" y="59"/>
                      <a:pt x="510" y="57"/>
                      <a:pt x="507" y="60"/>
                    </a:cubicBezTo>
                    <a:cubicBezTo>
                      <a:pt x="509" y="60"/>
                      <a:pt x="511" y="60"/>
                      <a:pt x="513" y="60"/>
                    </a:cubicBezTo>
                    <a:cubicBezTo>
                      <a:pt x="513" y="59"/>
                      <a:pt x="508" y="58"/>
                      <a:pt x="512" y="57"/>
                    </a:cubicBezTo>
                    <a:cubicBezTo>
                      <a:pt x="511" y="56"/>
                      <a:pt x="510" y="55"/>
                      <a:pt x="508" y="54"/>
                    </a:cubicBezTo>
                    <a:cubicBezTo>
                      <a:pt x="507" y="48"/>
                      <a:pt x="508" y="48"/>
                      <a:pt x="508" y="40"/>
                    </a:cubicBezTo>
                    <a:cubicBezTo>
                      <a:pt x="511" y="40"/>
                      <a:pt x="515" y="40"/>
                      <a:pt x="519" y="40"/>
                    </a:cubicBezTo>
                    <a:cubicBezTo>
                      <a:pt x="523" y="41"/>
                      <a:pt x="527" y="41"/>
                      <a:pt x="530" y="40"/>
                    </a:cubicBezTo>
                    <a:cubicBezTo>
                      <a:pt x="532" y="40"/>
                      <a:pt x="530" y="36"/>
                      <a:pt x="533" y="39"/>
                    </a:cubicBezTo>
                    <a:cubicBezTo>
                      <a:pt x="537" y="36"/>
                      <a:pt x="534" y="34"/>
                      <a:pt x="536" y="30"/>
                    </a:cubicBezTo>
                    <a:cubicBezTo>
                      <a:pt x="539" y="31"/>
                      <a:pt x="541" y="30"/>
                      <a:pt x="542" y="29"/>
                    </a:cubicBezTo>
                    <a:cubicBezTo>
                      <a:pt x="544" y="26"/>
                      <a:pt x="548" y="25"/>
                      <a:pt x="550" y="23"/>
                    </a:cubicBezTo>
                    <a:cubicBezTo>
                      <a:pt x="562" y="21"/>
                      <a:pt x="576" y="20"/>
                      <a:pt x="586" y="15"/>
                    </a:cubicBezTo>
                    <a:cubicBezTo>
                      <a:pt x="588" y="14"/>
                      <a:pt x="589" y="18"/>
                      <a:pt x="589" y="18"/>
                    </a:cubicBezTo>
                    <a:cubicBezTo>
                      <a:pt x="589" y="18"/>
                      <a:pt x="591" y="14"/>
                      <a:pt x="590" y="14"/>
                    </a:cubicBezTo>
                    <a:cubicBezTo>
                      <a:pt x="592" y="15"/>
                      <a:pt x="590" y="16"/>
                      <a:pt x="591" y="18"/>
                    </a:cubicBezTo>
                    <a:cubicBezTo>
                      <a:pt x="592" y="18"/>
                      <a:pt x="594" y="17"/>
                      <a:pt x="594" y="19"/>
                    </a:cubicBezTo>
                    <a:cubicBezTo>
                      <a:pt x="596" y="18"/>
                      <a:pt x="593" y="17"/>
                      <a:pt x="595" y="16"/>
                    </a:cubicBezTo>
                    <a:cubicBezTo>
                      <a:pt x="597" y="16"/>
                      <a:pt x="602" y="17"/>
                      <a:pt x="601" y="13"/>
                    </a:cubicBezTo>
                    <a:cubicBezTo>
                      <a:pt x="604" y="13"/>
                      <a:pt x="605" y="12"/>
                      <a:pt x="605" y="10"/>
                    </a:cubicBezTo>
                    <a:cubicBezTo>
                      <a:pt x="607" y="11"/>
                      <a:pt x="607" y="12"/>
                      <a:pt x="609" y="13"/>
                    </a:cubicBezTo>
                    <a:cubicBezTo>
                      <a:pt x="612" y="13"/>
                      <a:pt x="611" y="8"/>
                      <a:pt x="611" y="5"/>
                    </a:cubicBezTo>
                    <a:cubicBezTo>
                      <a:pt x="618" y="3"/>
                      <a:pt x="624" y="0"/>
                      <a:pt x="633" y="1"/>
                    </a:cubicBezTo>
                    <a:cubicBezTo>
                      <a:pt x="632" y="2"/>
                      <a:pt x="632" y="4"/>
                      <a:pt x="632" y="6"/>
                    </a:cubicBezTo>
                    <a:cubicBezTo>
                      <a:pt x="634" y="9"/>
                      <a:pt x="639" y="9"/>
                      <a:pt x="642" y="6"/>
                    </a:cubicBezTo>
                    <a:cubicBezTo>
                      <a:pt x="643" y="7"/>
                      <a:pt x="642" y="8"/>
                      <a:pt x="642" y="8"/>
                    </a:cubicBezTo>
                    <a:moveTo>
                      <a:pt x="944" y="161"/>
                    </a:moveTo>
                    <a:cubicBezTo>
                      <a:pt x="944" y="159"/>
                      <a:pt x="942" y="160"/>
                      <a:pt x="942" y="159"/>
                    </a:cubicBezTo>
                    <a:cubicBezTo>
                      <a:pt x="940" y="158"/>
                      <a:pt x="938" y="159"/>
                      <a:pt x="938" y="159"/>
                    </a:cubicBezTo>
                    <a:cubicBezTo>
                      <a:pt x="938" y="160"/>
                      <a:pt x="940" y="160"/>
                      <a:pt x="942" y="160"/>
                    </a:cubicBezTo>
                    <a:cubicBezTo>
                      <a:pt x="942" y="161"/>
                      <a:pt x="943" y="161"/>
                      <a:pt x="944" y="161"/>
                    </a:cubicBezTo>
                    <a:moveTo>
                      <a:pt x="272" y="256"/>
                    </a:moveTo>
                    <a:cubicBezTo>
                      <a:pt x="271" y="259"/>
                      <a:pt x="277" y="257"/>
                      <a:pt x="275" y="262"/>
                    </a:cubicBezTo>
                    <a:cubicBezTo>
                      <a:pt x="276" y="262"/>
                      <a:pt x="276" y="262"/>
                      <a:pt x="277" y="261"/>
                    </a:cubicBezTo>
                    <a:cubicBezTo>
                      <a:pt x="278" y="261"/>
                      <a:pt x="278" y="261"/>
                      <a:pt x="279" y="262"/>
                    </a:cubicBezTo>
                    <a:cubicBezTo>
                      <a:pt x="279" y="263"/>
                      <a:pt x="278" y="263"/>
                      <a:pt x="277" y="263"/>
                    </a:cubicBezTo>
                    <a:cubicBezTo>
                      <a:pt x="275" y="264"/>
                      <a:pt x="270" y="266"/>
                      <a:pt x="268" y="266"/>
                    </a:cubicBezTo>
                    <a:cubicBezTo>
                      <a:pt x="265" y="265"/>
                      <a:pt x="264" y="262"/>
                      <a:pt x="262" y="261"/>
                    </a:cubicBezTo>
                    <a:cubicBezTo>
                      <a:pt x="262" y="258"/>
                      <a:pt x="266" y="260"/>
                      <a:pt x="266" y="258"/>
                    </a:cubicBezTo>
                    <a:cubicBezTo>
                      <a:pt x="263" y="256"/>
                      <a:pt x="262" y="255"/>
                      <a:pt x="258" y="257"/>
                    </a:cubicBezTo>
                    <a:cubicBezTo>
                      <a:pt x="257" y="255"/>
                      <a:pt x="256" y="252"/>
                      <a:pt x="252" y="253"/>
                    </a:cubicBezTo>
                    <a:cubicBezTo>
                      <a:pt x="250" y="253"/>
                      <a:pt x="251" y="255"/>
                      <a:pt x="251" y="256"/>
                    </a:cubicBezTo>
                    <a:cubicBezTo>
                      <a:pt x="250" y="256"/>
                      <a:pt x="248" y="256"/>
                      <a:pt x="247" y="257"/>
                    </a:cubicBezTo>
                    <a:cubicBezTo>
                      <a:pt x="246" y="258"/>
                      <a:pt x="245" y="261"/>
                      <a:pt x="242" y="261"/>
                    </a:cubicBezTo>
                    <a:cubicBezTo>
                      <a:pt x="244" y="265"/>
                      <a:pt x="240" y="266"/>
                      <a:pt x="239" y="267"/>
                    </a:cubicBezTo>
                    <a:cubicBezTo>
                      <a:pt x="239" y="269"/>
                      <a:pt x="239" y="272"/>
                      <a:pt x="238" y="276"/>
                    </a:cubicBezTo>
                    <a:cubicBezTo>
                      <a:pt x="237" y="276"/>
                      <a:pt x="237" y="275"/>
                      <a:pt x="236" y="274"/>
                    </a:cubicBezTo>
                    <a:cubicBezTo>
                      <a:pt x="235" y="279"/>
                      <a:pt x="239" y="280"/>
                      <a:pt x="236" y="283"/>
                    </a:cubicBezTo>
                    <a:cubicBezTo>
                      <a:pt x="238" y="282"/>
                      <a:pt x="238" y="285"/>
                      <a:pt x="238" y="286"/>
                    </a:cubicBezTo>
                    <a:cubicBezTo>
                      <a:pt x="239" y="286"/>
                      <a:pt x="239" y="286"/>
                      <a:pt x="240" y="286"/>
                    </a:cubicBezTo>
                    <a:cubicBezTo>
                      <a:pt x="240" y="286"/>
                      <a:pt x="240" y="286"/>
                      <a:pt x="241" y="286"/>
                    </a:cubicBezTo>
                    <a:cubicBezTo>
                      <a:pt x="244" y="286"/>
                      <a:pt x="244" y="289"/>
                      <a:pt x="246" y="287"/>
                    </a:cubicBezTo>
                    <a:cubicBezTo>
                      <a:pt x="246" y="287"/>
                      <a:pt x="247" y="287"/>
                      <a:pt x="247" y="287"/>
                    </a:cubicBezTo>
                    <a:cubicBezTo>
                      <a:pt x="248" y="287"/>
                      <a:pt x="248" y="287"/>
                      <a:pt x="248" y="287"/>
                    </a:cubicBezTo>
                    <a:cubicBezTo>
                      <a:pt x="253" y="286"/>
                      <a:pt x="251" y="286"/>
                      <a:pt x="253" y="284"/>
                    </a:cubicBezTo>
                    <a:cubicBezTo>
                      <a:pt x="255" y="284"/>
                      <a:pt x="255" y="285"/>
                      <a:pt x="256" y="285"/>
                    </a:cubicBezTo>
                    <a:cubicBezTo>
                      <a:pt x="257" y="285"/>
                      <a:pt x="257" y="286"/>
                      <a:pt x="258" y="286"/>
                    </a:cubicBezTo>
                    <a:cubicBezTo>
                      <a:pt x="259" y="285"/>
                      <a:pt x="258" y="283"/>
                      <a:pt x="260" y="283"/>
                    </a:cubicBezTo>
                    <a:cubicBezTo>
                      <a:pt x="263" y="283"/>
                      <a:pt x="268" y="283"/>
                      <a:pt x="271" y="283"/>
                    </a:cubicBezTo>
                    <a:cubicBezTo>
                      <a:pt x="273" y="284"/>
                      <a:pt x="274" y="285"/>
                      <a:pt x="276" y="286"/>
                    </a:cubicBezTo>
                    <a:cubicBezTo>
                      <a:pt x="277" y="286"/>
                      <a:pt x="278" y="284"/>
                      <a:pt x="279" y="284"/>
                    </a:cubicBezTo>
                    <a:cubicBezTo>
                      <a:pt x="278" y="284"/>
                      <a:pt x="279" y="286"/>
                      <a:pt x="280" y="286"/>
                    </a:cubicBezTo>
                    <a:cubicBezTo>
                      <a:pt x="283" y="287"/>
                      <a:pt x="283" y="287"/>
                      <a:pt x="286" y="287"/>
                    </a:cubicBezTo>
                    <a:cubicBezTo>
                      <a:pt x="289" y="287"/>
                      <a:pt x="291" y="287"/>
                      <a:pt x="294" y="287"/>
                    </a:cubicBezTo>
                    <a:cubicBezTo>
                      <a:pt x="297" y="287"/>
                      <a:pt x="301" y="286"/>
                      <a:pt x="304" y="287"/>
                    </a:cubicBezTo>
                    <a:cubicBezTo>
                      <a:pt x="303" y="284"/>
                      <a:pt x="304" y="282"/>
                      <a:pt x="305" y="281"/>
                    </a:cubicBezTo>
                    <a:cubicBezTo>
                      <a:pt x="301" y="275"/>
                      <a:pt x="297" y="269"/>
                      <a:pt x="289" y="268"/>
                    </a:cubicBezTo>
                    <a:cubicBezTo>
                      <a:pt x="289" y="266"/>
                      <a:pt x="287" y="266"/>
                      <a:pt x="286" y="264"/>
                    </a:cubicBezTo>
                    <a:cubicBezTo>
                      <a:pt x="286" y="263"/>
                      <a:pt x="286" y="262"/>
                      <a:pt x="285" y="261"/>
                    </a:cubicBezTo>
                    <a:cubicBezTo>
                      <a:pt x="285" y="257"/>
                      <a:pt x="289" y="257"/>
                      <a:pt x="289" y="252"/>
                    </a:cubicBezTo>
                    <a:cubicBezTo>
                      <a:pt x="281" y="251"/>
                      <a:pt x="278" y="254"/>
                      <a:pt x="272" y="256"/>
                    </a:cubicBezTo>
                    <a:moveTo>
                      <a:pt x="359" y="313"/>
                    </a:moveTo>
                    <a:cubicBezTo>
                      <a:pt x="358" y="313"/>
                      <a:pt x="356" y="314"/>
                      <a:pt x="358" y="315"/>
                    </a:cubicBezTo>
                    <a:cubicBezTo>
                      <a:pt x="360" y="313"/>
                      <a:pt x="365" y="313"/>
                      <a:pt x="367" y="312"/>
                    </a:cubicBezTo>
                    <a:cubicBezTo>
                      <a:pt x="367" y="310"/>
                      <a:pt x="367" y="310"/>
                      <a:pt x="367" y="310"/>
                    </a:cubicBezTo>
                    <a:cubicBezTo>
                      <a:pt x="367" y="309"/>
                      <a:pt x="368" y="310"/>
                      <a:pt x="368" y="310"/>
                    </a:cubicBezTo>
                    <a:cubicBezTo>
                      <a:pt x="369" y="311"/>
                      <a:pt x="369" y="311"/>
                      <a:pt x="369" y="311"/>
                    </a:cubicBezTo>
                    <a:cubicBezTo>
                      <a:pt x="369" y="308"/>
                      <a:pt x="369" y="305"/>
                      <a:pt x="369" y="302"/>
                    </a:cubicBezTo>
                    <a:cubicBezTo>
                      <a:pt x="368" y="300"/>
                      <a:pt x="366" y="300"/>
                      <a:pt x="366" y="298"/>
                    </a:cubicBezTo>
                    <a:cubicBezTo>
                      <a:pt x="365" y="298"/>
                      <a:pt x="366" y="296"/>
                      <a:pt x="366" y="296"/>
                    </a:cubicBezTo>
                    <a:cubicBezTo>
                      <a:pt x="365" y="294"/>
                      <a:pt x="361" y="293"/>
                      <a:pt x="364" y="292"/>
                    </a:cubicBezTo>
                    <a:cubicBezTo>
                      <a:pt x="367" y="292"/>
                      <a:pt x="369" y="292"/>
                      <a:pt x="372" y="292"/>
                    </a:cubicBezTo>
                    <a:cubicBezTo>
                      <a:pt x="373" y="287"/>
                      <a:pt x="369" y="287"/>
                      <a:pt x="369" y="286"/>
                    </a:cubicBezTo>
                    <a:cubicBezTo>
                      <a:pt x="369" y="283"/>
                      <a:pt x="366" y="284"/>
                      <a:pt x="366" y="282"/>
                    </a:cubicBezTo>
                    <a:cubicBezTo>
                      <a:pt x="366" y="282"/>
                      <a:pt x="368" y="281"/>
                      <a:pt x="367" y="279"/>
                    </a:cubicBezTo>
                    <a:cubicBezTo>
                      <a:pt x="365" y="280"/>
                      <a:pt x="363" y="279"/>
                      <a:pt x="362" y="279"/>
                    </a:cubicBezTo>
                    <a:cubicBezTo>
                      <a:pt x="361" y="279"/>
                      <a:pt x="361" y="278"/>
                      <a:pt x="359" y="278"/>
                    </a:cubicBezTo>
                    <a:cubicBezTo>
                      <a:pt x="360" y="271"/>
                      <a:pt x="351" y="273"/>
                      <a:pt x="352" y="267"/>
                    </a:cubicBezTo>
                    <a:cubicBezTo>
                      <a:pt x="355" y="264"/>
                      <a:pt x="357" y="261"/>
                      <a:pt x="364" y="262"/>
                    </a:cubicBezTo>
                    <a:cubicBezTo>
                      <a:pt x="365" y="261"/>
                      <a:pt x="364" y="259"/>
                      <a:pt x="366" y="259"/>
                    </a:cubicBezTo>
                    <a:cubicBezTo>
                      <a:pt x="366" y="256"/>
                      <a:pt x="362" y="256"/>
                      <a:pt x="362" y="253"/>
                    </a:cubicBezTo>
                    <a:cubicBezTo>
                      <a:pt x="359" y="253"/>
                      <a:pt x="357" y="253"/>
                      <a:pt x="355" y="253"/>
                    </a:cubicBezTo>
                    <a:cubicBezTo>
                      <a:pt x="353" y="254"/>
                      <a:pt x="351" y="254"/>
                      <a:pt x="349" y="253"/>
                    </a:cubicBezTo>
                    <a:cubicBezTo>
                      <a:pt x="349" y="255"/>
                      <a:pt x="349" y="256"/>
                      <a:pt x="348" y="254"/>
                    </a:cubicBezTo>
                    <a:cubicBezTo>
                      <a:pt x="348" y="254"/>
                      <a:pt x="347" y="254"/>
                      <a:pt x="347" y="255"/>
                    </a:cubicBezTo>
                    <a:cubicBezTo>
                      <a:pt x="347" y="255"/>
                      <a:pt x="347" y="256"/>
                      <a:pt x="347" y="256"/>
                    </a:cubicBezTo>
                    <a:cubicBezTo>
                      <a:pt x="344" y="257"/>
                      <a:pt x="339" y="259"/>
                      <a:pt x="338" y="259"/>
                    </a:cubicBezTo>
                    <a:cubicBezTo>
                      <a:pt x="334" y="260"/>
                      <a:pt x="336" y="261"/>
                      <a:pt x="334" y="263"/>
                    </a:cubicBezTo>
                    <a:cubicBezTo>
                      <a:pt x="334" y="263"/>
                      <a:pt x="333" y="263"/>
                      <a:pt x="333" y="263"/>
                    </a:cubicBezTo>
                    <a:cubicBezTo>
                      <a:pt x="332" y="263"/>
                      <a:pt x="332" y="263"/>
                      <a:pt x="332" y="263"/>
                    </a:cubicBezTo>
                    <a:cubicBezTo>
                      <a:pt x="331" y="264"/>
                      <a:pt x="332" y="266"/>
                      <a:pt x="332" y="267"/>
                    </a:cubicBezTo>
                    <a:cubicBezTo>
                      <a:pt x="332" y="268"/>
                      <a:pt x="332" y="268"/>
                      <a:pt x="333" y="268"/>
                    </a:cubicBezTo>
                    <a:cubicBezTo>
                      <a:pt x="334" y="267"/>
                      <a:pt x="335" y="267"/>
                      <a:pt x="335" y="269"/>
                    </a:cubicBezTo>
                    <a:cubicBezTo>
                      <a:pt x="335" y="271"/>
                      <a:pt x="336" y="271"/>
                      <a:pt x="337" y="272"/>
                    </a:cubicBezTo>
                    <a:cubicBezTo>
                      <a:pt x="336" y="276"/>
                      <a:pt x="338" y="278"/>
                      <a:pt x="338" y="279"/>
                    </a:cubicBezTo>
                    <a:cubicBezTo>
                      <a:pt x="338" y="281"/>
                      <a:pt x="338" y="281"/>
                      <a:pt x="339" y="282"/>
                    </a:cubicBezTo>
                    <a:cubicBezTo>
                      <a:pt x="340" y="286"/>
                      <a:pt x="340" y="286"/>
                      <a:pt x="340" y="286"/>
                    </a:cubicBezTo>
                    <a:cubicBezTo>
                      <a:pt x="341" y="289"/>
                      <a:pt x="342" y="288"/>
                      <a:pt x="343" y="291"/>
                    </a:cubicBezTo>
                    <a:cubicBezTo>
                      <a:pt x="343" y="292"/>
                      <a:pt x="342" y="293"/>
                      <a:pt x="343" y="295"/>
                    </a:cubicBezTo>
                    <a:cubicBezTo>
                      <a:pt x="343" y="295"/>
                      <a:pt x="346" y="296"/>
                      <a:pt x="345" y="298"/>
                    </a:cubicBezTo>
                    <a:cubicBezTo>
                      <a:pt x="341" y="297"/>
                      <a:pt x="344" y="304"/>
                      <a:pt x="342" y="305"/>
                    </a:cubicBezTo>
                    <a:cubicBezTo>
                      <a:pt x="347" y="305"/>
                      <a:pt x="347" y="313"/>
                      <a:pt x="353" y="310"/>
                    </a:cubicBezTo>
                    <a:cubicBezTo>
                      <a:pt x="350" y="312"/>
                      <a:pt x="352" y="312"/>
                      <a:pt x="355" y="312"/>
                    </a:cubicBezTo>
                    <a:cubicBezTo>
                      <a:pt x="357" y="312"/>
                      <a:pt x="359" y="312"/>
                      <a:pt x="359" y="313"/>
                    </a:cubicBezTo>
                    <a:moveTo>
                      <a:pt x="397" y="256"/>
                    </a:moveTo>
                    <a:cubicBezTo>
                      <a:pt x="396" y="256"/>
                      <a:pt x="397" y="258"/>
                      <a:pt x="396" y="259"/>
                    </a:cubicBezTo>
                    <a:cubicBezTo>
                      <a:pt x="395" y="260"/>
                      <a:pt x="393" y="260"/>
                      <a:pt x="392" y="262"/>
                    </a:cubicBezTo>
                    <a:cubicBezTo>
                      <a:pt x="393" y="263"/>
                      <a:pt x="396" y="265"/>
                      <a:pt x="396" y="267"/>
                    </a:cubicBezTo>
                    <a:cubicBezTo>
                      <a:pt x="396" y="267"/>
                      <a:pt x="394" y="267"/>
                      <a:pt x="395" y="268"/>
                    </a:cubicBezTo>
                    <a:cubicBezTo>
                      <a:pt x="396" y="269"/>
                      <a:pt x="398" y="269"/>
                      <a:pt x="400" y="271"/>
                    </a:cubicBezTo>
                    <a:cubicBezTo>
                      <a:pt x="400" y="269"/>
                      <a:pt x="401" y="269"/>
                      <a:pt x="402" y="268"/>
                    </a:cubicBezTo>
                    <a:cubicBezTo>
                      <a:pt x="403" y="264"/>
                      <a:pt x="400" y="264"/>
                      <a:pt x="400" y="262"/>
                    </a:cubicBezTo>
                    <a:cubicBezTo>
                      <a:pt x="401" y="261"/>
                      <a:pt x="404" y="260"/>
                      <a:pt x="403" y="257"/>
                    </a:cubicBezTo>
                    <a:cubicBezTo>
                      <a:pt x="401" y="257"/>
                      <a:pt x="401" y="256"/>
                      <a:pt x="402" y="254"/>
                    </a:cubicBezTo>
                    <a:cubicBezTo>
                      <a:pt x="400" y="255"/>
                      <a:pt x="398" y="254"/>
                      <a:pt x="397" y="256"/>
                    </a:cubicBezTo>
                    <a:moveTo>
                      <a:pt x="232" y="289"/>
                    </a:moveTo>
                    <a:cubicBezTo>
                      <a:pt x="231" y="295"/>
                      <a:pt x="240" y="292"/>
                      <a:pt x="241" y="289"/>
                    </a:cubicBezTo>
                    <a:cubicBezTo>
                      <a:pt x="237" y="288"/>
                      <a:pt x="235" y="288"/>
                      <a:pt x="232" y="289"/>
                    </a:cubicBezTo>
                    <a:moveTo>
                      <a:pt x="261" y="524"/>
                    </a:moveTo>
                    <a:cubicBezTo>
                      <a:pt x="263" y="519"/>
                      <a:pt x="270" y="519"/>
                      <a:pt x="268" y="511"/>
                    </a:cubicBezTo>
                    <a:cubicBezTo>
                      <a:pt x="267" y="512"/>
                      <a:pt x="264" y="512"/>
                      <a:pt x="262" y="511"/>
                    </a:cubicBezTo>
                    <a:cubicBezTo>
                      <a:pt x="259" y="511"/>
                      <a:pt x="257" y="510"/>
                      <a:pt x="255" y="512"/>
                    </a:cubicBezTo>
                    <a:cubicBezTo>
                      <a:pt x="260" y="513"/>
                      <a:pt x="254" y="513"/>
                      <a:pt x="253" y="515"/>
                    </a:cubicBezTo>
                    <a:cubicBezTo>
                      <a:pt x="254" y="514"/>
                      <a:pt x="255" y="518"/>
                      <a:pt x="255" y="518"/>
                    </a:cubicBezTo>
                    <a:cubicBezTo>
                      <a:pt x="255" y="520"/>
                      <a:pt x="255" y="522"/>
                      <a:pt x="253" y="522"/>
                    </a:cubicBezTo>
                    <a:cubicBezTo>
                      <a:pt x="253" y="522"/>
                      <a:pt x="252" y="521"/>
                      <a:pt x="252" y="522"/>
                    </a:cubicBezTo>
                    <a:cubicBezTo>
                      <a:pt x="253" y="524"/>
                      <a:pt x="256" y="524"/>
                      <a:pt x="259" y="524"/>
                    </a:cubicBezTo>
                    <a:cubicBezTo>
                      <a:pt x="260" y="524"/>
                      <a:pt x="260" y="524"/>
                      <a:pt x="261" y="524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2" name="îṣ1îďê"/>
              <p:cNvSpPr/>
              <p:nvPr/>
            </p:nvSpPr>
            <p:spPr bwMode="auto">
              <a:xfrm>
                <a:off x="3590398" y="2040924"/>
                <a:ext cx="71092" cy="39940"/>
              </a:xfrm>
              <a:custGeom>
                <a:avLst/>
                <a:gdLst>
                  <a:gd name="T0" fmla="*/ 11 w 16"/>
                  <a:gd name="T1" fmla="*/ 0 h 8"/>
                  <a:gd name="T2" fmla="*/ 14 w 16"/>
                  <a:gd name="T3" fmla="*/ 7 h 8"/>
                  <a:gd name="T4" fmla="*/ 0 w 16"/>
                  <a:gd name="T5" fmla="*/ 3 h 8"/>
                  <a:gd name="T6" fmla="*/ 11 w 16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8">
                    <a:moveTo>
                      <a:pt x="11" y="0"/>
                    </a:moveTo>
                    <a:cubicBezTo>
                      <a:pt x="11" y="3"/>
                      <a:pt x="16" y="2"/>
                      <a:pt x="14" y="7"/>
                    </a:cubicBezTo>
                    <a:cubicBezTo>
                      <a:pt x="7" y="8"/>
                      <a:pt x="3" y="6"/>
                      <a:pt x="0" y="3"/>
                    </a:cubicBezTo>
                    <a:cubicBezTo>
                      <a:pt x="2" y="1"/>
                      <a:pt x="7" y="1"/>
                      <a:pt x="11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3" name="îsḻiḍè"/>
              <p:cNvSpPr/>
              <p:nvPr/>
            </p:nvSpPr>
            <p:spPr bwMode="auto">
              <a:xfrm>
                <a:off x="3730428" y="2115811"/>
                <a:ext cx="661370" cy="536689"/>
              </a:xfrm>
              <a:custGeom>
                <a:avLst/>
                <a:gdLst>
                  <a:gd name="T0" fmla="*/ 15 w 152"/>
                  <a:gd name="T1" fmla="*/ 6 h 106"/>
                  <a:gd name="T2" fmla="*/ 20 w 152"/>
                  <a:gd name="T3" fmla="*/ 5 h 106"/>
                  <a:gd name="T4" fmla="*/ 20 w 152"/>
                  <a:gd name="T5" fmla="*/ 7 h 106"/>
                  <a:gd name="T6" fmla="*/ 20 w 152"/>
                  <a:gd name="T7" fmla="*/ 12 h 106"/>
                  <a:gd name="T8" fmla="*/ 24 w 152"/>
                  <a:gd name="T9" fmla="*/ 22 h 106"/>
                  <a:gd name="T10" fmla="*/ 32 w 152"/>
                  <a:gd name="T11" fmla="*/ 6 h 106"/>
                  <a:gd name="T12" fmla="*/ 44 w 152"/>
                  <a:gd name="T13" fmla="*/ 5 h 106"/>
                  <a:gd name="T14" fmla="*/ 51 w 152"/>
                  <a:gd name="T15" fmla="*/ 17 h 106"/>
                  <a:gd name="T16" fmla="*/ 60 w 152"/>
                  <a:gd name="T17" fmla="*/ 15 h 106"/>
                  <a:gd name="T18" fmla="*/ 73 w 152"/>
                  <a:gd name="T19" fmla="*/ 14 h 106"/>
                  <a:gd name="T20" fmla="*/ 78 w 152"/>
                  <a:gd name="T21" fmla="*/ 19 h 106"/>
                  <a:gd name="T22" fmla="*/ 83 w 152"/>
                  <a:gd name="T23" fmla="*/ 21 h 106"/>
                  <a:gd name="T24" fmla="*/ 85 w 152"/>
                  <a:gd name="T25" fmla="*/ 22 h 106"/>
                  <a:gd name="T26" fmla="*/ 97 w 152"/>
                  <a:gd name="T27" fmla="*/ 25 h 106"/>
                  <a:gd name="T28" fmla="*/ 107 w 152"/>
                  <a:gd name="T29" fmla="*/ 30 h 106"/>
                  <a:gd name="T30" fmla="*/ 111 w 152"/>
                  <a:gd name="T31" fmla="*/ 34 h 106"/>
                  <a:gd name="T32" fmla="*/ 118 w 152"/>
                  <a:gd name="T33" fmla="*/ 40 h 106"/>
                  <a:gd name="T34" fmla="*/ 113 w 152"/>
                  <a:gd name="T35" fmla="*/ 50 h 106"/>
                  <a:gd name="T36" fmla="*/ 124 w 152"/>
                  <a:gd name="T37" fmla="*/ 51 h 106"/>
                  <a:gd name="T38" fmla="*/ 127 w 152"/>
                  <a:gd name="T39" fmla="*/ 58 h 106"/>
                  <a:gd name="T40" fmla="*/ 137 w 152"/>
                  <a:gd name="T41" fmla="*/ 59 h 106"/>
                  <a:gd name="T42" fmla="*/ 143 w 152"/>
                  <a:gd name="T43" fmla="*/ 65 h 106"/>
                  <a:gd name="T44" fmla="*/ 146 w 152"/>
                  <a:gd name="T45" fmla="*/ 70 h 106"/>
                  <a:gd name="T46" fmla="*/ 140 w 152"/>
                  <a:gd name="T47" fmla="*/ 79 h 106"/>
                  <a:gd name="T48" fmla="*/ 131 w 152"/>
                  <a:gd name="T49" fmla="*/ 78 h 106"/>
                  <a:gd name="T50" fmla="*/ 123 w 152"/>
                  <a:gd name="T51" fmla="*/ 70 h 106"/>
                  <a:gd name="T52" fmla="*/ 117 w 152"/>
                  <a:gd name="T53" fmla="*/ 77 h 106"/>
                  <a:gd name="T54" fmla="*/ 126 w 152"/>
                  <a:gd name="T55" fmla="*/ 82 h 106"/>
                  <a:gd name="T56" fmla="*/ 131 w 152"/>
                  <a:gd name="T57" fmla="*/ 90 h 106"/>
                  <a:gd name="T58" fmla="*/ 127 w 152"/>
                  <a:gd name="T59" fmla="*/ 99 h 106"/>
                  <a:gd name="T60" fmla="*/ 111 w 152"/>
                  <a:gd name="T61" fmla="*/ 93 h 106"/>
                  <a:gd name="T62" fmla="*/ 116 w 152"/>
                  <a:gd name="T63" fmla="*/ 99 h 106"/>
                  <a:gd name="T64" fmla="*/ 122 w 152"/>
                  <a:gd name="T65" fmla="*/ 103 h 106"/>
                  <a:gd name="T66" fmla="*/ 116 w 152"/>
                  <a:gd name="T67" fmla="*/ 103 h 106"/>
                  <a:gd name="T68" fmla="*/ 102 w 152"/>
                  <a:gd name="T69" fmla="*/ 98 h 106"/>
                  <a:gd name="T70" fmla="*/ 94 w 152"/>
                  <a:gd name="T71" fmla="*/ 94 h 106"/>
                  <a:gd name="T72" fmla="*/ 90 w 152"/>
                  <a:gd name="T73" fmla="*/ 88 h 106"/>
                  <a:gd name="T74" fmla="*/ 83 w 152"/>
                  <a:gd name="T75" fmla="*/ 74 h 106"/>
                  <a:gd name="T76" fmla="*/ 84 w 152"/>
                  <a:gd name="T77" fmla="*/ 70 h 106"/>
                  <a:gd name="T78" fmla="*/ 87 w 152"/>
                  <a:gd name="T79" fmla="*/ 65 h 106"/>
                  <a:gd name="T80" fmla="*/ 90 w 152"/>
                  <a:gd name="T81" fmla="*/ 59 h 106"/>
                  <a:gd name="T82" fmla="*/ 87 w 152"/>
                  <a:gd name="T83" fmla="*/ 51 h 106"/>
                  <a:gd name="T84" fmla="*/ 82 w 152"/>
                  <a:gd name="T85" fmla="*/ 48 h 106"/>
                  <a:gd name="T86" fmla="*/ 78 w 152"/>
                  <a:gd name="T87" fmla="*/ 48 h 106"/>
                  <a:gd name="T88" fmla="*/ 73 w 152"/>
                  <a:gd name="T89" fmla="*/ 46 h 106"/>
                  <a:gd name="T90" fmla="*/ 63 w 152"/>
                  <a:gd name="T91" fmla="*/ 35 h 106"/>
                  <a:gd name="T92" fmla="*/ 53 w 152"/>
                  <a:gd name="T93" fmla="*/ 38 h 106"/>
                  <a:gd name="T94" fmla="*/ 44 w 152"/>
                  <a:gd name="T95" fmla="*/ 38 h 106"/>
                  <a:gd name="T96" fmla="*/ 34 w 152"/>
                  <a:gd name="T97" fmla="*/ 38 h 106"/>
                  <a:gd name="T98" fmla="*/ 15 w 152"/>
                  <a:gd name="T99" fmla="*/ 34 h 106"/>
                  <a:gd name="T100" fmla="*/ 6 w 152"/>
                  <a:gd name="T101" fmla="*/ 29 h 106"/>
                  <a:gd name="T102" fmla="*/ 3 w 152"/>
                  <a:gd name="T103" fmla="*/ 22 h 106"/>
                  <a:gd name="T104" fmla="*/ 5 w 152"/>
                  <a:gd name="T105" fmla="*/ 17 h 106"/>
                  <a:gd name="T106" fmla="*/ 98 w 152"/>
                  <a:gd name="T107" fmla="*/ 73 h 106"/>
                  <a:gd name="T108" fmla="*/ 104 w 152"/>
                  <a:gd name="T109" fmla="*/ 68 h 106"/>
                  <a:gd name="T110" fmla="*/ 98 w 152"/>
                  <a:gd name="T111" fmla="*/ 7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52" h="106">
                    <a:moveTo>
                      <a:pt x="6" y="7"/>
                    </a:moveTo>
                    <a:cubicBezTo>
                      <a:pt x="8" y="11"/>
                      <a:pt x="13" y="3"/>
                      <a:pt x="15" y="6"/>
                    </a:cubicBezTo>
                    <a:cubicBezTo>
                      <a:pt x="16" y="7"/>
                      <a:pt x="15" y="4"/>
                      <a:pt x="16" y="4"/>
                    </a:cubicBezTo>
                    <a:cubicBezTo>
                      <a:pt x="18" y="3"/>
                      <a:pt x="18" y="5"/>
                      <a:pt x="20" y="5"/>
                    </a:cubicBezTo>
                    <a:cubicBezTo>
                      <a:pt x="22" y="5"/>
                      <a:pt x="22" y="0"/>
                      <a:pt x="25" y="4"/>
                    </a:cubicBezTo>
                    <a:cubicBezTo>
                      <a:pt x="25" y="9"/>
                      <a:pt x="22" y="5"/>
                      <a:pt x="20" y="7"/>
                    </a:cubicBezTo>
                    <a:cubicBezTo>
                      <a:pt x="19" y="8"/>
                      <a:pt x="22" y="9"/>
                      <a:pt x="22" y="9"/>
                    </a:cubicBezTo>
                    <a:cubicBezTo>
                      <a:pt x="22" y="10"/>
                      <a:pt x="20" y="11"/>
                      <a:pt x="20" y="12"/>
                    </a:cubicBezTo>
                    <a:cubicBezTo>
                      <a:pt x="19" y="14"/>
                      <a:pt x="21" y="15"/>
                      <a:pt x="21" y="16"/>
                    </a:cubicBezTo>
                    <a:cubicBezTo>
                      <a:pt x="22" y="18"/>
                      <a:pt x="20" y="22"/>
                      <a:pt x="24" y="22"/>
                    </a:cubicBezTo>
                    <a:cubicBezTo>
                      <a:pt x="26" y="22"/>
                      <a:pt x="24" y="15"/>
                      <a:pt x="25" y="12"/>
                    </a:cubicBezTo>
                    <a:cubicBezTo>
                      <a:pt x="31" y="14"/>
                      <a:pt x="30" y="9"/>
                      <a:pt x="32" y="6"/>
                    </a:cubicBezTo>
                    <a:cubicBezTo>
                      <a:pt x="34" y="9"/>
                      <a:pt x="37" y="4"/>
                      <a:pt x="39" y="7"/>
                    </a:cubicBezTo>
                    <a:cubicBezTo>
                      <a:pt x="41" y="7"/>
                      <a:pt x="40" y="4"/>
                      <a:pt x="44" y="5"/>
                    </a:cubicBezTo>
                    <a:cubicBezTo>
                      <a:pt x="43" y="10"/>
                      <a:pt x="47" y="10"/>
                      <a:pt x="50" y="11"/>
                    </a:cubicBezTo>
                    <a:cubicBezTo>
                      <a:pt x="49" y="15"/>
                      <a:pt x="49" y="14"/>
                      <a:pt x="51" y="17"/>
                    </a:cubicBezTo>
                    <a:cubicBezTo>
                      <a:pt x="53" y="16"/>
                      <a:pt x="55" y="16"/>
                      <a:pt x="56" y="17"/>
                    </a:cubicBezTo>
                    <a:cubicBezTo>
                      <a:pt x="59" y="18"/>
                      <a:pt x="59" y="15"/>
                      <a:pt x="60" y="15"/>
                    </a:cubicBezTo>
                    <a:cubicBezTo>
                      <a:pt x="62" y="14"/>
                      <a:pt x="64" y="16"/>
                      <a:pt x="64" y="14"/>
                    </a:cubicBezTo>
                    <a:cubicBezTo>
                      <a:pt x="68" y="15"/>
                      <a:pt x="69" y="15"/>
                      <a:pt x="73" y="14"/>
                    </a:cubicBezTo>
                    <a:cubicBezTo>
                      <a:pt x="72" y="16"/>
                      <a:pt x="76" y="15"/>
                      <a:pt x="75" y="15"/>
                    </a:cubicBezTo>
                    <a:cubicBezTo>
                      <a:pt x="77" y="16"/>
                      <a:pt x="77" y="18"/>
                      <a:pt x="78" y="19"/>
                    </a:cubicBezTo>
                    <a:cubicBezTo>
                      <a:pt x="79" y="19"/>
                      <a:pt x="81" y="19"/>
                      <a:pt x="82" y="20"/>
                    </a:cubicBezTo>
                    <a:cubicBezTo>
                      <a:pt x="82" y="20"/>
                      <a:pt x="81" y="21"/>
                      <a:pt x="83" y="21"/>
                    </a:cubicBezTo>
                    <a:cubicBezTo>
                      <a:pt x="86" y="21"/>
                      <a:pt x="82" y="23"/>
                      <a:pt x="84" y="25"/>
                    </a:cubicBezTo>
                    <a:cubicBezTo>
                      <a:pt x="85" y="26"/>
                      <a:pt x="85" y="23"/>
                      <a:pt x="85" y="22"/>
                    </a:cubicBezTo>
                    <a:cubicBezTo>
                      <a:pt x="87" y="24"/>
                      <a:pt x="87" y="26"/>
                      <a:pt x="90" y="26"/>
                    </a:cubicBezTo>
                    <a:cubicBezTo>
                      <a:pt x="93" y="27"/>
                      <a:pt x="94" y="25"/>
                      <a:pt x="97" y="25"/>
                    </a:cubicBezTo>
                    <a:cubicBezTo>
                      <a:pt x="96" y="30"/>
                      <a:pt x="104" y="27"/>
                      <a:pt x="104" y="31"/>
                    </a:cubicBezTo>
                    <a:cubicBezTo>
                      <a:pt x="106" y="31"/>
                      <a:pt x="107" y="31"/>
                      <a:pt x="107" y="30"/>
                    </a:cubicBezTo>
                    <a:cubicBezTo>
                      <a:pt x="108" y="31"/>
                      <a:pt x="109" y="33"/>
                      <a:pt x="109" y="35"/>
                    </a:cubicBezTo>
                    <a:cubicBezTo>
                      <a:pt x="110" y="35"/>
                      <a:pt x="111" y="35"/>
                      <a:pt x="111" y="34"/>
                    </a:cubicBezTo>
                    <a:cubicBezTo>
                      <a:pt x="113" y="36"/>
                      <a:pt x="114" y="38"/>
                      <a:pt x="118" y="38"/>
                    </a:cubicBezTo>
                    <a:cubicBezTo>
                      <a:pt x="117" y="39"/>
                      <a:pt x="117" y="40"/>
                      <a:pt x="118" y="40"/>
                    </a:cubicBezTo>
                    <a:cubicBezTo>
                      <a:pt x="119" y="42"/>
                      <a:pt x="114" y="44"/>
                      <a:pt x="118" y="45"/>
                    </a:cubicBezTo>
                    <a:cubicBezTo>
                      <a:pt x="117" y="47"/>
                      <a:pt x="113" y="47"/>
                      <a:pt x="113" y="50"/>
                    </a:cubicBezTo>
                    <a:cubicBezTo>
                      <a:pt x="116" y="55"/>
                      <a:pt x="122" y="49"/>
                      <a:pt x="123" y="54"/>
                    </a:cubicBezTo>
                    <a:cubicBezTo>
                      <a:pt x="124" y="54"/>
                      <a:pt x="124" y="52"/>
                      <a:pt x="124" y="51"/>
                    </a:cubicBezTo>
                    <a:cubicBezTo>
                      <a:pt x="126" y="51"/>
                      <a:pt x="125" y="54"/>
                      <a:pt x="126" y="55"/>
                    </a:cubicBezTo>
                    <a:cubicBezTo>
                      <a:pt x="127" y="58"/>
                      <a:pt x="127" y="58"/>
                      <a:pt x="127" y="58"/>
                    </a:cubicBezTo>
                    <a:cubicBezTo>
                      <a:pt x="128" y="58"/>
                      <a:pt x="130" y="55"/>
                      <a:pt x="129" y="60"/>
                    </a:cubicBezTo>
                    <a:cubicBezTo>
                      <a:pt x="132" y="60"/>
                      <a:pt x="133" y="58"/>
                      <a:pt x="137" y="59"/>
                    </a:cubicBezTo>
                    <a:cubicBezTo>
                      <a:pt x="138" y="60"/>
                      <a:pt x="138" y="61"/>
                      <a:pt x="138" y="63"/>
                    </a:cubicBezTo>
                    <a:cubicBezTo>
                      <a:pt x="141" y="63"/>
                      <a:pt x="145" y="61"/>
                      <a:pt x="143" y="65"/>
                    </a:cubicBezTo>
                    <a:cubicBezTo>
                      <a:pt x="148" y="63"/>
                      <a:pt x="145" y="66"/>
                      <a:pt x="150" y="67"/>
                    </a:cubicBezTo>
                    <a:cubicBezTo>
                      <a:pt x="152" y="69"/>
                      <a:pt x="146" y="70"/>
                      <a:pt x="146" y="70"/>
                    </a:cubicBezTo>
                    <a:cubicBezTo>
                      <a:pt x="145" y="71"/>
                      <a:pt x="147" y="72"/>
                      <a:pt x="147" y="72"/>
                    </a:cubicBezTo>
                    <a:cubicBezTo>
                      <a:pt x="144" y="75"/>
                      <a:pt x="141" y="74"/>
                      <a:pt x="140" y="79"/>
                    </a:cubicBezTo>
                    <a:cubicBezTo>
                      <a:pt x="138" y="79"/>
                      <a:pt x="137" y="79"/>
                      <a:pt x="137" y="80"/>
                    </a:cubicBezTo>
                    <a:cubicBezTo>
                      <a:pt x="136" y="80"/>
                      <a:pt x="131" y="80"/>
                      <a:pt x="131" y="78"/>
                    </a:cubicBezTo>
                    <a:cubicBezTo>
                      <a:pt x="131" y="75"/>
                      <a:pt x="124" y="78"/>
                      <a:pt x="126" y="73"/>
                    </a:cubicBezTo>
                    <a:cubicBezTo>
                      <a:pt x="124" y="73"/>
                      <a:pt x="123" y="72"/>
                      <a:pt x="123" y="70"/>
                    </a:cubicBezTo>
                    <a:cubicBezTo>
                      <a:pt x="122" y="70"/>
                      <a:pt x="120" y="70"/>
                      <a:pt x="118" y="70"/>
                    </a:cubicBezTo>
                    <a:cubicBezTo>
                      <a:pt x="115" y="70"/>
                      <a:pt x="118" y="75"/>
                      <a:pt x="117" y="77"/>
                    </a:cubicBezTo>
                    <a:cubicBezTo>
                      <a:pt x="117" y="79"/>
                      <a:pt x="120" y="79"/>
                      <a:pt x="121" y="82"/>
                    </a:cubicBezTo>
                    <a:cubicBezTo>
                      <a:pt x="124" y="80"/>
                      <a:pt x="125" y="85"/>
                      <a:pt x="126" y="82"/>
                    </a:cubicBezTo>
                    <a:cubicBezTo>
                      <a:pt x="128" y="83"/>
                      <a:pt x="128" y="86"/>
                      <a:pt x="128" y="89"/>
                    </a:cubicBezTo>
                    <a:cubicBezTo>
                      <a:pt x="128" y="91"/>
                      <a:pt x="130" y="90"/>
                      <a:pt x="131" y="90"/>
                    </a:cubicBezTo>
                    <a:cubicBezTo>
                      <a:pt x="132" y="94"/>
                      <a:pt x="130" y="99"/>
                      <a:pt x="129" y="102"/>
                    </a:cubicBezTo>
                    <a:cubicBezTo>
                      <a:pt x="127" y="103"/>
                      <a:pt x="128" y="100"/>
                      <a:pt x="127" y="99"/>
                    </a:cubicBezTo>
                    <a:cubicBezTo>
                      <a:pt x="125" y="98"/>
                      <a:pt x="121" y="99"/>
                      <a:pt x="121" y="95"/>
                    </a:cubicBezTo>
                    <a:cubicBezTo>
                      <a:pt x="116" y="96"/>
                      <a:pt x="116" y="91"/>
                      <a:pt x="111" y="93"/>
                    </a:cubicBezTo>
                    <a:cubicBezTo>
                      <a:pt x="111" y="95"/>
                      <a:pt x="115" y="94"/>
                      <a:pt x="116" y="95"/>
                    </a:cubicBezTo>
                    <a:cubicBezTo>
                      <a:pt x="111" y="99"/>
                      <a:pt x="120" y="97"/>
                      <a:pt x="116" y="99"/>
                    </a:cubicBezTo>
                    <a:cubicBezTo>
                      <a:pt x="116" y="101"/>
                      <a:pt x="119" y="101"/>
                      <a:pt x="121" y="102"/>
                    </a:cubicBezTo>
                    <a:cubicBezTo>
                      <a:pt x="121" y="102"/>
                      <a:pt x="121" y="103"/>
                      <a:pt x="122" y="103"/>
                    </a:cubicBezTo>
                    <a:cubicBezTo>
                      <a:pt x="124" y="103"/>
                      <a:pt x="124" y="104"/>
                      <a:pt x="124" y="106"/>
                    </a:cubicBezTo>
                    <a:cubicBezTo>
                      <a:pt x="121" y="106"/>
                      <a:pt x="118" y="105"/>
                      <a:pt x="116" y="103"/>
                    </a:cubicBezTo>
                    <a:cubicBezTo>
                      <a:pt x="114" y="102"/>
                      <a:pt x="111" y="102"/>
                      <a:pt x="108" y="100"/>
                    </a:cubicBezTo>
                    <a:cubicBezTo>
                      <a:pt x="107" y="100"/>
                      <a:pt x="103" y="98"/>
                      <a:pt x="102" y="98"/>
                    </a:cubicBezTo>
                    <a:cubicBezTo>
                      <a:pt x="100" y="98"/>
                      <a:pt x="100" y="96"/>
                      <a:pt x="99" y="95"/>
                    </a:cubicBezTo>
                    <a:cubicBezTo>
                      <a:pt x="98" y="95"/>
                      <a:pt x="95" y="95"/>
                      <a:pt x="94" y="94"/>
                    </a:cubicBezTo>
                    <a:cubicBezTo>
                      <a:pt x="93" y="93"/>
                      <a:pt x="94" y="92"/>
                      <a:pt x="93" y="90"/>
                    </a:cubicBezTo>
                    <a:cubicBezTo>
                      <a:pt x="92" y="90"/>
                      <a:pt x="89" y="90"/>
                      <a:pt x="90" y="88"/>
                    </a:cubicBezTo>
                    <a:cubicBezTo>
                      <a:pt x="85" y="88"/>
                      <a:pt x="85" y="83"/>
                      <a:pt x="82" y="80"/>
                    </a:cubicBezTo>
                    <a:cubicBezTo>
                      <a:pt x="83" y="80"/>
                      <a:pt x="81" y="76"/>
                      <a:pt x="83" y="74"/>
                    </a:cubicBezTo>
                    <a:cubicBezTo>
                      <a:pt x="85" y="74"/>
                      <a:pt x="85" y="74"/>
                      <a:pt x="85" y="74"/>
                    </a:cubicBezTo>
                    <a:cubicBezTo>
                      <a:pt x="86" y="73"/>
                      <a:pt x="84" y="72"/>
                      <a:pt x="84" y="70"/>
                    </a:cubicBezTo>
                    <a:cubicBezTo>
                      <a:pt x="87" y="70"/>
                      <a:pt x="87" y="70"/>
                      <a:pt x="87" y="70"/>
                    </a:cubicBezTo>
                    <a:cubicBezTo>
                      <a:pt x="87" y="70"/>
                      <a:pt x="86" y="66"/>
                      <a:pt x="87" y="65"/>
                    </a:cubicBezTo>
                    <a:cubicBezTo>
                      <a:pt x="87" y="65"/>
                      <a:pt x="89" y="66"/>
                      <a:pt x="89" y="65"/>
                    </a:cubicBezTo>
                    <a:cubicBezTo>
                      <a:pt x="91" y="64"/>
                      <a:pt x="89" y="60"/>
                      <a:pt x="90" y="59"/>
                    </a:cubicBezTo>
                    <a:cubicBezTo>
                      <a:pt x="90" y="58"/>
                      <a:pt x="88" y="58"/>
                      <a:pt x="87" y="58"/>
                    </a:cubicBezTo>
                    <a:cubicBezTo>
                      <a:pt x="87" y="56"/>
                      <a:pt x="87" y="54"/>
                      <a:pt x="87" y="51"/>
                    </a:cubicBezTo>
                    <a:cubicBezTo>
                      <a:pt x="85" y="51"/>
                      <a:pt x="84" y="52"/>
                      <a:pt x="84" y="53"/>
                    </a:cubicBezTo>
                    <a:cubicBezTo>
                      <a:pt x="82" y="52"/>
                      <a:pt x="83" y="49"/>
                      <a:pt x="82" y="48"/>
                    </a:cubicBezTo>
                    <a:cubicBezTo>
                      <a:pt x="81" y="47"/>
                      <a:pt x="80" y="49"/>
                      <a:pt x="79" y="49"/>
                    </a:cubicBezTo>
                    <a:cubicBezTo>
                      <a:pt x="78" y="48"/>
                      <a:pt x="78" y="48"/>
                      <a:pt x="78" y="48"/>
                    </a:cubicBezTo>
                    <a:cubicBezTo>
                      <a:pt x="77" y="47"/>
                      <a:pt x="76" y="45"/>
                      <a:pt x="75" y="45"/>
                    </a:cubicBezTo>
                    <a:cubicBezTo>
                      <a:pt x="74" y="45"/>
                      <a:pt x="74" y="47"/>
                      <a:pt x="73" y="46"/>
                    </a:cubicBezTo>
                    <a:cubicBezTo>
                      <a:pt x="72" y="46"/>
                      <a:pt x="71" y="43"/>
                      <a:pt x="68" y="44"/>
                    </a:cubicBezTo>
                    <a:cubicBezTo>
                      <a:pt x="73" y="38"/>
                      <a:pt x="61" y="41"/>
                      <a:pt x="63" y="35"/>
                    </a:cubicBezTo>
                    <a:cubicBezTo>
                      <a:pt x="59" y="35"/>
                      <a:pt x="56" y="35"/>
                      <a:pt x="56" y="39"/>
                    </a:cubicBezTo>
                    <a:cubicBezTo>
                      <a:pt x="55" y="40"/>
                      <a:pt x="53" y="38"/>
                      <a:pt x="53" y="38"/>
                    </a:cubicBezTo>
                    <a:cubicBezTo>
                      <a:pt x="52" y="38"/>
                      <a:pt x="51" y="39"/>
                      <a:pt x="49" y="39"/>
                    </a:cubicBezTo>
                    <a:cubicBezTo>
                      <a:pt x="47" y="39"/>
                      <a:pt x="46" y="37"/>
                      <a:pt x="44" y="38"/>
                    </a:cubicBezTo>
                    <a:cubicBezTo>
                      <a:pt x="41" y="38"/>
                      <a:pt x="41" y="39"/>
                      <a:pt x="39" y="39"/>
                    </a:cubicBezTo>
                    <a:cubicBezTo>
                      <a:pt x="36" y="39"/>
                      <a:pt x="35" y="38"/>
                      <a:pt x="34" y="38"/>
                    </a:cubicBezTo>
                    <a:cubicBezTo>
                      <a:pt x="28" y="37"/>
                      <a:pt x="23" y="38"/>
                      <a:pt x="17" y="36"/>
                    </a:cubicBezTo>
                    <a:cubicBezTo>
                      <a:pt x="17" y="36"/>
                      <a:pt x="15" y="34"/>
                      <a:pt x="15" y="34"/>
                    </a:cubicBezTo>
                    <a:cubicBezTo>
                      <a:pt x="13" y="33"/>
                      <a:pt x="11" y="34"/>
                      <a:pt x="11" y="31"/>
                    </a:cubicBezTo>
                    <a:cubicBezTo>
                      <a:pt x="9" y="31"/>
                      <a:pt x="5" y="33"/>
                      <a:pt x="6" y="29"/>
                    </a:cubicBezTo>
                    <a:cubicBezTo>
                      <a:pt x="10" y="30"/>
                      <a:pt x="11" y="27"/>
                      <a:pt x="13" y="26"/>
                    </a:cubicBezTo>
                    <a:cubicBezTo>
                      <a:pt x="12" y="24"/>
                      <a:pt x="5" y="26"/>
                      <a:pt x="3" y="22"/>
                    </a:cubicBezTo>
                    <a:cubicBezTo>
                      <a:pt x="2" y="22"/>
                      <a:pt x="2" y="23"/>
                      <a:pt x="2" y="24"/>
                    </a:cubicBezTo>
                    <a:cubicBezTo>
                      <a:pt x="0" y="23"/>
                      <a:pt x="3" y="18"/>
                      <a:pt x="5" y="17"/>
                    </a:cubicBezTo>
                    <a:cubicBezTo>
                      <a:pt x="4" y="13"/>
                      <a:pt x="7" y="12"/>
                      <a:pt x="6" y="7"/>
                    </a:cubicBezTo>
                    <a:close/>
                    <a:moveTo>
                      <a:pt x="98" y="73"/>
                    </a:moveTo>
                    <a:cubicBezTo>
                      <a:pt x="99" y="70"/>
                      <a:pt x="104" y="72"/>
                      <a:pt x="107" y="72"/>
                    </a:cubicBezTo>
                    <a:cubicBezTo>
                      <a:pt x="107" y="69"/>
                      <a:pt x="105" y="69"/>
                      <a:pt x="104" y="68"/>
                    </a:cubicBezTo>
                    <a:cubicBezTo>
                      <a:pt x="103" y="66"/>
                      <a:pt x="99" y="67"/>
                      <a:pt x="97" y="65"/>
                    </a:cubicBezTo>
                    <a:cubicBezTo>
                      <a:pt x="97" y="67"/>
                      <a:pt x="95" y="73"/>
                      <a:pt x="98" y="7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4" name="íṡlïḍe"/>
              <p:cNvSpPr/>
              <p:nvPr/>
            </p:nvSpPr>
            <p:spPr bwMode="auto">
              <a:xfrm>
                <a:off x="3086293" y="2148263"/>
                <a:ext cx="405008" cy="237142"/>
              </a:xfrm>
              <a:custGeom>
                <a:avLst/>
                <a:gdLst>
                  <a:gd name="T0" fmla="*/ 10 w 93"/>
                  <a:gd name="T1" fmla="*/ 35 h 47"/>
                  <a:gd name="T2" fmla="*/ 11 w 93"/>
                  <a:gd name="T3" fmla="*/ 32 h 47"/>
                  <a:gd name="T4" fmla="*/ 16 w 93"/>
                  <a:gd name="T5" fmla="*/ 30 h 47"/>
                  <a:gd name="T6" fmla="*/ 19 w 93"/>
                  <a:gd name="T7" fmla="*/ 29 h 47"/>
                  <a:gd name="T8" fmla="*/ 33 w 93"/>
                  <a:gd name="T9" fmla="*/ 28 h 47"/>
                  <a:gd name="T10" fmla="*/ 19 w 93"/>
                  <a:gd name="T11" fmla="*/ 27 h 47"/>
                  <a:gd name="T12" fmla="*/ 18 w 93"/>
                  <a:gd name="T13" fmla="*/ 25 h 47"/>
                  <a:gd name="T14" fmla="*/ 14 w 93"/>
                  <a:gd name="T15" fmla="*/ 27 h 47"/>
                  <a:gd name="T16" fmla="*/ 6 w 93"/>
                  <a:gd name="T17" fmla="*/ 25 h 47"/>
                  <a:gd name="T18" fmla="*/ 13 w 93"/>
                  <a:gd name="T19" fmla="*/ 20 h 47"/>
                  <a:gd name="T20" fmla="*/ 16 w 93"/>
                  <a:gd name="T21" fmla="*/ 20 h 47"/>
                  <a:gd name="T22" fmla="*/ 3 w 93"/>
                  <a:gd name="T23" fmla="*/ 18 h 47"/>
                  <a:gd name="T24" fmla="*/ 0 w 93"/>
                  <a:gd name="T25" fmla="*/ 14 h 47"/>
                  <a:gd name="T26" fmla="*/ 6 w 93"/>
                  <a:gd name="T27" fmla="*/ 9 h 47"/>
                  <a:gd name="T28" fmla="*/ 6 w 93"/>
                  <a:gd name="T29" fmla="*/ 8 h 47"/>
                  <a:gd name="T30" fmla="*/ 19 w 93"/>
                  <a:gd name="T31" fmla="*/ 3 h 47"/>
                  <a:gd name="T32" fmla="*/ 23 w 93"/>
                  <a:gd name="T33" fmla="*/ 0 h 47"/>
                  <a:gd name="T34" fmla="*/ 25 w 93"/>
                  <a:gd name="T35" fmla="*/ 1 h 47"/>
                  <a:gd name="T36" fmla="*/ 28 w 93"/>
                  <a:gd name="T37" fmla="*/ 6 h 47"/>
                  <a:gd name="T38" fmla="*/ 25 w 93"/>
                  <a:gd name="T39" fmla="*/ 8 h 47"/>
                  <a:gd name="T40" fmla="*/ 28 w 93"/>
                  <a:gd name="T41" fmla="*/ 9 h 47"/>
                  <a:gd name="T42" fmla="*/ 29 w 93"/>
                  <a:gd name="T43" fmla="*/ 6 h 47"/>
                  <a:gd name="T44" fmla="*/ 37 w 93"/>
                  <a:gd name="T45" fmla="*/ 5 h 47"/>
                  <a:gd name="T46" fmla="*/ 40 w 93"/>
                  <a:gd name="T47" fmla="*/ 11 h 47"/>
                  <a:gd name="T48" fmla="*/ 45 w 93"/>
                  <a:gd name="T49" fmla="*/ 9 h 47"/>
                  <a:gd name="T50" fmla="*/ 49 w 93"/>
                  <a:gd name="T51" fmla="*/ 5 h 47"/>
                  <a:gd name="T52" fmla="*/ 53 w 93"/>
                  <a:gd name="T53" fmla="*/ 6 h 47"/>
                  <a:gd name="T54" fmla="*/ 54 w 93"/>
                  <a:gd name="T55" fmla="*/ 11 h 47"/>
                  <a:gd name="T56" fmla="*/ 57 w 93"/>
                  <a:gd name="T57" fmla="*/ 16 h 47"/>
                  <a:gd name="T58" fmla="*/ 62 w 93"/>
                  <a:gd name="T59" fmla="*/ 13 h 47"/>
                  <a:gd name="T60" fmla="*/ 58 w 93"/>
                  <a:gd name="T61" fmla="*/ 10 h 47"/>
                  <a:gd name="T62" fmla="*/ 58 w 93"/>
                  <a:gd name="T63" fmla="*/ 3 h 47"/>
                  <a:gd name="T64" fmla="*/ 63 w 93"/>
                  <a:gd name="T65" fmla="*/ 1 h 47"/>
                  <a:gd name="T66" fmla="*/ 68 w 93"/>
                  <a:gd name="T67" fmla="*/ 10 h 47"/>
                  <a:gd name="T68" fmla="*/ 72 w 93"/>
                  <a:gd name="T69" fmla="*/ 13 h 47"/>
                  <a:gd name="T70" fmla="*/ 74 w 93"/>
                  <a:gd name="T71" fmla="*/ 16 h 47"/>
                  <a:gd name="T72" fmla="*/ 73 w 93"/>
                  <a:gd name="T73" fmla="*/ 20 h 47"/>
                  <a:gd name="T74" fmla="*/ 77 w 93"/>
                  <a:gd name="T75" fmla="*/ 25 h 47"/>
                  <a:gd name="T76" fmla="*/ 88 w 93"/>
                  <a:gd name="T77" fmla="*/ 27 h 47"/>
                  <a:gd name="T78" fmla="*/ 92 w 93"/>
                  <a:gd name="T79" fmla="*/ 30 h 47"/>
                  <a:gd name="T80" fmla="*/ 93 w 93"/>
                  <a:gd name="T81" fmla="*/ 33 h 47"/>
                  <a:gd name="T82" fmla="*/ 83 w 93"/>
                  <a:gd name="T83" fmla="*/ 33 h 47"/>
                  <a:gd name="T84" fmla="*/ 86 w 93"/>
                  <a:gd name="T85" fmla="*/ 42 h 47"/>
                  <a:gd name="T86" fmla="*/ 72 w 93"/>
                  <a:gd name="T87" fmla="*/ 42 h 47"/>
                  <a:gd name="T88" fmla="*/ 54 w 93"/>
                  <a:gd name="T89" fmla="*/ 42 h 47"/>
                  <a:gd name="T90" fmla="*/ 48 w 93"/>
                  <a:gd name="T91" fmla="*/ 43 h 47"/>
                  <a:gd name="T92" fmla="*/ 47 w 93"/>
                  <a:gd name="T93" fmla="*/ 45 h 47"/>
                  <a:gd name="T94" fmla="*/ 30 w 93"/>
                  <a:gd name="T95" fmla="*/ 45 h 47"/>
                  <a:gd name="T96" fmla="*/ 25 w 93"/>
                  <a:gd name="T97" fmla="*/ 38 h 47"/>
                  <a:gd name="T98" fmla="*/ 15 w 93"/>
                  <a:gd name="T99" fmla="*/ 35 h 47"/>
                  <a:gd name="T100" fmla="*/ 14 w 93"/>
                  <a:gd name="T101" fmla="*/ 37 h 47"/>
                  <a:gd name="T102" fmla="*/ 14 w 93"/>
                  <a:gd name="T103" fmla="*/ 34 h 47"/>
                  <a:gd name="T104" fmla="*/ 10 w 93"/>
                  <a:gd name="T105" fmla="*/ 35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3" h="47">
                    <a:moveTo>
                      <a:pt x="10" y="35"/>
                    </a:moveTo>
                    <a:cubicBezTo>
                      <a:pt x="8" y="36"/>
                      <a:pt x="10" y="32"/>
                      <a:pt x="11" y="32"/>
                    </a:cubicBezTo>
                    <a:cubicBezTo>
                      <a:pt x="12" y="30"/>
                      <a:pt x="15" y="31"/>
                      <a:pt x="16" y="30"/>
                    </a:cubicBezTo>
                    <a:cubicBezTo>
                      <a:pt x="18" y="30"/>
                      <a:pt x="18" y="29"/>
                      <a:pt x="19" y="29"/>
                    </a:cubicBezTo>
                    <a:cubicBezTo>
                      <a:pt x="24" y="28"/>
                      <a:pt x="30" y="31"/>
                      <a:pt x="33" y="28"/>
                    </a:cubicBezTo>
                    <a:cubicBezTo>
                      <a:pt x="32" y="25"/>
                      <a:pt x="24" y="28"/>
                      <a:pt x="19" y="27"/>
                    </a:cubicBezTo>
                    <a:cubicBezTo>
                      <a:pt x="18" y="26"/>
                      <a:pt x="17" y="25"/>
                      <a:pt x="18" y="25"/>
                    </a:cubicBezTo>
                    <a:cubicBezTo>
                      <a:pt x="17" y="25"/>
                      <a:pt x="16" y="27"/>
                      <a:pt x="14" y="27"/>
                    </a:cubicBezTo>
                    <a:cubicBezTo>
                      <a:pt x="12" y="26"/>
                      <a:pt x="9" y="25"/>
                      <a:pt x="6" y="25"/>
                    </a:cubicBezTo>
                    <a:cubicBezTo>
                      <a:pt x="3" y="22"/>
                      <a:pt x="13" y="23"/>
                      <a:pt x="13" y="20"/>
                    </a:cubicBezTo>
                    <a:cubicBezTo>
                      <a:pt x="13" y="18"/>
                      <a:pt x="16" y="20"/>
                      <a:pt x="16" y="20"/>
                    </a:cubicBezTo>
                    <a:cubicBezTo>
                      <a:pt x="16" y="13"/>
                      <a:pt x="9" y="20"/>
                      <a:pt x="3" y="18"/>
                    </a:cubicBezTo>
                    <a:cubicBezTo>
                      <a:pt x="0" y="16"/>
                      <a:pt x="5" y="14"/>
                      <a:pt x="0" y="14"/>
                    </a:cubicBezTo>
                    <a:cubicBezTo>
                      <a:pt x="1" y="12"/>
                      <a:pt x="2" y="8"/>
                      <a:pt x="6" y="9"/>
                    </a:cubicBezTo>
                    <a:cubicBezTo>
                      <a:pt x="8" y="9"/>
                      <a:pt x="7" y="7"/>
                      <a:pt x="6" y="8"/>
                    </a:cubicBezTo>
                    <a:cubicBezTo>
                      <a:pt x="9" y="5"/>
                      <a:pt x="14" y="4"/>
                      <a:pt x="19" y="3"/>
                    </a:cubicBezTo>
                    <a:cubicBezTo>
                      <a:pt x="20" y="2"/>
                      <a:pt x="20" y="0"/>
                      <a:pt x="23" y="0"/>
                    </a:cubicBezTo>
                    <a:cubicBezTo>
                      <a:pt x="23" y="1"/>
                      <a:pt x="24" y="1"/>
                      <a:pt x="25" y="1"/>
                    </a:cubicBezTo>
                    <a:cubicBezTo>
                      <a:pt x="25" y="5"/>
                      <a:pt x="23" y="6"/>
                      <a:pt x="28" y="6"/>
                    </a:cubicBezTo>
                    <a:cubicBezTo>
                      <a:pt x="28" y="8"/>
                      <a:pt x="26" y="7"/>
                      <a:pt x="25" y="8"/>
                    </a:cubicBezTo>
                    <a:cubicBezTo>
                      <a:pt x="25" y="8"/>
                      <a:pt x="27" y="9"/>
                      <a:pt x="28" y="9"/>
                    </a:cubicBezTo>
                    <a:cubicBezTo>
                      <a:pt x="29" y="9"/>
                      <a:pt x="28" y="7"/>
                      <a:pt x="29" y="6"/>
                    </a:cubicBezTo>
                    <a:cubicBezTo>
                      <a:pt x="32" y="5"/>
                      <a:pt x="34" y="6"/>
                      <a:pt x="37" y="5"/>
                    </a:cubicBezTo>
                    <a:cubicBezTo>
                      <a:pt x="38" y="7"/>
                      <a:pt x="41" y="8"/>
                      <a:pt x="40" y="11"/>
                    </a:cubicBezTo>
                    <a:cubicBezTo>
                      <a:pt x="43" y="11"/>
                      <a:pt x="42" y="8"/>
                      <a:pt x="45" y="9"/>
                    </a:cubicBezTo>
                    <a:cubicBezTo>
                      <a:pt x="47" y="8"/>
                      <a:pt x="48" y="6"/>
                      <a:pt x="49" y="5"/>
                    </a:cubicBezTo>
                    <a:cubicBezTo>
                      <a:pt x="50" y="6"/>
                      <a:pt x="51" y="6"/>
                      <a:pt x="53" y="6"/>
                    </a:cubicBezTo>
                    <a:cubicBezTo>
                      <a:pt x="54" y="8"/>
                      <a:pt x="53" y="10"/>
                      <a:pt x="54" y="11"/>
                    </a:cubicBezTo>
                    <a:cubicBezTo>
                      <a:pt x="55" y="13"/>
                      <a:pt x="58" y="13"/>
                      <a:pt x="57" y="16"/>
                    </a:cubicBezTo>
                    <a:cubicBezTo>
                      <a:pt x="59" y="16"/>
                      <a:pt x="59" y="13"/>
                      <a:pt x="62" y="13"/>
                    </a:cubicBezTo>
                    <a:cubicBezTo>
                      <a:pt x="62" y="11"/>
                      <a:pt x="59" y="11"/>
                      <a:pt x="58" y="10"/>
                    </a:cubicBezTo>
                    <a:cubicBezTo>
                      <a:pt x="57" y="8"/>
                      <a:pt x="59" y="6"/>
                      <a:pt x="58" y="3"/>
                    </a:cubicBezTo>
                    <a:cubicBezTo>
                      <a:pt x="60" y="3"/>
                      <a:pt x="61" y="1"/>
                      <a:pt x="63" y="1"/>
                    </a:cubicBezTo>
                    <a:cubicBezTo>
                      <a:pt x="63" y="4"/>
                      <a:pt x="67" y="7"/>
                      <a:pt x="68" y="10"/>
                    </a:cubicBezTo>
                    <a:cubicBezTo>
                      <a:pt x="68" y="11"/>
                      <a:pt x="71" y="16"/>
                      <a:pt x="72" y="13"/>
                    </a:cubicBezTo>
                    <a:cubicBezTo>
                      <a:pt x="74" y="13"/>
                      <a:pt x="72" y="16"/>
                      <a:pt x="74" y="16"/>
                    </a:cubicBezTo>
                    <a:cubicBezTo>
                      <a:pt x="75" y="18"/>
                      <a:pt x="75" y="20"/>
                      <a:pt x="73" y="20"/>
                    </a:cubicBezTo>
                    <a:cubicBezTo>
                      <a:pt x="74" y="23"/>
                      <a:pt x="78" y="21"/>
                      <a:pt x="77" y="25"/>
                    </a:cubicBezTo>
                    <a:cubicBezTo>
                      <a:pt x="82" y="23"/>
                      <a:pt x="82" y="28"/>
                      <a:pt x="88" y="27"/>
                    </a:cubicBezTo>
                    <a:cubicBezTo>
                      <a:pt x="86" y="31"/>
                      <a:pt x="91" y="30"/>
                      <a:pt x="92" y="30"/>
                    </a:cubicBezTo>
                    <a:cubicBezTo>
                      <a:pt x="92" y="30"/>
                      <a:pt x="90" y="34"/>
                      <a:pt x="93" y="33"/>
                    </a:cubicBezTo>
                    <a:cubicBezTo>
                      <a:pt x="91" y="39"/>
                      <a:pt x="89" y="31"/>
                      <a:pt x="83" y="33"/>
                    </a:cubicBezTo>
                    <a:cubicBezTo>
                      <a:pt x="82" y="38"/>
                      <a:pt x="88" y="36"/>
                      <a:pt x="86" y="42"/>
                    </a:cubicBezTo>
                    <a:cubicBezTo>
                      <a:pt x="81" y="43"/>
                      <a:pt x="75" y="44"/>
                      <a:pt x="72" y="42"/>
                    </a:cubicBezTo>
                    <a:cubicBezTo>
                      <a:pt x="68" y="39"/>
                      <a:pt x="60" y="38"/>
                      <a:pt x="54" y="42"/>
                    </a:cubicBezTo>
                    <a:cubicBezTo>
                      <a:pt x="53" y="43"/>
                      <a:pt x="51" y="42"/>
                      <a:pt x="48" y="43"/>
                    </a:cubicBezTo>
                    <a:cubicBezTo>
                      <a:pt x="47" y="43"/>
                      <a:pt x="47" y="44"/>
                      <a:pt x="47" y="45"/>
                    </a:cubicBezTo>
                    <a:cubicBezTo>
                      <a:pt x="44" y="43"/>
                      <a:pt x="37" y="47"/>
                      <a:pt x="30" y="45"/>
                    </a:cubicBezTo>
                    <a:cubicBezTo>
                      <a:pt x="29" y="43"/>
                      <a:pt x="27" y="41"/>
                      <a:pt x="25" y="38"/>
                    </a:cubicBezTo>
                    <a:cubicBezTo>
                      <a:pt x="21" y="38"/>
                      <a:pt x="15" y="39"/>
                      <a:pt x="15" y="35"/>
                    </a:cubicBezTo>
                    <a:cubicBezTo>
                      <a:pt x="14" y="35"/>
                      <a:pt x="14" y="36"/>
                      <a:pt x="14" y="37"/>
                    </a:cubicBezTo>
                    <a:cubicBezTo>
                      <a:pt x="12" y="36"/>
                      <a:pt x="13" y="34"/>
                      <a:pt x="14" y="34"/>
                    </a:cubicBezTo>
                    <a:cubicBezTo>
                      <a:pt x="14" y="32"/>
                      <a:pt x="10" y="34"/>
                      <a:pt x="10" y="3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3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5" name="ïšlïḍè"/>
              <p:cNvSpPr/>
              <p:nvPr/>
            </p:nvSpPr>
            <p:spPr bwMode="auto">
              <a:xfrm>
                <a:off x="2009144" y="2203180"/>
                <a:ext cx="2899685" cy="3904097"/>
              </a:xfrm>
              <a:custGeom>
                <a:avLst/>
                <a:gdLst>
                  <a:gd name="T0" fmla="*/ 441 w 667"/>
                  <a:gd name="T1" fmla="*/ 44 h 774"/>
                  <a:gd name="T2" fmla="*/ 398 w 667"/>
                  <a:gd name="T3" fmla="*/ 76 h 774"/>
                  <a:gd name="T4" fmla="*/ 384 w 667"/>
                  <a:gd name="T5" fmla="*/ 122 h 774"/>
                  <a:gd name="T6" fmla="*/ 441 w 667"/>
                  <a:gd name="T7" fmla="*/ 159 h 774"/>
                  <a:gd name="T8" fmla="*/ 465 w 667"/>
                  <a:gd name="T9" fmla="*/ 122 h 774"/>
                  <a:gd name="T10" fmla="*/ 503 w 667"/>
                  <a:gd name="T11" fmla="*/ 99 h 774"/>
                  <a:gd name="T12" fmla="*/ 542 w 667"/>
                  <a:gd name="T13" fmla="*/ 120 h 774"/>
                  <a:gd name="T14" fmla="*/ 563 w 667"/>
                  <a:gd name="T15" fmla="*/ 165 h 774"/>
                  <a:gd name="T16" fmla="*/ 505 w 667"/>
                  <a:gd name="T17" fmla="*/ 188 h 774"/>
                  <a:gd name="T18" fmla="*/ 533 w 667"/>
                  <a:gd name="T19" fmla="*/ 203 h 774"/>
                  <a:gd name="T20" fmla="*/ 533 w 667"/>
                  <a:gd name="T21" fmla="*/ 211 h 774"/>
                  <a:gd name="T22" fmla="*/ 491 w 667"/>
                  <a:gd name="T23" fmla="*/ 232 h 774"/>
                  <a:gd name="T24" fmla="*/ 449 w 667"/>
                  <a:gd name="T25" fmla="*/ 284 h 774"/>
                  <a:gd name="T26" fmla="*/ 415 w 667"/>
                  <a:gd name="T27" fmla="*/ 297 h 774"/>
                  <a:gd name="T28" fmla="*/ 358 w 667"/>
                  <a:gd name="T29" fmla="*/ 331 h 774"/>
                  <a:gd name="T30" fmla="*/ 396 w 667"/>
                  <a:gd name="T31" fmla="*/ 349 h 774"/>
                  <a:gd name="T32" fmla="*/ 437 w 667"/>
                  <a:gd name="T33" fmla="*/ 407 h 774"/>
                  <a:gd name="T34" fmla="*/ 490 w 667"/>
                  <a:gd name="T35" fmla="*/ 399 h 774"/>
                  <a:gd name="T36" fmla="*/ 555 w 667"/>
                  <a:gd name="T37" fmla="*/ 413 h 774"/>
                  <a:gd name="T38" fmla="*/ 644 w 667"/>
                  <a:gd name="T39" fmla="*/ 469 h 774"/>
                  <a:gd name="T40" fmla="*/ 660 w 667"/>
                  <a:gd name="T41" fmla="*/ 553 h 774"/>
                  <a:gd name="T42" fmla="*/ 618 w 667"/>
                  <a:gd name="T43" fmla="*/ 584 h 774"/>
                  <a:gd name="T44" fmla="*/ 577 w 667"/>
                  <a:gd name="T45" fmla="*/ 645 h 774"/>
                  <a:gd name="T46" fmla="*/ 534 w 667"/>
                  <a:gd name="T47" fmla="*/ 679 h 774"/>
                  <a:gd name="T48" fmla="*/ 518 w 667"/>
                  <a:gd name="T49" fmla="*/ 715 h 774"/>
                  <a:gd name="T50" fmla="*/ 520 w 667"/>
                  <a:gd name="T51" fmla="*/ 768 h 774"/>
                  <a:gd name="T52" fmla="*/ 476 w 667"/>
                  <a:gd name="T53" fmla="*/ 737 h 774"/>
                  <a:gd name="T54" fmla="*/ 484 w 667"/>
                  <a:gd name="T55" fmla="*/ 680 h 774"/>
                  <a:gd name="T56" fmla="*/ 499 w 667"/>
                  <a:gd name="T57" fmla="*/ 578 h 774"/>
                  <a:gd name="T58" fmla="*/ 464 w 667"/>
                  <a:gd name="T59" fmla="*/ 521 h 774"/>
                  <a:gd name="T60" fmla="*/ 451 w 667"/>
                  <a:gd name="T61" fmla="*/ 452 h 774"/>
                  <a:gd name="T62" fmla="*/ 423 w 667"/>
                  <a:gd name="T63" fmla="*/ 406 h 774"/>
                  <a:gd name="T64" fmla="*/ 384 w 667"/>
                  <a:gd name="T65" fmla="*/ 375 h 774"/>
                  <a:gd name="T66" fmla="*/ 343 w 667"/>
                  <a:gd name="T67" fmla="*/ 365 h 774"/>
                  <a:gd name="T68" fmla="*/ 292 w 667"/>
                  <a:gd name="T69" fmla="*/ 310 h 774"/>
                  <a:gd name="T70" fmla="*/ 288 w 667"/>
                  <a:gd name="T71" fmla="*/ 325 h 774"/>
                  <a:gd name="T72" fmla="*/ 251 w 667"/>
                  <a:gd name="T73" fmla="*/ 277 h 774"/>
                  <a:gd name="T74" fmla="*/ 208 w 667"/>
                  <a:gd name="T75" fmla="*/ 173 h 774"/>
                  <a:gd name="T76" fmla="*/ 201 w 667"/>
                  <a:gd name="T77" fmla="*/ 160 h 774"/>
                  <a:gd name="T78" fmla="*/ 161 w 667"/>
                  <a:gd name="T79" fmla="*/ 122 h 774"/>
                  <a:gd name="T80" fmla="*/ 101 w 667"/>
                  <a:gd name="T81" fmla="*/ 97 h 774"/>
                  <a:gd name="T82" fmla="*/ 61 w 667"/>
                  <a:gd name="T83" fmla="*/ 121 h 774"/>
                  <a:gd name="T84" fmla="*/ 39 w 667"/>
                  <a:gd name="T85" fmla="*/ 130 h 774"/>
                  <a:gd name="T86" fmla="*/ 30 w 667"/>
                  <a:gd name="T87" fmla="*/ 109 h 774"/>
                  <a:gd name="T88" fmla="*/ 25 w 667"/>
                  <a:gd name="T89" fmla="*/ 67 h 774"/>
                  <a:gd name="T90" fmla="*/ 30 w 667"/>
                  <a:gd name="T91" fmla="*/ 53 h 774"/>
                  <a:gd name="T92" fmla="*/ 34 w 667"/>
                  <a:gd name="T93" fmla="*/ 19 h 774"/>
                  <a:gd name="T94" fmla="*/ 126 w 667"/>
                  <a:gd name="T95" fmla="*/ 22 h 774"/>
                  <a:gd name="T96" fmla="*/ 193 w 667"/>
                  <a:gd name="T97" fmla="*/ 25 h 774"/>
                  <a:gd name="T98" fmla="*/ 251 w 667"/>
                  <a:gd name="T99" fmla="*/ 28 h 774"/>
                  <a:gd name="T100" fmla="*/ 321 w 667"/>
                  <a:gd name="T101" fmla="*/ 39 h 774"/>
                  <a:gd name="T102" fmla="*/ 370 w 667"/>
                  <a:gd name="T103" fmla="*/ 41 h 774"/>
                  <a:gd name="T104" fmla="*/ 382 w 667"/>
                  <a:gd name="T105" fmla="*/ 12 h 774"/>
                  <a:gd name="T106" fmla="*/ 256 w 667"/>
                  <a:gd name="T107" fmla="*/ 52 h 774"/>
                  <a:gd name="T108" fmla="*/ 224 w 667"/>
                  <a:gd name="T109" fmla="*/ 62 h 774"/>
                  <a:gd name="T110" fmla="*/ 287 w 667"/>
                  <a:gd name="T111" fmla="*/ 90 h 774"/>
                  <a:gd name="T112" fmla="*/ 269 w 667"/>
                  <a:gd name="T113" fmla="*/ 83 h 774"/>
                  <a:gd name="T114" fmla="*/ 359 w 667"/>
                  <a:gd name="T115" fmla="*/ 169 h 774"/>
                  <a:gd name="T116" fmla="*/ 388 w 667"/>
                  <a:gd name="T117" fmla="*/ 199 h 774"/>
                  <a:gd name="T118" fmla="*/ 413 w 667"/>
                  <a:gd name="T119" fmla="*/ 183 h 774"/>
                  <a:gd name="T120" fmla="*/ 408 w 667"/>
                  <a:gd name="T121" fmla="*/ 229 h 774"/>
                  <a:gd name="T122" fmla="*/ 462 w 667"/>
                  <a:gd name="T123" fmla="*/ 216 h 774"/>
                  <a:gd name="T124" fmla="*/ 436 w 667"/>
                  <a:gd name="T125" fmla="*/ 228 h 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7" h="774">
                    <a:moveTo>
                      <a:pt x="406" y="42"/>
                    </a:moveTo>
                    <a:cubicBezTo>
                      <a:pt x="406" y="43"/>
                      <a:pt x="407" y="43"/>
                      <a:pt x="407" y="43"/>
                    </a:cubicBezTo>
                    <a:cubicBezTo>
                      <a:pt x="408" y="42"/>
                      <a:pt x="409" y="42"/>
                      <a:pt x="408" y="46"/>
                    </a:cubicBezTo>
                    <a:cubicBezTo>
                      <a:pt x="409" y="46"/>
                      <a:pt x="411" y="46"/>
                      <a:pt x="412" y="46"/>
                    </a:cubicBezTo>
                    <a:cubicBezTo>
                      <a:pt x="414" y="45"/>
                      <a:pt x="415" y="43"/>
                      <a:pt x="415" y="39"/>
                    </a:cubicBezTo>
                    <a:cubicBezTo>
                      <a:pt x="416" y="39"/>
                      <a:pt x="417" y="38"/>
                      <a:pt x="417" y="36"/>
                    </a:cubicBezTo>
                    <a:cubicBezTo>
                      <a:pt x="419" y="36"/>
                      <a:pt x="419" y="35"/>
                      <a:pt x="420" y="34"/>
                    </a:cubicBezTo>
                    <a:cubicBezTo>
                      <a:pt x="420" y="33"/>
                      <a:pt x="420" y="32"/>
                      <a:pt x="422" y="33"/>
                    </a:cubicBezTo>
                    <a:cubicBezTo>
                      <a:pt x="422" y="30"/>
                      <a:pt x="422" y="27"/>
                      <a:pt x="422" y="24"/>
                    </a:cubicBezTo>
                    <a:cubicBezTo>
                      <a:pt x="426" y="24"/>
                      <a:pt x="429" y="23"/>
                      <a:pt x="432" y="24"/>
                    </a:cubicBezTo>
                    <a:cubicBezTo>
                      <a:pt x="434" y="25"/>
                      <a:pt x="433" y="27"/>
                      <a:pt x="433" y="28"/>
                    </a:cubicBezTo>
                    <a:cubicBezTo>
                      <a:pt x="434" y="28"/>
                      <a:pt x="434" y="28"/>
                      <a:pt x="435" y="28"/>
                    </a:cubicBezTo>
                    <a:cubicBezTo>
                      <a:pt x="435" y="28"/>
                      <a:pt x="436" y="28"/>
                      <a:pt x="436" y="28"/>
                    </a:cubicBezTo>
                    <a:cubicBezTo>
                      <a:pt x="438" y="29"/>
                      <a:pt x="438" y="30"/>
                      <a:pt x="440" y="31"/>
                    </a:cubicBezTo>
                    <a:cubicBezTo>
                      <a:pt x="440" y="35"/>
                      <a:pt x="438" y="36"/>
                      <a:pt x="436" y="37"/>
                    </a:cubicBezTo>
                    <a:cubicBezTo>
                      <a:pt x="439" y="39"/>
                      <a:pt x="438" y="44"/>
                      <a:pt x="441" y="44"/>
                    </a:cubicBezTo>
                    <a:cubicBezTo>
                      <a:pt x="440" y="47"/>
                      <a:pt x="437" y="48"/>
                      <a:pt x="436" y="51"/>
                    </a:cubicBezTo>
                    <a:cubicBezTo>
                      <a:pt x="435" y="51"/>
                      <a:pt x="435" y="51"/>
                      <a:pt x="434" y="51"/>
                    </a:cubicBezTo>
                    <a:cubicBezTo>
                      <a:pt x="433" y="52"/>
                      <a:pt x="433" y="52"/>
                      <a:pt x="432" y="51"/>
                    </a:cubicBezTo>
                    <a:cubicBezTo>
                      <a:pt x="430" y="52"/>
                      <a:pt x="430" y="55"/>
                      <a:pt x="428" y="57"/>
                    </a:cubicBezTo>
                    <a:cubicBezTo>
                      <a:pt x="427" y="56"/>
                      <a:pt x="429" y="54"/>
                      <a:pt x="423" y="55"/>
                    </a:cubicBezTo>
                    <a:cubicBezTo>
                      <a:pt x="423" y="53"/>
                      <a:pt x="425" y="54"/>
                      <a:pt x="426" y="53"/>
                    </a:cubicBezTo>
                    <a:cubicBezTo>
                      <a:pt x="424" y="51"/>
                      <a:pt x="422" y="52"/>
                      <a:pt x="420" y="53"/>
                    </a:cubicBezTo>
                    <a:cubicBezTo>
                      <a:pt x="418" y="53"/>
                      <a:pt x="416" y="54"/>
                      <a:pt x="415" y="53"/>
                    </a:cubicBezTo>
                    <a:cubicBezTo>
                      <a:pt x="416" y="57"/>
                      <a:pt x="415" y="56"/>
                      <a:pt x="415" y="61"/>
                    </a:cubicBezTo>
                    <a:cubicBezTo>
                      <a:pt x="413" y="61"/>
                      <a:pt x="414" y="59"/>
                      <a:pt x="413" y="58"/>
                    </a:cubicBezTo>
                    <a:cubicBezTo>
                      <a:pt x="410" y="59"/>
                      <a:pt x="411" y="63"/>
                      <a:pt x="407" y="62"/>
                    </a:cubicBezTo>
                    <a:cubicBezTo>
                      <a:pt x="407" y="63"/>
                      <a:pt x="409" y="63"/>
                      <a:pt x="409" y="65"/>
                    </a:cubicBezTo>
                    <a:cubicBezTo>
                      <a:pt x="410" y="67"/>
                      <a:pt x="408" y="67"/>
                      <a:pt x="408" y="70"/>
                    </a:cubicBezTo>
                    <a:cubicBezTo>
                      <a:pt x="407" y="68"/>
                      <a:pt x="405" y="70"/>
                      <a:pt x="403" y="71"/>
                    </a:cubicBezTo>
                    <a:cubicBezTo>
                      <a:pt x="402" y="73"/>
                      <a:pt x="401" y="74"/>
                      <a:pt x="401" y="73"/>
                    </a:cubicBezTo>
                    <a:cubicBezTo>
                      <a:pt x="400" y="73"/>
                      <a:pt x="398" y="72"/>
                      <a:pt x="398" y="76"/>
                    </a:cubicBezTo>
                    <a:cubicBezTo>
                      <a:pt x="396" y="76"/>
                      <a:pt x="395" y="76"/>
                      <a:pt x="393" y="76"/>
                    </a:cubicBezTo>
                    <a:cubicBezTo>
                      <a:pt x="391" y="76"/>
                      <a:pt x="392" y="79"/>
                      <a:pt x="392" y="81"/>
                    </a:cubicBezTo>
                    <a:cubicBezTo>
                      <a:pt x="390" y="80"/>
                      <a:pt x="389" y="80"/>
                      <a:pt x="389" y="82"/>
                    </a:cubicBezTo>
                    <a:cubicBezTo>
                      <a:pt x="387" y="80"/>
                      <a:pt x="386" y="82"/>
                      <a:pt x="383" y="82"/>
                    </a:cubicBezTo>
                    <a:cubicBezTo>
                      <a:pt x="384" y="83"/>
                      <a:pt x="384" y="85"/>
                      <a:pt x="384" y="87"/>
                    </a:cubicBezTo>
                    <a:cubicBezTo>
                      <a:pt x="381" y="84"/>
                      <a:pt x="382" y="88"/>
                      <a:pt x="380" y="91"/>
                    </a:cubicBezTo>
                    <a:cubicBezTo>
                      <a:pt x="379" y="94"/>
                      <a:pt x="376" y="97"/>
                      <a:pt x="375" y="102"/>
                    </a:cubicBezTo>
                    <a:cubicBezTo>
                      <a:pt x="373" y="104"/>
                      <a:pt x="371" y="108"/>
                      <a:pt x="369" y="110"/>
                    </a:cubicBezTo>
                    <a:cubicBezTo>
                      <a:pt x="369" y="112"/>
                      <a:pt x="370" y="110"/>
                      <a:pt x="370" y="110"/>
                    </a:cubicBezTo>
                    <a:cubicBezTo>
                      <a:pt x="372" y="110"/>
                      <a:pt x="371" y="111"/>
                      <a:pt x="372" y="111"/>
                    </a:cubicBezTo>
                    <a:cubicBezTo>
                      <a:pt x="372" y="112"/>
                      <a:pt x="374" y="114"/>
                      <a:pt x="374" y="114"/>
                    </a:cubicBezTo>
                    <a:cubicBezTo>
                      <a:pt x="375" y="114"/>
                      <a:pt x="375" y="114"/>
                      <a:pt x="376" y="113"/>
                    </a:cubicBezTo>
                    <a:cubicBezTo>
                      <a:pt x="376" y="113"/>
                      <a:pt x="377" y="112"/>
                      <a:pt x="379" y="114"/>
                    </a:cubicBezTo>
                    <a:cubicBezTo>
                      <a:pt x="380" y="114"/>
                      <a:pt x="380" y="115"/>
                      <a:pt x="382" y="115"/>
                    </a:cubicBezTo>
                    <a:cubicBezTo>
                      <a:pt x="382" y="117"/>
                      <a:pt x="382" y="118"/>
                      <a:pt x="382" y="120"/>
                    </a:cubicBezTo>
                    <a:cubicBezTo>
                      <a:pt x="382" y="121"/>
                      <a:pt x="384" y="121"/>
                      <a:pt x="384" y="122"/>
                    </a:cubicBezTo>
                    <a:cubicBezTo>
                      <a:pt x="385" y="124"/>
                      <a:pt x="387" y="124"/>
                      <a:pt x="387" y="126"/>
                    </a:cubicBezTo>
                    <a:cubicBezTo>
                      <a:pt x="390" y="126"/>
                      <a:pt x="392" y="126"/>
                      <a:pt x="395" y="126"/>
                    </a:cubicBezTo>
                    <a:cubicBezTo>
                      <a:pt x="397" y="127"/>
                      <a:pt x="400" y="127"/>
                      <a:pt x="402" y="126"/>
                    </a:cubicBezTo>
                    <a:cubicBezTo>
                      <a:pt x="403" y="131"/>
                      <a:pt x="408" y="130"/>
                      <a:pt x="411" y="133"/>
                    </a:cubicBezTo>
                    <a:cubicBezTo>
                      <a:pt x="411" y="133"/>
                      <a:pt x="412" y="132"/>
                      <a:pt x="412" y="134"/>
                    </a:cubicBezTo>
                    <a:cubicBezTo>
                      <a:pt x="412" y="136"/>
                      <a:pt x="413" y="134"/>
                      <a:pt x="413" y="134"/>
                    </a:cubicBezTo>
                    <a:cubicBezTo>
                      <a:pt x="415" y="134"/>
                      <a:pt x="415" y="136"/>
                      <a:pt x="416" y="136"/>
                    </a:cubicBezTo>
                    <a:cubicBezTo>
                      <a:pt x="418" y="137"/>
                      <a:pt x="420" y="136"/>
                      <a:pt x="420" y="139"/>
                    </a:cubicBezTo>
                    <a:cubicBezTo>
                      <a:pt x="426" y="139"/>
                      <a:pt x="430" y="141"/>
                      <a:pt x="436" y="141"/>
                    </a:cubicBezTo>
                    <a:cubicBezTo>
                      <a:pt x="436" y="145"/>
                      <a:pt x="435" y="149"/>
                      <a:pt x="437" y="151"/>
                    </a:cubicBezTo>
                    <a:cubicBezTo>
                      <a:pt x="437" y="151"/>
                      <a:pt x="437" y="152"/>
                      <a:pt x="438" y="152"/>
                    </a:cubicBezTo>
                    <a:cubicBezTo>
                      <a:pt x="438" y="153"/>
                      <a:pt x="439" y="153"/>
                      <a:pt x="438" y="153"/>
                    </a:cubicBezTo>
                    <a:cubicBezTo>
                      <a:pt x="439" y="154"/>
                      <a:pt x="437" y="155"/>
                      <a:pt x="437" y="155"/>
                    </a:cubicBezTo>
                    <a:cubicBezTo>
                      <a:pt x="438" y="156"/>
                      <a:pt x="438" y="156"/>
                      <a:pt x="439" y="156"/>
                    </a:cubicBezTo>
                    <a:cubicBezTo>
                      <a:pt x="439" y="156"/>
                      <a:pt x="439" y="156"/>
                      <a:pt x="440" y="156"/>
                    </a:cubicBezTo>
                    <a:cubicBezTo>
                      <a:pt x="440" y="157"/>
                      <a:pt x="437" y="160"/>
                      <a:pt x="441" y="159"/>
                    </a:cubicBezTo>
                    <a:cubicBezTo>
                      <a:pt x="440" y="160"/>
                      <a:pt x="440" y="161"/>
                      <a:pt x="440" y="163"/>
                    </a:cubicBezTo>
                    <a:cubicBezTo>
                      <a:pt x="440" y="164"/>
                      <a:pt x="441" y="163"/>
                      <a:pt x="441" y="163"/>
                    </a:cubicBezTo>
                    <a:cubicBezTo>
                      <a:pt x="443" y="163"/>
                      <a:pt x="442" y="165"/>
                      <a:pt x="442" y="165"/>
                    </a:cubicBezTo>
                    <a:cubicBezTo>
                      <a:pt x="442" y="165"/>
                      <a:pt x="443" y="165"/>
                      <a:pt x="443" y="165"/>
                    </a:cubicBezTo>
                    <a:cubicBezTo>
                      <a:pt x="444" y="165"/>
                      <a:pt x="445" y="165"/>
                      <a:pt x="445" y="165"/>
                    </a:cubicBezTo>
                    <a:cubicBezTo>
                      <a:pt x="446" y="167"/>
                      <a:pt x="451" y="167"/>
                      <a:pt x="455" y="165"/>
                    </a:cubicBezTo>
                    <a:cubicBezTo>
                      <a:pt x="456" y="160"/>
                      <a:pt x="456" y="158"/>
                      <a:pt x="455" y="153"/>
                    </a:cubicBezTo>
                    <a:cubicBezTo>
                      <a:pt x="455" y="151"/>
                      <a:pt x="453" y="152"/>
                      <a:pt x="452" y="151"/>
                    </a:cubicBezTo>
                    <a:cubicBezTo>
                      <a:pt x="451" y="150"/>
                      <a:pt x="454" y="145"/>
                      <a:pt x="450" y="146"/>
                    </a:cubicBezTo>
                    <a:cubicBezTo>
                      <a:pt x="451" y="145"/>
                      <a:pt x="453" y="145"/>
                      <a:pt x="452" y="143"/>
                    </a:cubicBezTo>
                    <a:cubicBezTo>
                      <a:pt x="455" y="143"/>
                      <a:pt x="457" y="142"/>
                      <a:pt x="458" y="142"/>
                    </a:cubicBezTo>
                    <a:cubicBezTo>
                      <a:pt x="459" y="141"/>
                      <a:pt x="459" y="140"/>
                      <a:pt x="461" y="140"/>
                    </a:cubicBezTo>
                    <a:cubicBezTo>
                      <a:pt x="463" y="140"/>
                      <a:pt x="462" y="137"/>
                      <a:pt x="462" y="136"/>
                    </a:cubicBezTo>
                    <a:cubicBezTo>
                      <a:pt x="462" y="136"/>
                      <a:pt x="463" y="137"/>
                      <a:pt x="463" y="137"/>
                    </a:cubicBezTo>
                    <a:cubicBezTo>
                      <a:pt x="464" y="137"/>
                      <a:pt x="466" y="137"/>
                      <a:pt x="466" y="136"/>
                    </a:cubicBezTo>
                    <a:cubicBezTo>
                      <a:pt x="463" y="131"/>
                      <a:pt x="468" y="126"/>
                      <a:pt x="465" y="122"/>
                    </a:cubicBezTo>
                    <a:cubicBezTo>
                      <a:pt x="465" y="121"/>
                      <a:pt x="463" y="122"/>
                      <a:pt x="464" y="122"/>
                    </a:cubicBezTo>
                    <a:cubicBezTo>
                      <a:pt x="462" y="121"/>
                      <a:pt x="464" y="118"/>
                      <a:pt x="460" y="119"/>
                    </a:cubicBezTo>
                    <a:cubicBezTo>
                      <a:pt x="460" y="116"/>
                      <a:pt x="458" y="116"/>
                      <a:pt x="459" y="114"/>
                    </a:cubicBezTo>
                    <a:cubicBezTo>
                      <a:pt x="458" y="111"/>
                      <a:pt x="460" y="110"/>
                      <a:pt x="462" y="110"/>
                    </a:cubicBezTo>
                    <a:cubicBezTo>
                      <a:pt x="460" y="109"/>
                      <a:pt x="464" y="101"/>
                      <a:pt x="459" y="101"/>
                    </a:cubicBezTo>
                    <a:cubicBezTo>
                      <a:pt x="460" y="100"/>
                      <a:pt x="460" y="99"/>
                      <a:pt x="460" y="97"/>
                    </a:cubicBezTo>
                    <a:cubicBezTo>
                      <a:pt x="460" y="98"/>
                      <a:pt x="458" y="97"/>
                      <a:pt x="459" y="96"/>
                    </a:cubicBezTo>
                    <a:cubicBezTo>
                      <a:pt x="459" y="96"/>
                      <a:pt x="460" y="96"/>
                      <a:pt x="460" y="95"/>
                    </a:cubicBezTo>
                    <a:cubicBezTo>
                      <a:pt x="460" y="94"/>
                      <a:pt x="459" y="94"/>
                      <a:pt x="459" y="92"/>
                    </a:cubicBezTo>
                    <a:cubicBezTo>
                      <a:pt x="459" y="91"/>
                      <a:pt x="461" y="88"/>
                      <a:pt x="459" y="87"/>
                    </a:cubicBezTo>
                    <a:cubicBezTo>
                      <a:pt x="459" y="85"/>
                      <a:pt x="469" y="84"/>
                      <a:pt x="467" y="89"/>
                    </a:cubicBezTo>
                    <a:cubicBezTo>
                      <a:pt x="469" y="88"/>
                      <a:pt x="470" y="88"/>
                      <a:pt x="472" y="89"/>
                    </a:cubicBezTo>
                    <a:cubicBezTo>
                      <a:pt x="476" y="89"/>
                      <a:pt x="480" y="89"/>
                      <a:pt x="481" y="86"/>
                    </a:cubicBezTo>
                    <a:cubicBezTo>
                      <a:pt x="484" y="90"/>
                      <a:pt x="491" y="89"/>
                      <a:pt x="490" y="96"/>
                    </a:cubicBezTo>
                    <a:cubicBezTo>
                      <a:pt x="494" y="96"/>
                      <a:pt x="497" y="96"/>
                      <a:pt x="500" y="96"/>
                    </a:cubicBezTo>
                    <a:cubicBezTo>
                      <a:pt x="500" y="98"/>
                      <a:pt x="501" y="98"/>
                      <a:pt x="503" y="99"/>
                    </a:cubicBezTo>
                    <a:cubicBezTo>
                      <a:pt x="503" y="101"/>
                      <a:pt x="502" y="104"/>
                      <a:pt x="503" y="106"/>
                    </a:cubicBezTo>
                    <a:cubicBezTo>
                      <a:pt x="503" y="109"/>
                      <a:pt x="506" y="112"/>
                      <a:pt x="504" y="112"/>
                    </a:cubicBezTo>
                    <a:cubicBezTo>
                      <a:pt x="504" y="114"/>
                      <a:pt x="506" y="113"/>
                      <a:pt x="508" y="114"/>
                    </a:cubicBezTo>
                    <a:cubicBezTo>
                      <a:pt x="507" y="118"/>
                      <a:pt x="512" y="115"/>
                      <a:pt x="509" y="119"/>
                    </a:cubicBezTo>
                    <a:cubicBezTo>
                      <a:pt x="512" y="119"/>
                      <a:pt x="513" y="119"/>
                      <a:pt x="515" y="118"/>
                    </a:cubicBezTo>
                    <a:cubicBezTo>
                      <a:pt x="517" y="118"/>
                      <a:pt x="518" y="117"/>
                      <a:pt x="520" y="117"/>
                    </a:cubicBezTo>
                    <a:cubicBezTo>
                      <a:pt x="521" y="116"/>
                      <a:pt x="520" y="115"/>
                      <a:pt x="519" y="115"/>
                    </a:cubicBezTo>
                    <a:cubicBezTo>
                      <a:pt x="520" y="112"/>
                      <a:pt x="521" y="112"/>
                      <a:pt x="523" y="114"/>
                    </a:cubicBezTo>
                    <a:cubicBezTo>
                      <a:pt x="521" y="110"/>
                      <a:pt x="526" y="110"/>
                      <a:pt x="527" y="109"/>
                    </a:cubicBezTo>
                    <a:cubicBezTo>
                      <a:pt x="528" y="108"/>
                      <a:pt x="526" y="108"/>
                      <a:pt x="525" y="107"/>
                    </a:cubicBezTo>
                    <a:cubicBezTo>
                      <a:pt x="525" y="106"/>
                      <a:pt x="528" y="105"/>
                      <a:pt x="531" y="105"/>
                    </a:cubicBezTo>
                    <a:cubicBezTo>
                      <a:pt x="528" y="108"/>
                      <a:pt x="530" y="108"/>
                      <a:pt x="533" y="111"/>
                    </a:cubicBezTo>
                    <a:cubicBezTo>
                      <a:pt x="535" y="113"/>
                      <a:pt x="536" y="116"/>
                      <a:pt x="541" y="116"/>
                    </a:cubicBezTo>
                    <a:cubicBezTo>
                      <a:pt x="540" y="118"/>
                      <a:pt x="538" y="117"/>
                      <a:pt x="538" y="119"/>
                    </a:cubicBezTo>
                    <a:cubicBezTo>
                      <a:pt x="539" y="120"/>
                      <a:pt x="541" y="120"/>
                      <a:pt x="541" y="122"/>
                    </a:cubicBezTo>
                    <a:cubicBezTo>
                      <a:pt x="542" y="123"/>
                      <a:pt x="541" y="120"/>
                      <a:pt x="542" y="120"/>
                    </a:cubicBezTo>
                    <a:cubicBezTo>
                      <a:pt x="544" y="119"/>
                      <a:pt x="543" y="121"/>
                      <a:pt x="543" y="122"/>
                    </a:cubicBezTo>
                    <a:cubicBezTo>
                      <a:pt x="543" y="123"/>
                      <a:pt x="543" y="124"/>
                      <a:pt x="546" y="124"/>
                    </a:cubicBezTo>
                    <a:cubicBezTo>
                      <a:pt x="543" y="127"/>
                      <a:pt x="547" y="129"/>
                      <a:pt x="543" y="131"/>
                    </a:cubicBezTo>
                    <a:cubicBezTo>
                      <a:pt x="543" y="134"/>
                      <a:pt x="547" y="133"/>
                      <a:pt x="548" y="134"/>
                    </a:cubicBezTo>
                    <a:cubicBezTo>
                      <a:pt x="549" y="134"/>
                      <a:pt x="546" y="136"/>
                      <a:pt x="547" y="136"/>
                    </a:cubicBezTo>
                    <a:cubicBezTo>
                      <a:pt x="548" y="137"/>
                      <a:pt x="550" y="137"/>
                      <a:pt x="551" y="138"/>
                    </a:cubicBezTo>
                    <a:cubicBezTo>
                      <a:pt x="552" y="138"/>
                      <a:pt x="552" y="140"/>
                      <a:pt x="553" y="140"/>
                    </a:cubicBezTo>
                    <a:cubicBezTo>
                      <a:pt x="555" y="141"/>
                      <a:pt x="558" y="142"/>
                      <a:pt x="560" y="144"/>
                    </a:cubicBezTo>
                    <a:cubicBezTo>
                      <a:pt x="560" y="144"/>
                      <a:pt x="561" y="143"/>
                      <a:pt x="561" y="143"/>
                    </a:cubicBezTo>
                    <a:cubicBezTo>
                      <a:pt x="562" y="142"/>
                      <a:pt x="563" y="140"/>
                      <a:pt x="563" y="143"/>
                    </a:cubicBezTo>
                    <a:cubicBezTo>
                      <a:pt x="563" y="146"/>
                      <a:pt x="560" y="146"/>
                      <a:pt x="557" y="146"/>
                    </a:cubicBezTo>
                    <a:cubicBezTo>
                      <a:pt x="559" y="149"/>
                      <a:pt x="563" y="150"/>
                      <a:pt x="567" y="150"/>
                    </a:cubicBezTo>
                    <a:cubicBezTo>
                      <a:pt x="567" y="152"/>
                      <a:pt x="568" y="153"/>
                      <a:pt x="570" y="153"/>
                    </a:cubicBezTo>
                    <a:cubicBezTo>
                      <a:pt x="569" y="155"/>
                      <a:pt x="570" y="157"/>
                      <a:pt x="572" y="156"/>
                    </a:cubicBezTo>
                    <a:cubicBezTo>
                      <a:pt x="571" y="158"/>
                      <a:pt x="570" y="160"/>
                      <a:pt x="571" y="163"/>
                    </a:cubicBezTo>
                    <a:cubicBezTo>
                      <a:pt x="568" y="163"/>
                      <a:pt x="566" y="164"/>
                      <a:pt x="563" y="165"/>
                    </a:cubicBezTo>
                    <a:cubicBezTo>
                      <a:pt x="563" y="166"/>
                      <a:pt x="564" y="166"/>
                      <a:pt x="562" y="167"/>
                    </a:cubicBezTo>
                    <a:cubicBezTo>
                      <a:pt x="561" y="167"/>
                      <a:pt x="560" y="167"/>
                      <a:pt x="560" y="168"/>
                    </a:cubicBezTo>
                    <a:cubicBezTo>
                      <a:pt x="559" y="170"/>
                      <a:pt x="557" y="168"/>
                      <a:pt x="557" y="168"/>
                    </a:cubicBezTo>
                    <a:cubicBezTo>
                      <a:pt x="556" y="168"/>
                      <a:pt x="555" y="170"/>
                      <a:pt x="555" y="170"/>
                    </a:cubicBezTo>
                    <a:cubicBezTo>
                      <a:pt x="554" y="171"/>
                      <a:pt x="554" y="174"/>
                      <a:pt x="553" y="174"/>
                    </a:cubicBezTo>
                    <a:cubicBezTo>
                      <a:pt x="553" y="175"/>
                      <a:pt x="552" y="174"/>
                      <a:pt x="551" y="174"/>
                    </a:cubicBezTo>
                    <a:cubicBezTo>
                      <a:pt x="550" y="174"/>
                      <a:pt x="549" y="174"/>
                      <a:pt x="551" y="175"/>
                    </a:cubicBezTo>
                    <a:cubicBezTo>
                      <a:pt x="550" y="177"/>
                      <a:pt x="547" y="177"/>
                      <a:pt x="545" y="177"/>
                    </a:cubicBezTo>
                    <a:cubicBezTo>
                      <a:pt x="544" y="177"/>
                      <a:pt x="544" y="177"/>
                      <a:pt x="543" y="177"/>
                    </a:cubicBezTo>
                    <a:cubicBezTo>
                      <a:pt x="540" y="177"/>
                      <a:pt x="538" y="177"/>
                      <a:pt x="536" y="177"/>
                    </a:cubicBezTo>
                    <a:cubicBezTo>
                      <a:pt x="534" y="177"/>
                      <a:pt x="533" y="176"/>
                      <a:pt x="532" y="175"/>
                    </a:cubicBezTo>
                    <a:cubicBezTo>
                      <a:pt x="526" y="174"/>
                      <a:pt x="521" y="176"/>
                      <a:pt x="515" y="177"/>
                    </a:cubicBezTo>
                    <a:cubicBezTo>
                      <a:pt x="511" y="178"/>
                      <a:pt x="509" y="183"/>
                      <a:pt x="504" y="184"/>
                    </a:cubicBezTo>
                    <a:cubicBezTo>
                      <a:pt x="507" y="187"/>
                      <a:pt x="502" y="187"/>
                      <a:pt x="500" y="189"/>
                    </a:cubicBezTo>
                    <a:cubicBezTo>
                      <a:pt x="501" y="190"/>
                      <a:pt x="502" y="191"/>
                      <a:pt x="502" y="193"/>
                    </a:cubicBezTo>
                    <a:cubicBezTo>
                      <a:pt x="503" y="192"/>
                      <a:pt x="504" y="189"/>
                      <a:pt x="505" y="188"/>
                    </a:cubicBezTo>
                    <a:cubicBezTo>
                      <a:pt x="506" y="187"/>
                      <a:pt x="510" y="188"/>
                      <a:pt x="510" y="185"/>
                    </a:cubicBezTo>
                    <a:cubicBezTo>
                      <a:pt x="510" y="183"/>
                      <a:pt x="511" y="184"/>
                      <a:pt x="512" y="185"/>
                    </a:cubicBezTo>
                    <a:cubicBezTo>
                      <a:pt x="512" y="185"/>
                      <a:pt x="513" y="186"/>
                      <a:pt x="513" y="183"/>
                    </a:cubicBezTo>
                    <a:cubicBezTo>
                      <a:pt x="514" y="182"/>
                      <a:pt x="514" y="183"/>
                      <a:pt x="515" y="183"/>
                    </a:cubicBezTo>
                    <a:cubicBezTo>
                      <a:pt x="515" y="184"/>
                      <a:pt x="515" y="184"/>
                      <a:pt x="515" y="184"/>
                    </a:cubicBezTo>
                    <a:cubicBezTo>
                      <a:pt x="517" y="184"/>
                      <a:pt x="516" y="182"/>
                      <a:pt x="517" y="182"/>
                    </a:cubicBezTo>
                    <a:cubicBezTo>
                      <a:pt x="518" y="181"/>
                      <a:pt x="519" y="181"/>
                      <a:pt x="521" y="182"/>
                    </a:cubicBezTo>
                    <a:cubicBezTo>
                      <a:pt x="522" y="182"/>
                      <a:pt x="524" y="182"/>
                      <a:pt x="525" y="182"/>
                    </a:cubicBezTo>
                    <a:cubicBezTo>
                      <a:pt x="526" y="183"/>
                      <a:pt x="527" y="182"/>
                      <a:pt x="527" y="182"/>
                    </a:cubicBezTo>
                    <a:cubicBezTo>
                      <a:pt x="528" y="181"/>
                      <a:pt x="528" y="183"/>
                      <a:pt x="528" y="184"/>
                    </a:cubicBezTo>
                    <a:cubicBezTo>
                      <a:pt x="528" y="186"/>
                      <a:pt x="527" y="188"/>
                      <a:pt x="525" y="187"/>
                    </a:cubicBezTo>
                    <a:cubicBezTo>
                      <a:pt x="528" y="190"/>
                      <a:pt x="523" y="191"/>
                      <a:pt x="524" y="195"/>
                    </a:cubicBezTo>
                    <a:cubicBezTo>
                      <a:pt x="525" y="196"/>
                      <a:pt x="526" y="198"/>
                      <a:pt x="525" y="199"/>
                    </a:cubicBezTo>
                    <a:cubicBezTo>
                      <a:pt x="526" y="198"/>
                      <a:pt x="528" y="198"/>
                      <a:pt x="528" y="199"/>
                    </a:cubicBezTo>
                    <a:cubicBezTo>
                      <a:pt x="528" y="201"/>
                      <a:pt x="530" y="200"/>
                      <a:pt x="531" y="201"/>
                    </a:cubicBezTo>
                    <a:cubicBezTo>
                      <a:pt x="531" y="201"/>
                      <a:pt x="533" y="203"/>
                      <a:pt x="533" y="203"/>
                    </a:cubicBezTo>
                    <a:cubicBezTo>
                      <a:pt x="533" y="203"/>
                      <a:pt x="534" y="203"/>
                      <a:pt x="534" y="203"/>
                    </a:cubicBezTo>
                    <a:cubicBezTo>
                      <a:pt x="535" y="203"/>
                      <a:pt x="535" y="203"/>
                      <a:pt x="536" y="203"/>
                    </a:cubicBezTo>
                    <a:cubicBezTo>
                      <a:pt x="536" y="203"/>
                      <a:pt x="537" y="204"/>
                      <a:pt x="537" y="204"/>
                    </a:cubicBezTo>
                    <a:cubicBezTo>
                      <a:pt x="538" y="204"/>
                      <a:pt x="538" y="204"/>
                      <a:pt x="539" y="204"/>
                    </a:cubicBezTo>
                    <a:cubicBezTo>
                      <a:pt x="540" y="203"/>
                      <a:pt x="541" y="203"/>
                      <a:pt x="542" y="204"/>
                    </a:cubicBezTo>
                    <a:cubicBezTo>
                      <a:pt x="543" y="205"/>
                      <a:pt x="542" y="202"/>
                      <a:pt x="543" y="202"/>
                    </a:cubicBezTo>
                    <a:cubicBezTo>
                      <a:pt x="546" y="202"/>
                      <a:pt x="546" y="202"/>
                      <a:pt x="546" y="202"/>
                    </a:cubicBezTo>
                    <a:cubicBezTo>
                      <a:pt x="546" y="201"/>
                      <a:pt x="545" y="199"/>
                      <a:pt x="546" y="198"/>
                    </a:cubicBezTo>
                    <a:cubicBezTo>
                      <a:pt x="548" y="198"/>
                      <a:pt x="548" y="199"/>
                      <a:pt x="548" y="201"/>
                    </a:cubicBezTo>
                    <a:cubicBezTo>
                      <a:pt x="549" y="202"/>
                      <a:pt x="552" y="202"/>
                      <a:pt x="551" y="206"/>
                    </a:cubicBezTo>
                    <a:cubicBezTo>
                      <a:pt x="550" y="206"/>
                      <a:pt x="549" y="205"/>
                      <a:pt x="549" y="205"/>
                    </a:cubicBezTo>
                    <a:cubicBezTo>
                      <a:pt x="548" y="205"/>
                      <a:pt x="548" y="204"/>
                      <a:pt x="547" y="204"/>
                    </a:cubicBezTo>
                    <a:cubicBezTo>
                      <a:pt x="545" y="205"/>
                      <a:pt x="545" y="207"/>
                      <a:pt x="543" y="208"/>
                    </a:cubicBezTo>
                    <a:cubicBezTo>
                      <a:pt x="543" y="208"/>
                      <a:pt x="542" y="208"/>
                      <a:pt x="541" y="208"/>
                    </a:cubicBezTo>
                    <a:cubicBezTo>
                      <a:pt x="540" y="208"/>
                      <a:pt x="540" y="208"/>
                      <a:pt x="539" y="208"/>
                    </a:cubicBezTo>
                    <a:cubicBezTo>
                      <a:pt x="537" y="209"/>
                      <a:pt x="538" y="211"/>
                      <a:pt x="533" y="211"/>
                    </a:cubicBezTo>
                    <a:cubicBezTo>
                      <a:pt x="531" y="210"/>
                      <a:pt x="532" y="214"/>
                      <a:pt x="531" y="214"/>
                    </a:cubicBezTo>
                    <a:cubicBezTo>
                      <a:pt x="530" y="215"/>
                      <a:pt x="529" y="213"/>
                      <a:pt x="529" y="213"/>
                    </a:cubicBezTo>
                    <a:cubicBezTo>
                      <a:pt x="527" y="215"/>
                      <a:pt x="527" y="217"/>
                      <a:pt x="523" y="217"/>
                    </a:cubicBezTo>
                    <a:cubicBezTo>
                      <a:pt x="525" y="214"/>
                      <a:pt x="523" y="215"/>
                      <a:pt x="523" y="212"/>
                    </a:cubicBezTo>
                    <a:cubicBezTo>
                      <a:pt x="525" y="211"/>
                      <a:pt x="527" y="208"/>
                      <a:pt x="529" y="211"/>
                    </a:cubicBezTo>
                    <a:cubicBezTo>
                      <a:pt x="530" y="207"/>
                      <a:pt x="527" y="207"/>
                      <a:pt x="525" y="206"/>
                    </a:cubicBezTo>
                    <a:cubicBezTo>
                      <a:pt x="522" y="204"/>
                      <a:pt x="520" y="209"/>
                      <a:pt x="518" y="209"/>
                    </a:cubicBezTo>
                    <a:cubicBezTo>
                      <a:pt x="518" y="209"/>
                      <a:pt x="515" y="210"/>
                      <a:pt x="514" y="211"/>
                    </a:cubicBezTo>
                    <a:cubicBezTo>
                      <a:pt x="513" y="211"/>
                      <a:pt x="513" y="212"/>
                      <a:pt x="513" y="213"/>
                    </a:cubicBezTo>
                    <a:cubicBezTo>
                      <a:pt x="510" y="213"/>
                      <a:pt x="508" y="213"/>
                      <a:pt x="507" y="214"/>
                    </a:cubicBezTo>
                    <a:cubicBezTo>
                      <a:pt x="505" y="215"/>
                      <a:pt x="504" y="216"/>
                      <a:pt x="500" y="214"/>
                    </a:cubicBezTo>
                    <a:cubicBezTo>
                      <a:pt x="503" y="216"/>
                      <a:pt x="504" y="217"/>
                      <a:pt x="498" y="217"/>
                    </a:cubicBezTo>
                    <a:cubicBezTo>
                      <a:pt x="495" y="219"/>
                      <a:pt x="494" y="225"/>
                      <a:pt x="498" y="227"/>
                    </a:cubicBezTo>
                    <a:cubicBezTo>
                      <a:pt x="498" y="229"/>
                      <a:pt x="494" y="229"/>
                      <a:pt x="495" y="232"/>
                    </a:cubicBezTo>
                    <a:cubicBezTo>
                      <a:pt x="495" y="232"/>
                      <a:pt x="494" y="232"/>
                      <a:pt x="493" y="232"/>
                    </a:cubicBezTo>
                    <a:cubicBezTo>
                      <a:pt x="493" y="232"/>
                      <a:pt x="492" y="232"/>
                      <a:pt x="491" y="232"/>
                    </a:cubicBezTo>
                    <a:cubicBezTo>
                      <a:pt x="490" y="232"/>
                      <a:pt x="490" y="234"/>
                      <a:pt x="489" y="234"/>
                    </a:cubicBezTo>
                    <a:cubicBezTo>
                      <a:pt x="487" y="236"/>
                      <a:pt x="483" y="235"/>
                      <a:pt x="481" y="237"/>
                    </a:cubicBezTo>
                    <a:cubicBezTo>
                      <a:pt x="481" y="238"/>
                      <a:pt x="480" y="239"/>
                      <a:pt x="479" y="240"/>
                    </a:cubicBezTo>
                    <a:cubicBezTo>
                      <a:pt x="478" y="241"/>
                      <a:pt x="477" y="244"/>
                      <a:pt x="475" y="246"/>
                    </a:cubicBezTo>
                    <a:cubicBezTo>
                      <a:pt x="474" y="247"/>
                      <a:pt x="471" y="247"/>
                      <a:pt x="473" y="252"/>
                    </a:cubicBezTo>
                    <a:cubicBezTo>
                      <a:pt x="470" y="252"/>
                      <a:pt x="470" y="249"/>
                      <a:pt x="467" y="248"/>
                    </a:cubicBezTo>
                    <a:cubicBezTo>
                      <a:pt x="466" y="249"/>
                      <a:pt x="467" y="251"/>
                      <a:pt x="465" y="251"/>
                    </a:cubicBezTo>
                    <a:cubicBezTo>
                      <a:pt x="470" y="256"/>
                      <a:pt x="469" y="260"/>
                      <a:pt x="470" y="267"/>
                    </a:cubicBezTo>
                    <a:cubicBezTo>
                      <a:pt x="467" y="266"/>
                      <a:pt x="468" y="269"/>
                      <a:pt x="467" y="270"/>
                    </a:cubicBezTo>
                    <a:cubicBezTo>
                      <a:pt x="467" y="270"/>
                      <a:pt x="467" y="270"/>
                      <a:pt x="466" y="270"/>
                    </a:cubicBezTo>
                    <a:cubicBezTo>
                      <a:pt x="466" y="270"/>
                      <a:pt x="465" y="269"/>
                      <a:pt x="465" y="270"/>
                    </a:cubicBezTo>
                    <a:cubicBezTo>
                      <a:pt x="464" y="271"/>
                      <a:pt x="464" y="271"/>
                      <a:pt x="462" y="272"/>
                    </a:cubicBezTo>
                    <a:cubicBezTo>
                      <a:pt x="461" y="273"/>
                      <a:pt x="460" y="276"/>
                      <a:pt x="459" y="276"/>
                    </a:cubicBezTo>
                    <a:cubicBezTo>
                      <a:pt x="458" y="276"/>
                      <a:pt x="457" y="276"/>
                      <a:pt x="456" y="276"/>
                    </a:cubicBezTo>
                    <a:cubicBezTo>
                      <a:pt x="455" y="276"/>
                      <a:pt x="454" y="276"/>
                      <a:pt x="454" y="277"/>
                    </a:cubicBezTo>
                    <a:cubicBezTo>
                      <a:pt x="451" y="278"/>
                      <a:pt x="450" y="281"/>
                      <a:pt x="449" y="284"/>
                    </a:cubicBezTo>
                    <a:cubicBezTo>
                      <a:pt x="445" y="284"/>
                      <a:pt x="446" y="288"/>
                      <a:pt x="442" y="287"/>
                    </a:cubicBezTo>
                    <a:cubicBezTo>
                      <a:pt x="444" y="292"/>
                      <a:pt x="439" y="301"/>
                      <a:pt x="445" y="301"/>
                    </a:cubicBezTo>
                    <a:cubicBezTo>
                      <a:pt x="442" y="306"/>
                      <a:pt x="447" y="306"/>
                      <a:pt x="446" y="312"/>
                    </a:cubicBezTo>
                    <a:cubicBezTo>
                      <a:pt x="446" y="314"/>
                      <a:pt x="448" y="313"/>
                      <a:pt x="449" y="314"/>
                    </a:cubicBezTo>
                    <a:cubicBezTo>
                      <a:pt x="447" y="318"/>
                      <a:pt x="449" y="317"/>
                      <a:pt x="449" y="323"/>
                    </a:cubicBezTo>
                    <a:cubicBezTo>
                      <a:pt x="446" y="323"/>
                      <a:pt x="444" y="323"/>
                      <a:pt x="444" y="325"/>
                    </a:cubicBezTo>
                    <a:cubicBezTo>
                      <a:pt x="442" y="325"/>
                      <a:pt x="443" y="322"/>
                      <a:pt x="442" y="321"/>
                    </a:cubicBezTo>
                    <a:cubicBezTo>
                      <a:pt x="441" y="320"/>
                      <a:pt x="440" y="321"/>
                      <a:pt x="438" y="320"/>
                    </a:cubicBezTo>
                    <a:cubicBezTo>
                      <a:pt x="438" y="319"/>
                      <a:pt x="438" y="316"/>
                      <a:pt x="436" y="318"/>
                    </a:cubicBezTo>
                    <a:cubicBezTo>
                      <a:pt x="437" y="315"/>
                      <a:pt x="438" y="312"/>
                      <a:pt x="433" y="311"/>
                    </a:cubicBezTo>
                    <a:cubicBezTo>
                      <a:pt x="436" y="305"/>
                      <a:pt x="433" y="306"/>
                      <a:pt x="432" y="300"/>
                    </a:cubicBezTo>
                    <a:cubicBezTo>
                      <a:pt x="431" y="300"/>
                      <a:pt x="431" y="301"/>
                      <a:pt x="430" y="301"/>
                    </a:cubicBezTo>
                    <a:cubicBezTo>
                      <a:pt x="430" y="300"/>
                      <a:pt x="430" y="299"/>
                      <a:pt x="430" y="299"/>
                    </a:cubicBezTo>
                    <a:cubicBezTo>
                      <a:pt x="428" y="299"/>
                      <a:pt x="421" y="300"/>
                      <a:pt x="420" y="299"/>
                    </a:cubicBezTo>
                    <a:cubicBezTo>
                      <a:pt x="419" y="298"/>
                      <a:pt x="419" y="296"/>
                      <a:pt x="417" y="296"/>
                    </a:cubicBezTo>
                    <a:cubicBezTo>
                      <a:pt x="417" y="296"/>
                      <a:pt x="416" y="296"/>
                      <a:pt x="415" y="297"/>
                    </a:cubicBezTo>
                    <a:cubicBezTo>
                      <a:pt x="414" y="297"/>
                      <a:pt x="413" y="298"/>
                      <a:pt x="412" y="297"/>
                    </a:cubicBezTo>
                    <a:cubicBezTo>
                      <a:pt x="412" y="297"/>
                      <a:pt x="413" y="297"/>
                      <a:pt x="414" y="296"/>
                    </a:cubicBezTo>
                    <a:cubicBezTo>
                      <a:pt x="414" y="295"/>
                      <a:pt x="415" y="294"/>
                      <a:pt x="412" y="295"/>
                    </a:cubicBezTo>
                    <a:cubicBezTo>
                      <a:pt x="411" y="295"/>
                      <a:pt x="412" y="296"/>
                      <a:pt x="411" y="296"/>
                    </a:cubicBezTo>
                    <a:cubicBezTo>
                      <a:pt x="407" y="296"/>
                      <a:pt x="402" y="297"/>
                      <a:pt x="399" y="295"/>
                    </a:cubicBezTo>
                    <a:cubicBezTo>
                      <a:pt x="397" y="295"/>
                      <a:pt x="399" y="299"/>
                      <a:pt x="398" y="301"/>
                    </a:cubicBezTo>
                    <a:cubicBezTo>
                      <a:pt x="391" y="300"/>
                      <a:pt x="383" y="300"/>
                      <a:pt x="375" y="299"/>
                    </a:cubicBezTo>
                    <a:cubicBezTo>
                      <a:pt x="374" y="299"/>
                      <a:pt x="374" y="300"/>
                      <a:pt x="373" y="300"/>
                    </a:cubicBezTo>
                    <a:cubicBezTo>
                      <a:pt x="372" y="300"/>
                      <a:pt x="372" y="302"/>
                      <a:pt x="370" y="302"/>
                    </a:cubicBezTo>
                    <a:cubicBezTo>
                      <a:pt x="369" y="302"/>
                      <a:pt x="369" y="304"/>
                      <a:pt x="369" y="305"/>
                    </a:cubicBezTo>
                    <a:cubicBezTo>
                      <a:pt x="368" y="305"/>
                      <a:pt x="368" y="305"/>
                      <a:pt x="367" y="305"/>
                    </a:cubicBezTo>
                    <a:cubicBezTo>
                      <a:pt x="366" y="305"/>
                      <a:pt x="365" y="305"/>
                      <a:pt x="364" y="305"/>
                    </a:cubicBezTo>
                    <a:cubicBezTo>
                      <a:pt x="363" y="305"/>
                      <a:pt x="363" y="308"/>
                      <a:pt x="360" y="307"/>
                    </a:cubicBezTo>
                    <a:cubicBezTo>
                      <a:pt x="361" y="310"/>
                      <a:pt x="359" y="316"/>
                      <a:pt x="362" y="316"/>
                    </a:cubicBezTo>
                    <a:cubicBezTo>
                      <a:pt x="360" y="318"/>
                      <a:pt x="359" y="320"/>
                      <a:pt x="358" y="321"/>
                    </a:cubicBezTo>
                    <a:cubicBezTo>
                      <a:pt x="358" y="325"/>
                      <a:pt x="357" y="328"/>
                      <a:pt x="358" y="331"/>
                    </a:cubicBezTo>
                    <a:cubicBezTo>
                      <a:pt x="358" y="333"/>
                      <a:pt x="359" y="334"/>
                      <a:pt x="359" y="335"/>
                    </a:cubicBezTo>
                    <a:cubicBezTo>
                      <a:pt x="359" y="338"/>
                      <a:pt x="360" y="342"/>
                      <a:pt x="358" y="344"/>
                    </a:cubicBezTo>
                    <a:cubicBezTo>
                      <a:pt x="358" y="345"/>
                      <a:pt x="359" y="345"/>
                      <a:pt x="360" y="345"/>
                    </a:cubicBezTo>
                    <a:cubicBezTo>
                      <a:pt x="361" y="345"/>
                      <a:pt x="361" y="345"/>
                      <a:pt x="362" y="345"/>
                    </a:cubicBezTo>
                    <a:cubicBezTo>
                      <a:pt x="362" y="346"/>
                      <a:pt x="360" y="347"/>
                      <a:pt x="360" y="348"/>
                    </a:cubicBezTo>
                    <a:cubicBezTo>
                      <a:pt x="360" y="347"/>
                      <a:pt x="361" y="349"/>
                      <a:pt x="362" y="349"/>
                    </a:cubicBezTo>
                    <a:cubicBezTo>
                      <a:pt x="362" y="350"/>
                      <a:pt x="363" y="349"/>
                      <a:pt x="364" y="350"/>
                    </a:cubicBezTo>
                    <a:cubicBezTo>
                      <a:pt x="364" y="351"/>
                      <a:pt x="364" y="352"/>
                      <a:pt x="364" y="353"/>
                    </a:cubicBezTo>
                    <a:cubicBezTo>
                      <a:pt x="365" y="353"/>
                      <a:pt x="365" y="353"/>
                      <a:pt x="365" y="353"/>
                    </a:cubicBezTo>
                    <a:cubicBezTo>
                      <a:pt x="366" y="353"/>
                      <a:pt x="365" y="355"/>
                      <a:pt x="365" y="355"/>
                    </a:cubicBezTo>
                    <a:cubicBezTo>
                      <a:pt x="366" y="356"/>
                      <a:pt x="369" y="358"/>
                      <a:pt x="369" y="360"/>
                    </a:cubicBezTo>
                    <a:cubicBezTo>
                      <a:pt x="374" y="361"/>
                      <a:pt x="377" y="360"/>
                      <a:pt x="380" y="360"/>
                    </a:cubicBezTo>
                    <a:cubicBezTo>
                      <a:pt x="384" y="360"/>
                      <a:pt x="387" y="359"/>
                      <a:pt x="389" y="360"/>
                    </a:cubicBezTo>
                    <a:cubicBezTo>
                      <a:pt x="391" y="360"/>
                      <a:pt x="391" y="359"/>
                      <a:pt x="392" y="358"/>
                    </a:cubicBezTo>
                    <a:cubicBezTo>
                      <a:pt x="393" y="356"/>
                      <a:pt x="395" y="354"/>
                      <a:pt x="396" y="351"/>
                    </a:cubicBezTo>
                    <a:cubicBezTo>
                      <a:pt x="396" y="350"/>
                      <a:pt x="397" y="349"/>
                      <a:pt x="396" y="349"/>
                    </a:cubicBezTo>
                    <a:cubicBezTo>
                      <a:pt x="399" y="345"/>
                      <a:pt x="408" y="342"/>
                      <a:pt x="415" y="345"/>
                    </a:cubicBezTo>
                    <a:cubicBezTo>
                      <a:pt x="412" y="348"/>
                      <a:pt x="411" y="353"/>
                      <a:pt x="408" y="357"/>
                    </a:cubicBezTo>
                    <a:cubicBezTo>
                      <a:pt x="407" y="360"/>
                      <a:pt x="410" y="360"/>
                      <a:pt x="409" y="363"/>
                    </a:cubicBezTo>
                    <a:cubicBezTo>
                      <a:pt x="407" y="363"/>
                      <a:pt x="406" y="366"/>
                      <a:pt x="404" y="369"/>
                    </a:cubicBezTo>
                    <a:cubicBezTo>
                      <a:pt x="404" y="370"/>
                      <a:pt x="404" y="370"/>
                      <a:pt x="403" y="370"/>
                    </a:cubicBezTo>
                    <a:cubicBezTo>
                      <a:pt x="403" y="372"/>
                      <a:pt x="404" y="372"/>
                      <a:pt x="405" y="372"/>
                    </a:cubicBezTo>
                    <a:cubicBezTo>
                      <a:pt x="407" y="372"/>
                      <a:pt x="408" y="372"/>
                      <a:pt x="407" y="374"/>
                    </a:cubicBezTo>
                    <a:cubicBezTo>
                      <a:pt x="408" y="374"/>
                      <a:pt x="409" y="374"/>
                      <a:pt x="410" y="373"/>
                    </a:cubicBezTo>
                    <a:cubicBezTo>
                      <a:pt x="411" y="373"/>
                      <a:pt x="412" y="372"/>
                      <a:pt x="415" y="373"/>
                    </a:cubicBezTo>
                    <a:cubicBezTo>
                      <a:pt x="414" y="376"/>
                      <a:pt x="417" y="375"/>
                      <a:pt x="417" y="377"/>
                    </a:cubicBezTo>
                    <a:cubicBezTo>
                      <a:pt x="421" y="375"/>
                      <a:pt x="423" y="376"/>
                      <a:pt x="425" y="377"/>
                    </a:cubicBezTo>
                    <a:cubicBezTo>
                      <a:pt x="427" y="378"/>
                      <a:pt x="429" y="378"/>
                      <a:pt x="432" y="378"/>
                    </a:cubicBezTo>
                    <a:cubicBezTo>
                      <a:pt x="429" y="381"/>
                      <a:pt x="434" y="385"/>
                      <a:pt x="430" y="387"/>
                    </a:cubicBezTo>
                    <a:cubicBezTo>
                      <a:pt x="432" y="390"/>
                      <a:pt x="431" y="397"/>
                      <a:pt x="430" y="401"/>
                    </a:cubicBezTo>
                    <a:cubicBezTo>
                      <a:pt x="430" y="403"/>
                      <a:pt x="432" y="403"/>
                      <a:pt x="435" y="403"/>
                    </a:cubicBezTo>
                    <a:cubicBezTo>
                      <a:pt x="434" y="406"/>
                      <a:pt x="437" y="405"/>
                      <a:pt x="437" y="407"/>
                    </a:cubicBezTo>
                    <a:cubicBezTo>
                      <a:pt x="437" y="409"/>
                      <a:pt x="441" y="407"/>
                      <a:pt x="441" y="409"/>
                    </a:cubicBezTo>
                    <a:cubicBezTo>
                      <a:pt x="443" y="408"/>
                      <a:pt x="447" y="408"/>
                      <a:pt x="450" y="408"/>
                    </a:cubicBezTo>
                    <a:cubicBezTo>
                      <a:pt x="452" y="409"/>
                      <a:pt x="455" y="409"/>
                      <a:pt x="456" y="408"/>
                    </a:cubicBezTo>
                    <a:cubicBezTo>
                      <a:pt x="456" y="409"/>
                      <a:pt x="456" y="410"/>
                      <a:pt x="456" y="411"/>
                    </a:cubicBezTo>
                    <a:cubicBezTo>
                      <a:pt x="458" y="410"/>
                      <a:pt x="463" y="408"/>
                      <a:pt x="462" y="412"/>
                    </a:cubicBezTo>
                    <a:cubicBezTo>
                      <a:pt x="463" y="411"/>
                      <a:pt x="464" y="411"/>
                      <a:pt x="466" y="411"/>
                    </a:cubicBezTo>
                    <a:cubicBezTo>
                      <a:pt x="467" y="410"/>
                      <a:pt x="468" y="409"/>
                      <a:pt x="469" y="408"/>
                    </a:cubicBezTo>
                    <a:cubicBezTo>
                      <a:pt x="469" y="407"/>
                      <a:pt x="470" y="408"/>
                      <a:pt x="470" y="407"/>
                    </a:cubicBezTo>
                    <a:cubicBezTo>
                      <a:pt x="470" y="406"/>
                      <a:pt x="471" y="406"/>
                      <a:pt x="471" y="406"/>
                    </a:cubicBezTo>
                    <a:cubicBezTo>
                      <a:pt x="472" y="407"/>
                      <a:pt x="472" y="407"/>
                      <a:pt x="473" y="406"/>
                    </a:cubicBezTo>
                    <a:cubicBezTo>
                      <a:pt x="473" y="405"/>
                      <a:pt x="472" y="403"/>
                      <a:pt x="473" y="403"/>
                    </a:cubicBezTo>
                    <a:cubicBezTo>
                      <a:pt x="473" y="402"/>
                      <a:pt x="474" y="404"/>
                      <a:pt x="474" y="404"/>
                    </a:cubicBezTo>
                    <a:cubicBezTo>
                      <a:pt x="475" y="404"/>
                      <a:pt x="475" y="403"/>
                      <a:pt x="476" y="402"/>
                    </a:cubicBezTo>
                    <a:cubicBezTo>
                      <a:pt x="478" y="401"/>
                      <a:pt x="480" y="400"/>
                      <a:pt x="481" y="398"/>
                    </a:cubicBezTo>
                    <a:cubicBezTo>
                      <a:pt x="482" y="397"/>
                      <a:pt x="483" y="397"/>
                      <a:pt x="483" y="396"/>
                    </a:cubicBezTo>
                    <a:cubicBezTo>
                      <a:pt x="484" y="397"/>
                      <a:pt x="497" y="398"/>
                      <a:pt x="490" y="399"/>
                    </a:cubicBezTo>
                    <a:cubicBezTo>
                      <a:pt x="490" y="401"/>
                      <a:pt x="492" y="401"/>
                      <a:pt x="494" y="401"/>
                    </a:cubicBezTo>
                    <a:cubicBezTo>
                      <a:pt x="494" y="401"/>
                      <a:pt x="495" y="401"/>
                      <a:pt x="495" y="401"/>
                    </a:cubicBezTo>
                    <a:cubicBezTo>
                      <a:pt x="496" y="401"/>
                      <a:pt x="496" y="399"/>
                      <a:pt x="497" y="398"/>
                    </a:cubicBezTo>
                    <a:cubicBezTo>
                      <a:pt x="500" y="398"/>
                      <a:pt x="503" y="398"/>
                      <a:pt x="507" y="398"/>
                    </a:cubicBezTo>
                    <a:cubicBezTo>
                      <a:pt x="505" y="402"/>
                      <a:pt x="512" y="401"/>
                      <a:pt x="515" y="402"/>
                    </a:cubicBezTo>
                    <a:cubicBezTo>
                      <a:pt x="516" y="402"/>
                      <a:pt x="515" y="403"/>
                      <a:pt x="517" y="403"/>
                    </a:cubicBezTo>
                    <a:cubicBezTo>
                      <a:pt x="518" y="403"/>
                      <a:pt x="518" y="404"/>
                      <a:pt x="519" y="404"/>
                    </a:cubicBezTo>
                    <a:cubicBezTo>
                      <a:pt x="522" y="405"/>
                      <a:pt x="522" y="403"/>
                      <a:pt x="524" y="403"/>
                    </a:cubicBezTo>
                    <a:cubicBezTo>
                      <a:pt x="531" y="402"/>
                      <a:pt x="537" y="404"/>
                      <a:pt x="543" y="404"/>
                    </a:cubicBezTo>
                    <a:cubicBezTo>
                      <a:pt x="543" y="407"/>
                      <a:pt x="544" y="409"/>
                      <a:pt x="544" y="407"/>
                    </a:cubicBezTo>
                    <a:cubicBezTo>
                      <a:pt x="546" y="407"/>
                      <a:pt x="545" y="408"/>
                      <a:pt x="544" y="408"/>
                    </a:cubicBezTo>
                    <a:cubicBezTo>
                      <a:pt x="544" y="410"/>
                      <a:pt x="545" y="410"/>
                      <a:pt x="547" y="410"/>
                    </a:cubicBezTo>
                    <a:cubicBezTo>
                      <a:pt x="548" y="410"/>
                      <a:pt x="549" y="410"/>
                      <a:pt x="549" y="411"/>
                    </a:cubicBezTo>
                    <a:cubicBezTo>
                      <a:pt x="549" y="413"/>
                      <a:pt x="549" y="413"/>
                      <a:pt x="549" y="413"/>
                    </a:cubicBezTo>
                    <a:cubicBezTo>
                      <a:pt x="550" y="413"/>
                      <a:pt x="551" y="413"/>
                      <a:pt x="552" y="413"/>
                    </a:cubicBezTo>
                    <a:cubicBezTo>
                      <a:pt x="553" y="413"/>
                      <a:pt x="554" y="413"/>
                      <a:pt x="555" y="413"/>
                    </a:cubicBezTo>
                    <a:cubicBezTo>
                      <a:pt x="553" y="416"/>
                      <a:pt x="555" y="417"/>
                      <a:pt x="557" y="418"/>
                    </a:cubicBezTo>
                    <a:cubicBezTo>
                      <a:pt x="559" y="420"/>
                      <a:pt x="561" y="421"/>
                      <a:pt x="562" y="424"/>
                    </a:cubicBezTo>
                    <a:cubicBezTo>
                      <a:pt x="565" y="424"/>
                      <a:pt x="568" y="425"/>
                      <a:pt x="570" y="425"/>
                    </a:cubicBezTo>
                    <a:cubicBezTo>
                      <a:pt x="573" y="426"/>
                      <a:pt x="576" y="427"/>
                      <a:pt x="580" y="426"/>
                    </a:cubicBezTo>
                    <a:cubicBezTo>
                      <a:pt x="579" y="428"/>
                      <a:pt x="580" y="428"/>
                      <a:pt x="582" y="428"/>
                    </a:cubicBezTo>
                    <a:cubicBezTo>
                      <a:pt x="584" y="428"/>
                      <a:pt x="586" y="428"/>
                      <a:pt x="585" y="431"/>
                    </a:cubicBezTo>
                    <a:cubicBezTo>
                      <a:pt x="589" y="429"/>
                      <a:pt x="589" y="434"/>
                      <a:pt x="592" y="435"/>
                    </a:cubicBezTo>
                    <a:cubicBezTo>
                      <a:pt x="594" y="435"/>
                      <a:pt x="594" y="438"/>
                      <a:pt x="596" y="437"/>
                    </a:cubicBezTo>
                    <a:cubicBezTo>
                      <a:pt x="593" y="440"/>
                      <a:pt x="598" y="440"/>
                      <a:pt x="597" y="443"/>
                    </a:cubicBezTo>
                    <a:cubicBezTo>
                      <a:pt x="597" y="446"/>
                      <a:pt x="600" y="445"/>
                      <a:pt x="601" y="446"/>
                    </a:cubicBezTo>
                    <a:cubicBezTo>
                      <a:pt x="602" y="446"/>
                      <a:pt x="601" y="449"/>
                      <a:pt x="604" y="448"/>
                    </a:cubicBezTo>
                    <a:cubicBezTo>
                      <a:pt x="599" y="453"/>
                      <a:pt x="610" y="455"/>
                      <a:pt x="606" y="458"/>
                    </a:cubicBezTo>
                    <a:cubicBezTo>
                      <a:pt x="609" y="458"/>
                      <a:pt x="610" y="459"/>
                      <a:pt x="610" y="461"/>
                    </a:cubicBezTo>
                    <a:cubicBezTo>
                      <a:pt x="616" y="460"/>
                      <a:pt x="625" y="462"/>
                      <a:pt x="628" y="467"/>
                    </a:cubicBezTo>
                    <a:cubicBezTo>
                      <a:pt x="630" y="467"/>
                      <a:pt x="633" y="468"/>
                      <a:pt x="635" y="468"/>
                    </a:cubicBezTo>
                    <a:cubicBezTo>
                      <a:pt x="638" y="469"/>
                      <a:pt x="640" y="469"/>
                      <a:pt x="644" y="469"/>
                    </a:cubicBezTo>
                    <a:cubicBezTo>
                      <a:pt x="645" y="469"/>
                      <a:pt x="642" y="470"/>
                      <a:pt x="642" y="470"/>
                    </a:cubicBezTo>
                    <a:cubicBezTo>
                      <a:pt x="643" y="471"/>
                      <a:pt x="647" y="471"/>
                      <a:pt x="651" y="471"/>
                    </a:cubicBezTo>
                    <a:cubicBezTo>
                      <a:pt x="652" y="471"/>
                      <a:pt x="654" y="471"/>
                      <a:pt x="655" y="471"/>
                    </a:cubicBezTo>
                    <a:cubicBezTo>
                      <a:pt x="655" y="472"/>
                      <a:pt x="657" y="472"/>
                      <a:pt x="658" y="472"/>
                    </a:cubicBezTo>
                    <a:cubicBezTo>
                      <a:pt x="658" y="475"/>
                      <a:pt x="661" y="474"/>
                      <a:pt x="662" y="475"/>
                    </a:cubicBezTo>
                    <a:cubicBezTo>
                      <a:pt x="662" y="475"/>
                      <a:pt x="661" y="477"/>
                      <a:pt x="662" y="477"/>
                    </a:cubicBezTo>
                    <a:cubicBezTo>
                      <a:pt x="662" y="478"/>
                      <a:pt x="662" y="477"/>
                      <a:pt x="663" y="477"/>
                    </a:cubicBezTo>
                    <a:cubicBezTo>
                      <a:pt x="663" y="477"/>
                      <a:pt x="664" y="477"/>
                      <a:pt x="664" y="477"/>
                    </a:cubicBezTo>
                    <a:cubicBezTo>
                      <a:pt x="665" y="478"/>
                      <a:pt x="664" y="481"/>
                      <a:pt x="667" y="480"/>
                    </a:cubicBezTo>
                    <a:cubicBezTo>
                      <a:pt x="667" y="493"/>
                      <a:pt x="667" y="506"/>
                      <a:pt x="667" y="519"/>
                    </a:cubicBezTo>
                    <a:cubicBezTo>
                      <a:pt x="664" y="518"/>
                      <a:pt x="664" y="520"/>
                      <a:pt x="664" y="521"/>
                    </a:cubicBezTo>
                    <a:cubicBezTo>
                      <a:pt x="664" y="523"/>
                      <a:pt x="664" y="525"/>
                      <a:pt x="662" y="524"/>
                    </a:cubicBezTo>
                    <a:cubicBezTo>
                      <a:pt x="661" y="528"/>
                      <a:pt x="660" y="532"/>
                      <a:pt x="660" y="536"/>
                    </a:cubicBezTo>
                    <a:cubicBezTo>
                      <a:pt x="660" y="539"/>
                      <a:pt x="663" y="544"/>
                      <a:pt x="662" y="549"/>
                    </a:cubicBezTo>
                    <a:cubicBezTo>
                      <a:pt x="662" y="549"/>
                      <a:pt x="661" y="550"/>
                      <a:pt x="660" y="550"/>
                    </a:cubicBezTo>
                    <a:cubicBezTo>
                      <a:pt x="660" y="551"/>
                      <a:pt x="661" y="552"/>
                      <a:pt x="660" y="553"/>
                    </a:cubicBezTo>
                    <a:cubicBezTo>
                      <a:pt x="660" y="554"/>
                      <a:pt x="656" y="554"/>
                      <a:pt x="658" y="559"/>
                    </a:cubicBezTo>
                    <a:cubicBezTo>
                      <a:pt x="655" y="560"/>
                      <a:pt x="654" y="562"/>
                      <a:pt x="652" y="563"/>
                    </a:cubicBezTo>
                    <a:cubicBezTo>
                      <a:pt x="651" y="564"/>
                      <a:pt x="652" y="566"/>
                      <a:pt x="652" y="567"/>
                    </a:cubicBezTo>
                    <a:cubicBezTo>
                      <a:pt x="651" y="567"/>
                      <a:pt x="651" y="567"/>
                      <a:pt x="650" y="567"/>
                    </a:cubicBezTo>
                    <a:cubicBezTo>
                      <a:pt x="650" y="567"/>
                      <a:pt x="649" y="566"/>
                      <a:pt x="649" y="567"/>
                    </a:cubicBezTo>
                    <a:cubicBezTo>
                      <a:pt x="649" y="567"/>
                      <a:pt x="649" y="569"/>
                      <a:pt x="649" y="569"/>
                    </a:cubicBezTo>
                    <a:cubicBezTo>
                      <a:pt x="648" y="570"/>
                      <a:pt x="644" y="569"/>
                      <a:pt x="644" y="572"/>
                    </a:cubicBezTo>
                    <a:cubicBezTo>
                      <a:pt x="644" y="573"/>
                      <a:pt x="641" y="573"/>
                      <a:pt x="639" y="574"/>
                    </a:cubicBezTo>
                    <a:cubicBezTo>
                      <a:pt x="638" y="575"/>
                      <a:pt x="637" y="577"/>
                      <a:pt x="636" y="577"/>
                    </a:cubicBezTo>
                    <a:cubicBezTo>
                      <a:pt x="636" y="577"/>
                      <a:pt x="636" y="576"/>
                      <a:pt x="635" y="576"/>
                    </a:cubicBezTo>
                    <a:cubicBezTo>
                      <a:pt x="635" y="576"/>
                      <a:pt x="634" y="575"/>
                      <a:pt x="634" y="575"/>
                    </a:cubicBezTo>
                    <a:cubicBezTo>
                      <a:pt x="634" y="575"/>
                      <a:pt x="633" y="577"/>
                      <a:pt x="633" y="577"/>
                    </a:cubicBezTo>
                    <a:cubicBezTo>
                      <a:pt x="631" y="577"/>
                      <a:pt x="630" y="577"/>
                      <a:pt x="630" y="579"/>
                    </a:cubicBezTo>
                    <a:cubicBezTo>
                      <a:pt x="625" y="577"/>
                      <a:pt x="622" y="583"/>
                      <a:pt x="620" y="584"/>
                    </a:cubicBezTo>
                    <a:cubicBezTo>
                      <a:pt x="620" y="584"/>
                      <a:pt x="619" y="584"/>
                      <a:pt x="619" y="584"/>
                    </a:cubicBezTo>
                    <a:cubicBezTo>
                      <a:pt x="618" y="584"/>
                      <a:pt x="618" y="584"/>
                      <a:pt x="618" y="584"/>
                    </a:cubicBezTo>
                    <a:cubicBezTo>
                      <a:pt x="617" y="585"/>
                      <a:pt x="616" y="586"/>
                      <a:pt x="615" y="587"/>
                    </a:cubicBezTo>
                    <a:cubicBezTo>
                      <a:pt x="614" y="587"/>
                      <a:pt x="613" y="589"/>
                      <a:pt x="613" y="589"/>
                    </a:cubicBezTo>
                    <a:cubicBezTo>
                      <a:pt x="612" y="590"/>
                      <a:pt x="615" y="593"/>
                      <a:pt x="611" y="592"/>
                    </a:cubicBezTo>
                    <a:cubicBezTo>
                      <a:pt x="612" y="598"/>
                      <a:pt x="609" y="600"/>
                      <a:pt x="610" y="606"/>
                    </a:cubicBezTo>
                    <a:cubicBezTo>
                      <a:pt x="607" y="605"/>
                      <a:pt x="608" y="608"/>
                      <a:pt x="607" y="609"/>
                    </a:cubicBezTo>
                    <a:cubicBezTo>
                      <a:pt x="605" y="609"/>
                      <a:pt x="605" y="609"/>
                      <a:pt x="605" y="609"/>
                    </a:cubicBezTo>
                    <a:cubicBezTo>
                      <a:pt x="605" y="610"/>
                      <a:pt x="607" y="612"/>
                      <a:pt x="605" y="612"/>
                    </a:cubicBezTo>
                    <a:cubicBezTo>
                      <a:pt x="603" y="612"/>
                      <a:pt x="603" y="617"/>
                      <a:pt x="600" y="617"/>
                    </a:cubicBezTo>
                    <a:cubicBezTo>
                      <a:pt x="597" y="619"/>
                      <a:pt x="597" y="619"/>
                      <a:pt x="597" y="619"/>
                    </a:cubicBezTo>
                    <a:cubicBezTo>
                      <a:pt x="596" y="621"/>
                      <a:pt x="594" y="625"/>
                      <a:pt x="591" y="627"/>
                    </a:cubicBezTo>
                    <a:cubicBezTo>
                      <a:pt x="591" y="629"/>
                      <a:pt x="591" y="630"/>
                      <a:pt x="591" y="632"/>
                    </a:cubicBezTo>
                    <a:cubicBezTo>
                      <a:pt x="589" y="633"/>
                      <a:pt x="587" y="634"/>
                      <a:pt x="587" y="637"/>
                    </a:cubicBezTo>
                    <a:cubicBezTo>
                      <a:pt x="585" y="637"/>
                      <a:pt x="583" y="637"/>
                      <a:pt x="581" y="637"/>
                    </a:cubicBezTo>
                    <a:cubicBezTo>
                      <a:pt x="581" y="638"/>
                      <a:pt x="583" y="638"/>
                      <a:pt x="584" y="638"/>
                    </a:cubicBezTo>
                    <a:cubicBezTo>
                      <a:pt x="583" y="640"/>
                      <a:pt x="581" y="639"/>
                      <a:pt x="580" y="640"/>
                    </a:cubicBezTo>
                    <a:cubicBezTo>
                      <a:pt x="578" y="640"/>
                      <a:pt x="577" y="642"/>
                      <a:pt x="577" y="645"/>
                    </a:cubicBezTo>
                    <a:cubicBezTo>
                      <a:pt x="576" y="643"/>
                      <a:pt x="575" y="644"/>
                      <a:pt x="575" y="646"/>
                    </a:cubicBezTo>
                    <a:cubicBezTo>
                      <a:pt x="573" y="646"/>
                      <a:pt x="574" y="644"/>
                      <a:pt x="573" y="643"/>
                    </a:cubicBezTo>
                    <a:cubicBezTo>
                      <a:pt x="572" y="644"/>
                      <a:pt x="570" y="644"/>
                      <a:pt x="570" y="642"/>
                    </a:cubicBezTo>
                    <a:cubicBezTo>
                      <a:pt x="568" y="643"/>
                      <a:pt x="568" y="645"/>
                      <a:pt x="566" y="645"/>
                    </a:cubicBezTo>
                    <a:cubicBezTo>
                      <a:pt x="565" y="648"/>
                      <a:pt x="568" y="648"/>
                      <a:pt x="568" y="651"/>
                    </a:cubicBezTo>
                    <a:cubicBezTo>
                      <a:pt x="569" y="654"/>
                      <a:pt x="564" y="656"/>
                      <a:pt x="567" y="659"/>
                    </a:cubicBezTo>
                    <a:cubicBezTo>
                      <a:pt x="567" y="660"/>
                      <a:pt x="565" y="660"/>
                      <a:pt x="563" y="660"/>
                    </a:cubicBezTo>
                    <a:cubicBezTo>
                      <a:pt x="562" y="660"/>
                      <a:pt x="560" y="660"/>
                      <a:pt x="560" y="661"/>
                    </a:cubicBezTo>
                    <a:cubicBezTo>
                      <a:pt x="558" y="661"/>
                      <a:pt x="559" y="663"/>
                      <a:pt x="558" y="664"/>
                    </a:cubicBezTo>
                    <a:cubicBezTo>
                      <a:pt x="557" y="665"/>
                      <a:pt x="552" y="663"/>
                      <a:pt x="553" y="667"/>
                    </a:cubicBezTo>
                    <a:cubicBezTo>
                      <a:pt x="550" y="665"/>
                      <a:pt x="542" y="665"/>
                      <a:pt x="541" y="669"/>
                    </a:cubicBezTo>
                    <a:cubicBezTo>
                      <a:pt x="541" y="670"/>
                      <a:pt x="542" y="669"/>
                      <a:pt x="542" y="669"/>
                    </a:cubicBezTo>
                    <a:cubicBezTo>
                      <a:pt x="545" y="669"/>
                      <a:pt x="541" y="672"/>
                      <a:pt x="539" y="671"/>
                    </a:cubicBezTo>
                    <a:cubicBezTo>
                      <a:pt x="540" y="674"/>
                      <a:pt x="535" y="678"/>
                      <a:pt x="538" y="679"/>
                    </a:cubicBezTo>
                    <a:cubicBezTo>
                      <a:pt x="538" y="679"/>
                      <a:pt x="536" y="680"/>
                      <a:pt x="536" y="680"/>
                    </a:cubicBezTo>
                    <a:cubicBezTo>
                      <a:pt x="535" y="680"/>
                      <a:pt x="534" y="679"/>
                      <a:pt x="534" y="679"/>
                    </a:cubicBezTo>
                    <a:cubicBezTo>
                      <a:pt x="533" y="679"/>
                      <a:pt x="530" y="682"/>
                      <a:pt x="531" y="677"/>
                    </a:cubicBezTo>
                    <a:cubicBezTo>
                      <a:pt x="529" y="678"/>
                      <a:pt x="529" y="681"/>
                      <a:pt x="528" y="679"/>
                    </a:cubicBezTo>
                    <a:cubicBezTo>
                      <a:pt x="526" y="679"/>
                      <a:pt x="529" y="686"/>
                      <a:pt x="529" y="689"/>
                    </a:cubicBezTo>
                    <a:cubicBezTo>
                      <a:pt x="530" y="692"/>
                      <a:pt x="527" y="691"/>
                      <a:pt x="527" y="694"/>
                    </a:cubicBezTo>
                    <a:cubicBezTo>
                      <a:pt x="526" y="695"/>
                      <a:pt x="527" y="698"/>
                      <a:pt x="523" y="698"/>
                    </a:cubicBezTo>
                    <a:cubicBezTo>
                      <a:pt x="523" y="699"/>
                      <a:pt x="525" y="700"/>
                      <a:pt x="525" y="700"/>
                    </a:cubicBezTo>
                    <a:cubicBezTo>
                      <a:pt x="526" y="701"/>
                      <a:pt x="525" y="701"/>
                      <a:pt x="524" y="700"/>
                    </a:cubicBezTo>
                    <a:cubicBezTo>
                      <a:pt x="524" y="700"/>
                      <a:pt x="523" y="700"/>
                      <a:pt x="523" y="700"/>
                    </a:cubicBezTo>
                    <a:cubicBezTo>
                      <a:pt x="522" y="701"/>
                      <a:pt x="522" y="704"/>
                      <a:pt x="523" y="704"/>
                    </a:cubicBezTo>
                    <a:cubicBezTo>
                      <a:pt x="522" y="705"/>
                      <a:pt x="522" y="704"/>
                      <a:pt x="520" y="704"/>
                    </a:cubicBezTo>
                    <a:cubicBezTo>
                      <a:pt x="521" y="704"/>
                      <a:pt x="520" y="706"/>
                      <a:pt x="519" y="705"/>
                    </a:cubicBezTo>
                    <a:cubicBezTo>
                      <a:pt x="517" y="702"/>
                      <a:pt x="520" y="706"/>
                      <a:pt x="518" y="708"/>
                    </a:cubicBezTo>
                    <a:cubicBezTo>
                      <a:pt x="517" y="709"/>
                      <a:pt x="516" y="708"/>
                      <a:pt x="516" y="708"/>
                    </a:cubicBezTo>
                    <a:cubicBezTo>
                      <a:pt x="515" y="708"/>
                      <a:pt x="514" y="708"/>
                      <a:pt x="513" y="709"/>
                    </a:cubicBezTo>
                    <a:cubicBezTo>
                      <a:pt x="511" y="712"/>
                      <a:pt x="519" y="712"/>
                      <a:pt x="514" y="714"/>
                    </a:cubicBezTo>
                    <a:cubicBezTo>
                      <a:pt x="514" y="715"/>
                      <a:pt x="516" y="715"/>
                      <a:pt x="518" y="715"/>
                    </a:cubicBezTo>
                    <a:cubicBezTo>
                      <a:pt x="518" y="718"/>
                      <a:pt x="518" y="719"/>
                      <a:pt x="520" y="719"/>
                    </a:cubicBezTo>
                    <a:cubicBezTo>
                      <a:pt x="523" y="722"/>
                      <a:pt x="518" y="723"/>
                      <a:pt x="518" y="724"/>
                    </a:cubicBezTo>
                    <a:cubicBezTo>
                      <a:pt x="518" y="725"/>
                      <a:pt x="519" y="726"/>
                      <a:pt x="519" y="725"/>
                    </a:cubicBezTo>
                    <a:cubicBezTo>
                      <a:pt x="518" y="726"/>
                      <a:pt x="518" y="726"/>
                      <a:pt x="518" y="726"/>
                    </a:cubicBezTo>
                    <a:cubicBezTo>
                      <a:pt x="518" y="725"/>
                      <a:pt x="518" y="725"/>
                      <a:pt x="518" y="725"/>
                    </a:cubicBezTo>
                    <a:cubicBezTo>
                      <a:pt x="516" y="725"/>
                      <a:pt x="517" y="728"/>
                      <a:pt x="513" y="728"/>
                    </a:cubicBezTo>
                    <a:cubicBezTo>
                      <a:pt x="515" y="730"/>
                      <a:pt x="514" y="731"/>
                      <a:pt x="510" y="730"/>
                    </a:cubicBezTo>
                    <a:cubicBezTo>
                      <a:pt x="511" y="734"/>
                      <a:pt x="509" y="733"/>
                      <a:pt x="509" y="737"/>
                    </a:cubicBezTo>
                    <a:cubicBezTo>
                      <a:pt x="504" y="737"/>
                      <a:pt x="510" y="742"/>
                      <a:pt x="505" y="739"/>
                    </a:cubicBezTo>
                    <a:cubicBezTo>
                      <a:pt x="506" y="742"/>
                      <a:pt x="504" y="744"/>
                      <a:pt x="505" y="748"/>
                    </a:cubicBezTo>
                    <a:cubicBezTo>
                      <a:pt x="505" y="748"/>
                      <a:pt x="507" y="749"/>
                      <a:pt x="507" y="749"/>
                    </a:cubicBezTo>
                    <a:cubicBezTo>
                      <a:pt x="507" y="751"/>
                      <a:pt x="504" y="751"/>
                      <a:pt x="507" y="754"/>
                    </a:cubicBezTo>
                    <a:cubicBezTo>
                      <a:pt x="508" y="756"/>
                      <a:pt x="506" y="757"/>
                      <a:pt x="508" y="760"/>
                    </a:cubicBezTo>
                    <a:cubicBezTo>
                      <a:pt x="509" y="763"/>
                      <a:pt x="512" y="764"/>
                      <a:pt x="513" y="767"/>
                    </a:cubicBezTo>
                    <a:cubicBezTo>
                      <a:pt x="514" y="768"/>
                      <a:pt x="516" y="767"/>
                      <a:pt x="517" y="767"/>
                    </a:cubicBezTo>
                    <a:cubicBezTo>
                      <a:pt x="518" y="767"/>
                      <a:pt x="519" y="766"/>
                      <a:pt x="520" y="768"/>
                    </a:cubicBezTo>
                    <a:cubicBezTo>
                      <a:pt x="521" y="771"/>
                      <a:pt x="519" y="771"/>
                      <a:pt x="517" y="770"/>
                    </a:cubicBezTo>
                    <a:cubicBezTo>
                      <a:pt x="516" y="770"/>
                      <a:pt x="515" y="770"/>
                      <a:pt x="514" y="770"/>
                    </a:cubicBezTo>
                    <a:cubicBezTo>
                      <a:pt x="509" y="772"/>
                      <a:pt x="503" y="774"/>
                      <a:pt x="499" y="773"/>
                    </a:cubicBezTo>
                    <a:cubicBezTo>
                      <a:pt x="499" y="770"/>
                      <a:pt x="499" y="770"/>
                      <a:pt x="499" y="770"/>
                    </a:cubicBezTo>
                    <a:cubicBezTo>
                      <a:pt x="493" y="772"/>
                      <a:pt x="492" y="768"/>
                      <a:pt x="488" y="768"/>
                    </a:cubicBezTo>
                    <a:cubicBezTo>
                      <a:pt x="488" y="767"/>
                      <a:pt x="488" y="765"/>
                      <a:pt x="488" y="764"/>
                    </a:cubicBezTo>
                    <a:cubicBezTo>
                      <a:pt x="487" y="761"/>
                      <a:pt x="483" y="763"/>
                      <a:pt x="483" y="760"/>
                    </a:cubicBezTo>
                    <a:cubicBezTo>
                      <a:pt x="483" y="759"/>
                      <a:pt x="481" y="759"/>
                      <a:pt x="481" y="758"/>
                    </a:cubicBezTo>
                    <a:cubicBezTo>
                      <a:pt x="481" y="757"/>
                      <a:pt x="480" y="757"/>
                      <a:pt x="480" y="757"/>
                    </a:cubicBezTo>
                    <a:cubicBezTo>
                      <a:pt x="480" y="756"/>
                      <a:pt x="483" y="753"/>
                      <a:pt x="480" y="753"/>
                    </a:cubicBezTo>
                    <a:cubicBezTo>
                      <a:pt x="478" y="753"/>
                      <a:pt x="480" y="751"/>
                      <a:pt x="480" y="750"/>
                    </a:cubicBezTo>
                    <a:cubicBezTo>
                      <a:pt x="480" y="749"/>
                      <a:pt x="478" y="749"/>
                      <a:pt x="478" y="748"/>
                    </a:cubicBezTo>
                    <a:cubicBezTo>
                      <a:pt x="477" y="747"/>
                      <a:pt x="479" y="746"/>
                      <a:pt x="479" y="745"/>
                    </a:cubicBezTo>
                    <a:cubicBezTo>
                      <a:pt x="479" y="745"/>
                      <a:pt x="478" y="745"/>
                      <a:pt x="478" y="744"/>
                    </a:cubicBezTo>
                    <a:cubicBezTo>
                      <a:pt x="477" y="743"/>
                      <a:pt x="476" y="741"/>
                      <a:pt x="475" y="740"/>
                    </a:cubicBezTo>
                    <a:cubicBezTo>
                      <a:pt x="474" y="738"/>
                      <a:pt x="477" y="738"/>
                      <a:pt x="476" y="737"/>
                    </a:cubicBezTo>
                    <a:cubicBezTo>
                      <a:pt x="476" y="736"/>
                      <a:pt x="474" y="735"/>
                      <a:pt x="474" y="735"/>
                    </a:cubicBezTo>
                    <a:cubicBezTo>
                      <a:pt x="474" y="734"/>
                      <a:pt x="479" y="733"/>
                      <a:pt x="475" y="731"/>
                    </a:cubicBezTo>
                    <a:cubicBezTo>
                      <a:pt x="475" y="730"/>
                      <a:pt x="477" y="730"/>
                      <a:pt x="478" y="730"/>
                    </a:cubicBezTo>
                    <a:cubicBezTo>
                      <a:pt x="478" y="727"/>
                      <a:pt x="478" y="724"/>
                      <a:pt x="478" y="721"/>
                    </a:cubicBezTo>
                    <a:cubicBezTo>
                      <a:pt x="477" y="720"/>
                      <a:pt x="475" y="720"/>
                      <a:pt x="474" y="719"/>
                    </a:cubicBezTo>
                    <a:cubicBezTo>
                      <a:pt x="475" y="715"/>
                      <a:pt x="478" y="712"/>
                      <a:pt x="476" y="708"/>
                    </a:cubicBezTo>
                    <a:cubicBezTo>
                      <a:pt x="478" y="708"/>
                      <a:pt x="479" y="708"/>
                      <a:pt x="480" y="707"/>
                    </a:cubicBezTo>
                    <a:cubicBezTo>
                      <a:pt x="481" y="707"/>
                      <a:pt x="481" y="706"/>
                      <a:pt x="483" y="706"/>
                    </a:cubicBezTo>
                    <a:cubicBezTo>
                      <a:pt x="483" y="703"/>
                      <a:pt x="483" y="699"/>
                      <a:pt x="483" y="695"/>
                    </a:cubicBezTo>
                    <a:cubicBezTo>
                      <a:pt x="489" y="695"/>
                      <a:pt x="486" y="687"/>
                      <a:pt x="489" y="684"/>
                    </a:cubicBezTo>
                    <a:cubicBezTo>
                      <a:pt x="488" y="684"/>
                      <a:pt x="487" y="685"/>
                      <a:pt x="486" y="684"/>
                    </a:cubicBezTo>
                    <a:cubicBezTo>
                      <a:pt x="484" y="685"/>
                      <a:pt x="483" y="687"/>
                      <a:pt x="483" y="691"/>
                    </a:cubicBezTo>
                    <a:cubicBezTo>
                      <a:pt x="481" y="690"/>
                      <a:pt x="479" y="689"/>
                      <a:pt x="479" y="686"/>
                    </a:cubicBezTo>
                    <a:cubicBezTo>
                      <a:pt x="477" y="684"/>
                      <a:pt x="482" y="682"/>
                      <a:pt x="481" y="681"/>
                    </a:cubicBezTo>
                    <a:cubicBezTo>
                      <a:pt x="480" y="680"/>
                      <a:pt x="480" y="680"/>
                      <a:pt x="481" y="681"/>
                    </a:cubicBezTo>
                    <a:cubicBezTo>
                      <a:pt x="482" y="681"/>
                      <a:pt x="483" y="681"/>
                      <a:pt x="484" y="680"/>
                    </a:cubicBezTo>
                    <a:cubicBezTo>
                      <a:pt x="485" y="673"/>
                      <a:pt x="482" y="668"/>
                      <a:pt x="483" y="662"/>
                    </a:cubicBezTo>
                    <a:cubicBezTo>
                      <a:pt x="485" y="662"/>
                      <a:pt x="485" y="662"/>
                      <a:pt x="485" y="662"/>
                    </a:cubicBezTo>
                    <a:cubicBezTo>
                      <a:pt x="484" y="656"/>
                      <a:pt x="485" y="656"/>
                      <a:pt x="485" y="648"/>
                    </a:cubicBezTo>
                    <a:cubicBezTo>
                      <a:pt x="488" y="645"/>
                      <a:pt x="492" y="641"/>
                      <a:pt x="490" y="636"/>
                    </a:cubicBezTo>
                    <a:cubicBezTo>
                      <a:pt x="493" y="638"/>
                      <a:pt x="493" y="636"/>
                      <a:pt x="493" y="634"/>
                    </a:cubicBezTo>
                    <a:cubicBezTo>
                      <a:pt x="493" y="632"/>
                      <a:pt x="493" y="629"/>
                      <a:pt x="495" y="632"/>
                    </a:cubicBezTo>
                    <a:cubicBezTo>
                      <a:pt x="495" y="629"/>
                      <a:pt x="495" y="627"/>
                      <a:pt x="494" y="623"/>
                    </a:cubicBezTo>
                    <a:cubicBezTo>
                      <a:pt x="494" y="622"/>
                      <a:pt x="492" y="620"/>
                      <a:pt x="491" y="618"/>
                    </a:cubicBezTo>
                    <a:cubicBezTo>
                      <a:pt x="491" y="616"/>
                      <a:pt x="492" y="616"/>
                      <a:pt x="493" y="614"/>
                    </a:cubicBezTo>
                    <a:cubicBezTo>
                      <a:pt x="493" y="612"/>
                      <a:pt x="492" y="608"/>
                      <a:pt x="495" y="611"/>
                    </a:cubicBezTo>
                    <a:cubicBezTo>
                      <a:pt x="495" y="607"/>
                      <a:pt x="495" y="604"/>
                      <a:pt x="497" y="601"/>
                    </a:cubicBezTo>
                    <a:cubicBezTo>
                      <a:pt x="497" y="598"/>
                      <a:pt x="497" y="599"/>
                      <a:pt x="497" y="597"/>
                    </a:cubicBezTo>
                    <a:cubicBezTo>
                      <a:pt x="496" y="596"/>
                      <a:pt x="499" y="592"/>
                      <a:pt x="498" y="591"/>
                    </a:cubicBezTo>
                    <a:cubicBezTo>
                      <a:pt x="497" y="590"/>
                      <a:pt x="497" y="589"/>
                      <a:pt x="498" y="587"/>
                    </a:cubicBezTo>
                    <a:cubicBezTo>
                      <a:pt x="498" y="585"/>
                      <a:pt x="498" y="583"/>
                      <a:pt x="498" y="582"/>
                    </a:cubicBezTo>
                    <a:cubicBezTo>
                      <a:pt x="498" y="580"/>
                      <a:pt x="499" y="580"/>
                      <a:pt x="499" y="578"/>
                    </a:cubicBezTo>
                    <a:cubicBezTo>
                      <a:pt x="499" y="573"/>
                      <a:pt x="498" y="569"/>
                      <a:pt x="499" y="564"/>
                    </a:cubicBezTo>
                    <a:cubicBezTo>
                      <a:pt x="499" y="562"/>
                      <a:pt x="500" y="562"/>
                      <a:pt x="500" y="560"/>
                    </a:cubicBezTo>
                    <a:cubicBezTo>
                      <a:pt x="500" y="556"/>
                      <a:pt x="496" y="553"/>
                      <a:pt x="497" y="549"/>
                    </a:cubicBezTo>
                    <a:cubicBezTo>
                      <a:pt x="496" y="548"/>
                      <a:pt x="496" y="548"/>
                      <a:pt x="495" y="549"/>
                    </a:cubicBezTo>
                    <a:cubicBezTo>
                      <a:pt x="494" y="549"/>
                      <a:pt x="494" y="549"/>
                      <a:pt x="493" y="549"/>
                    </a:cubicBezTo>
                    <a:cubicBezTo>
                      <a:pt x="491" y="546"/>
                      <a:pt x="487" y="543"/>
                      <a:pt x="484" y="543"/>
                    </a:cubicBezTo>
                    <a:cubicBezTo>
                      <a:pt x="483" y="543"/>
                      <a:pt x="482" y="540"/>
                      <a:pt x="481" y="540"/>
                    </a:cubicBezTo>
                    <a:cubicBezTo>
                      <a:pt x="479" y="542"/>
                      <a:pt x="481" y="540"/>
                      <a:pt x="480" y="539"/>
                    </a:cubicBezTo>
                    <a:cubicBezTo>
                      <a:pt x="479" y="539"/>
                      <a:pt x="478" y="539"/>
                      <a:pt x="478" y="539"/>
                    </a:cubicBezTo>
                    <a:cubicBezTo>
                      <a:pt x="476" y="539"/>
                      <a:pt x="476" y="539"/>
                      <a:pt x="478" y="536"/>
                    </a:cubicBezTo>
                    <a:cubicBezTo>
                      <a:pt x="478" y="535"/>
                      <a:pt x="476" y="535"/>
                      <a:pt x="475" y="535"/>
                    </a:cubicBezTo>
                    <a:cubicBezTo>
                      <a:pt x="474" y="535"/>
                      <a:pt x="473" y="536"/>
                      <a:pt x="473" y="535"/>
                    </a:cubicBezTo>
                    <a:cubicBezTo>
                      <a:pt x="472" y="535"/>
                      <a:pt x="473" y="533"/>
                      <a:pt x="473" y="533"/>
                    </a:cubicBezTo>
                    <a:cubicBezTo>
                      <a:pt x="472" y="532"/>
                      <a:pt x="471" y="532"/>
                      <a:pt x="470" y="531"/>
                    </a:cubicBezTo>
                    <a:cubicBezTo>
                      <a:pt x="469" y="530"/>
                      <a:pt x="467" y="526"/>
                      <a:pt x="466" y="523"/>
                    </a:cubicBezTo>
                    <a:cubicBezTo>
                      <a:pt x="466" y="521"/>
                      <a:pt x="464" y="522"/>
                      <a:pt x="464" y="521"/>
                    </a:cubicBezTo>
                    <a:cubicBezTo>
                      <a:pt x="463" y="520"/>
                      <a:pt x="463" y="515"/>
                      <a:pt x="461" y="515"/>
                    </a:cubicBezTo>
                    <a:cubicBezTo>
                      <a:pt x="459" y="515"/>
                      <a:pt x="458" y="508"/>
                      <a:pt x="456" y="505"/>
                    </a:cubicBezTo>
                    <a:cubicBezTo>
                      <a:pt x="455" y="503"/>
                      <a:pt x="453" y="500"/>
                      <a:pt x="451" y="497"/>
                    </a:cubicBezTo>
                    <a:cubicBezTo>
                      <a:pt x="450" y="496"/>
                      <a:pt x="449" y="496"/>
                      <a:pt x="449" y="495"/>
                    </a:cubicBezTo>
                    <a:cubicBezTo>
                      <a:pt x="448" y="494"/>
                      <a:pt x="449" y="493"/>
                      <a:pt x="449" y="492"/>
                    </a:cubicBezTo>
                    <a:cubicBezTo>
                      <a:pt x="448" y="491"/>
                      <a:pt x="447" y="492"/>
                      <a:pt x="446" y="491"/>
                    </a:cubicBezTo>
                    <a:cubicBezTo>
                      <a:pt x="446" y="491"/>
                      <a:pt x="444" y="482"/>
                      <a:pt x="444" y="489"/>
                    </a:cubicBezTo>
                    <a:cubicBezTo>
                      <a:pt x="441" y="487"/>
                      <a:pt x="443" y="481"/>
                      <a:pt x="442" y="477"/>
                    </a:cubicBezTo>
                    <a:cubicBezTo>
                      <a:pt x="446" y="478"/>
                      <a:pt x="445" y="474"/>
                      <a:pt x="447" y="472"/>
                    </a:cubicBezTo>
                    <a:cubicBezTo>
                      <a:pt x="448" y="469"/>
                      <a:pt x="445" y="470"/>
                      <a:pt x="444" y="469"/>
                    </a:cubicBezTo>
                    <a:cubicBezTo>
                      <a:pt x="443" y="464"/>
                      <a:pt x="446" y="463"/>
                      <a:pt x="445" y="458"/>
                    </a:cubicBezTo>
                    <a:cubicBezTo>
                      <a:pt x="446" y="458"/>
                      <a:pt x="447" y="457"/>
                      <a:pt x="449" y="457"/>
                    </a:cubicBezTo>
                    <a:cubicBezTo>
                      <a:pt x="449" y="456"/>
                      <a:pt x="448" y="454"/>
                      <a:pt x="449" y="453"/>
                    </a:cubicBezTo>
                    <a:cubicBezTo>
                      <a:pt x="449" y="453"/>
                      <a:pt x="449" y="453"/>
                      <a:pt x="450" y="453"/>
                    </a:cubicBezTo>
                    <a:cubicBezTo>
                      <a:pt x="450" y="454"/>
                      <a:pt x="451" y="454"/>
                      <a:pt x="451" y="453"/>
                    </a:cubicBezTo>
                    <a:cubicBezTo>
                      <a:pt x="451" y="452"/>
                      <a:pt x="451" y="452"/>
                      <a:pt x="451" y="452"/>
                    </a:cubicBezTo>
                    <a:cubicBezTo>
                      <a:pt x="451" y="452"/>
                      <a:pt x="454" y="450"/>
                      <a:pt x="454" y="450"/>
                    </a:cubicBezTo>
                    <a:cubicBezTo>
                      <a:pt x="452" y="450"/>
                      <a:pt x="452" y="450"/>
                      <a:pt x="452" y="450"/>
                    </a:cubicBezTo>
                    <a:cubicBezTo>
                      <a:pt x="452" y="450"/>
                      <a:pt x="453" y="447"/>
                      <a:pt x="454" y="448"/>
                    </a:cubicBezTo>
                    <a:cubicBezTo>
                      <a:pt x="456" y="452"/>
                      <a:pt x="455" y="446"/>
                      <a:pt x="457" y="446"/>
                    </a:cubicBezTo>
                    <a:cubicBezTo>
                      <a:pt x="460" y="446"/>
                      <a:pt x="458" y="443"/>
                      <a:pt x="460" y="441"/>
                    </a:cubicBezTo>
                    <a:cubicBezTo>
                      <a:pt x="460" y="441"/>
                      <a:pt x="466" y="436"/>
                      <a:pt x="462" y="433"/>
                    </a:cubicBezTo>
                    <a:cubicBezTo>
                      <a:pt x="461" y="432"/>
                      <a:pt x="463" y="433"/>
                      <a:pt x="462" y="431"/>
                    </a:cubicBezTo>
                    <a:cubicBezTo>
                      <a:pt x="462" y="428"/>
                      <a:pt x="460" y="419"/>
                      <a:pt x="461" y="416"/>
                    </a:cubicBezTo>
                    <a:cubicBezTo>
                      <a:pt x="458" y="416"/>
                      <a:pt x="457" y="415"/>
                      <a:pt x="455" y="414"/>
                    </a:cubicBezTo>
                    <a:cubicBezTo>
                      <a:pt x="454" y="413"/>
                      <a:pt x="452" y="412"/>
                      <a:pt x="449" y="413"/>
                    </a:cubicBezTo>
                    <a:cubicBezTo>
                      <a:pt x="447" y="414"/>
                      <a:pt x="449" y="415"/>
                      <a:pt x="447" y="418"/>
                    </a:cubicBezTo>
                    <a:cubicBezTo>
                      <a:pt x="441" y="418"/>
                      <a:pt x="438" y="415"/>
                      <a:pt x="432" y="414"/>
                    </a:cubicBezTo>
                    <a:cubicBezTo>
                      <a:pt x="432" y="412"/>
                      <a:pt x="429" y="413"/>
                      <a:pt x="430" y="409"/>
                    </a:cubicBezTo>
                    <a:cubicBezTo>
                      <a:pt x="428" y="409"/>
                      <a:pt x="426" y="409"/>
                      <a:pt x="425" y="408"/>
                    </a:cubicBezTo>
                    <a:cubicBezTo>
                      <a:pt x="424" y="408"/>
                      <a:pt x="425" y="406"/>
                      <a:pt x="425" y="406"/>
                    </a:cubicBezTo>
                    <a:cubicBezTo>
                      <a:pt x="424" y="405"/>
                      <a:pt x="424" y="406"/>
                      <a:pt x="423" y="406"/>
                    </a:cubicBezTo>
                    <a:cubicBezTo>
                      <a:pt x="423" y="406"/>
                      <a:pt x="422" y="406"/>
                      <a:pt x="422" y="406"/>
                    </a:cubicBezTo>
                    <a:cubicBezTo>
                      <a:pt x="421" y="404"/>
                      <a:pt x="422" y="402"/>
                      <a:pt x="420" y="402"/>
                    </a:cubicBezTo>
                    <a:cubicBezTo>
                      <a:pt x="419" y="398"/>
                      <a:pt x="422" y="399"/>
                      <a:pt x="420" y="397"/>
                    </a:cubicBezTo>
                    <a:cubicBezTo>
                      <a:pt x="419" y="395"/>
                      <a:pt x="418" y="396"/>
                      <a:pt x="418" y="397"/>
                    </a:cubicBezTo>
                    <a:cubicBezTo>
                      <a:pt x="416" y="395"/>
                      <a:pt x="416" y="393"/>
                      <a:pt x="412" y="393"/>
                    </a:cubicBezTo>
                    <a:cubicBezTo>
                      <a:pt x="414" y="389"/>
                      <a:pt x="408" y="392"/>
                      <a:pt x="409" y="388"/>
                    </a:cubicBezTo>
                    <a:cubicBezTo>
                      <a:pt x="408" y="388"/>
                      <a:pt x="401" y="387"/>
                      <a:pt x="403" y="388"/>
                    </a:cubicBezTo>
                    <a:cubicBezTo>
                      <a:pt x="402" y="387"/>
                      <a:pt x="403" y="386"/>
                      <a:pt x="402" y="385"/>
                    </a:cubicBezTo>
                    <a:cubicBezTo>
                      <a:pt x="402" y="385"/>
                      <a:pt x="401" y="385"/>
                      <a:pt x="401" y="385"/>
                    </a:cubicBezTo>
                    <a:cubicBezTo>
                      <a:pt x="400" y="385"/>
                      <a:pt x="400" y="386"/>
                      <a:pt x="399" y="385"/>
                    </a:cubicBezTo>
                    <a:cubicBezTo>
                      <a:pt x="398" y="385"/>
                      <a:pt x="396" y="383"/>
                      <a:pt x="392" y="384"/>
                    </a:cubicBezTo>
                    <a:cubicBezTo>
                      <a:pt x="393" y="380"/>
                      <a:pt x="389" y="382"/>
                      <a:pt x="387" y="380"/>
                    </a:cubicBezTo>
                    <a:cubicBezTo>
                      <a:pt x="386" y="380"/>
                      <a:pt x="387" y="378"/>
                      <a:pt x="387" y="378"/>
                    </a:cubicBezTo>
                    <a:cubicBezTo>
                      <a:pt x="387" y="378"/>
                      <a:pt x="386" y="378"/>
                      <a:pt x="386" y="378"/>
                    </a:cubicBezTo>
                    <a:cubicBezTo>
                      <a:pt x="385" y="378"/>
                      <a:pt x="384" y="378"/>
                      <a:pt x="384" y="378"/>
                    </a:cubicBezTo>
                    <a:cubicBezTo>
                      <a:pt x="384" y="377"/>
                      <a:pt x="385" y="376"/>
                      <a:pt x="384" y="375"/>
                    </a:cubicBezTo>
                    <a:cubicBezTo>
                      <a:pt x="384" y="375"/>
                      <a:pt x="384" y="375"/>
                      <a:pt x="383" y="375"/>
                    </a:cubicBezTo>
                    <a:cubicBezTo>
                      <a:pt x="382" y="375"/>
                      <a:pt x="382" y="376"/>
                      <a:pt x="382" y="375"/>
                    </a:cubicBezTo>
                    <a:cubicBezTo>
                      <a:pt x="381" y="375"/>
                      <a:pt x="382" y="373"/>
                      <a:pt x="382" y="373"/>
                    </a:cubicBezTo>
                    <a:cubicBezTo>
                      <a:pt x="381" y="372"/>
                      <a:pt x="381" y="374"/>
                      <a:pt x="380" y="374"/>
                    </a:cubicBezTo>
                    <a:cubicBezTo>
                      <a:pt x="380" y="374"/>
                      <a:pt x="377" y="372"/>
                      <a:pt x="377" y="372"/>
                    </a:cubicBezTo>
                    <a:cubicBezTo>
                      <a:pt x="376" y="373"/>
                      <a:pt x="375" y="372"/>
                      <a:pt x="374" y="372"/>
                    </a:cubicBezTo>
                    <a:cubicBezTo>
                      <a:pt x="374" y="372"/>
                      <a:pt x="374" y="372"/>
                      <a:pt x="373" y="372"/>
                    </a:cubicBezTo>
                    <a:cubicBezTo>
                      <a:pt x="371" y="372"/>
                      <a:pt x="369" y="374"/>
                      <a:pt x="367" y="374"/>
                    </a:cubicBezTo>
                    <a:cubicBezTo>
                      <a:pt x="364" y="374"/>
                      <a:pt x="363" y="373"/>
                      <a:pt x="362" y="373"/>
                    </a:cubicBezTo>
                    <a:cubicBezTo>
                      <a:pt x="360" y="373"/>
                      <a:pt x="360" y="373"/>
                      <a:pt x="359" y="373"/>
                    </a:cubicBezTo>
                    <a:cubicBezTo>
                      <a:pt x="359" y="374"/>
                      <a:pt x="358" y="374"/>
                      <a:pt x="357" y="373"/>
                    </a:cubicBezTo>
                    <a:cubicBezTo>
                      <a:pt x="355" y="372"/>
                      <a:pt x="354" y="373"/>
                      <a:pt x="350" y="372"/>
                    </a:cubicBezTo>
                    <a:cubicBezTo>
                      <a:pt x="350" y="371"/>
                      <a:pt x="350" y="369"/>
                      <a:pt x="349" y="369"/>
                    </a:cubicBezTo>
                    <a:cubicBezTo>
                      <a:pt x="349" y="369"/>
                      <a:pt x="348" y="369"/>
                      <a:pt x="348" y="369"/>
                    </a:cubicBezTo>
                    <a:cubicBezTo>
                      <a:pt x="347" y="369"/>
                      <a:pt x="347" y="369"/>
                      <a:pt x="346" y="369"/>
                    </a:cubicBezTo>
                    <a:cubicBezTo>
                      <a:pt x="345" y="369"/>
                      <a:pt x="339" y="368"/>
                      <a:pt x="343" y="365"/>
                    </a:cubicBezTo>
                    <a:cubicBezTo>
                      <a:pt x="341" y="365"/>
                      <a:pt x="340" y="365"/>
                      <a:pt x="339" y="364"/>
                    </a:cubicBezTo>
                    <a:cubicBezTo>
                      <a:pt x="338" y="363"/>
                      <a:pt x="337" y="363"/>
                      <a:pt x="335" y="363"/>
                    </a:cubicBezTo>
                    <a:cubicBezTo>
                      <a:pt x="334" y="362"/>
                      <a:pt x="334" y="361"/>
                      <a:pt x="334" y="359"/>
                    </a:cubicBezTo>
                    <a:cubicBezTo>
                      <a:pt x="329" y="358"/>
                      <a:pt x="327" y="354"/>
                      <a:pt x="321" y="354"/>
                    </a:cubicBezTo>
                    <a:cubicBezTo>
                      <a:pt x="320" y="350"/>
                      <a:pt x="318" y="348"/>
                      <a:pt x="319" y="341"/>
                    </a:cubicBezTo>
                    <a:cubicBezTo>
                      <a:pt x="318" y="337"/>
                      <a:pt x="312" y="339"/>
                      <a:pt x="315" y="334"/>
                    </a:cubicBezTo>
                    <a:cubicBezTo>
                      <a:pt x="313" y="334"/>
                      <a:pt x="313" y="334"/>
                      <a:pt x="312" y="335"/>
                    </a:cubicBezTo>
                    <a:cubicBezTo>
                      <a:pt x="311" y="335"/>
                      <a:pt x="312" y="333"/>
                      <a:pt x="311" y="333"/>
                    </a:cubicBezTo>
                    <a:cubicBezTo>
                      <a:pt x="310" y="331"/>
                      <a:pt x="307" y="331"/>
                      <a:pt x="307" y="329"/>
                    </a:cubicBezTo>
                    <a:cubicBezTo>
                      <a:pt x="307" y="327"/>
                      <a:pt x="305" y="328"/>
                      <a:pt x="304" y="328"/>
                    </a:cubicBezTo>
                    <a:cubicBezTo>
                      <a:pt x="303" y="327"/>
                      <a:pt x="305" y="326"/>
                      <a:pt x="305" y="325"/>
                    </a:cubicBezTo>
                    <a:cubicBezTo>
                      <a:pt x="304" y="323"/>
                      <a:pt x="304" y="323"/>
                      <a:pt x="304" y="323"/>
                    </a:cubicBezTo>
                    <a:cubicBezTo>
                      <a:pt x="303" y="322"/>
                      <a:pt x="303" y="323"/>
                      <a:pt x="302" y="323"/>
                    </a:cubicBezTo>
                    <a:cubicBezTo>
                      <a:pt x="302" y="323"/>
                      <a:pt x="301" y="323"/>
                      <a:pt x="301" y="323"/>
                    </a:cubicBezTo>
                    <a:cubicBezTo>
                      <a:pt x="300" y="322"/>
                      <a:pt x="301" y="320"/>
                      <a:pt x="300" y="319"/>
                    </a:cubicBezTo>
                    <a:cubicBezTo>
                      <a:pt x="297" y="316"/>
                      <a:pt x="293" y="315"/>
                      <a:pt x="292" y="310"/>
                    </a:cubicBezTo>
                    <a:cubicBezTo>
                      <a:pt x="291" y="309"/>
                      <a:pt x="290" y="309"/>
                      <a:pt x="290" y="309"/>
                    </a:cubicBezTo>
                    <a:cubicBezTo>
                      <a:pt x="289" y="310"/>
                      <a:pt x="288" y="310"/>
                      <a:pt x="287" y="309"/>
                    </a:cubicBezTo>
                    <a:cubicBezTo>
                      <a:pt x="288" y="306"/>
                      <a:pt x="285" y="306"/>
                      <a:pt x="285" y="305"/>
                    </a:cubicBezTo>
                    <a:cubicBezTo>
                      <a:pt x="284" y="303"/>
                      <a:pt x="285" y="299"/>
                      <a:pt x="281" y="299"/>
                    </a:cubicBezTo>
                    <a:cubicBezTo>
                      <a:pt x="281" y="293"/>
                      <a:pt x="279" y="290"/>
                      <a:pt x="275" y="289"/>
                    </a:cubicBezTo>
                    <a:cubicBezTo>
                      <a:pt x="273" y="290"/>
                      <a:pt x="273" y="291"/>
                      <a:pt x="272" y="292"/>
                    </a:cubicBezTo>
                    <a:cubicBezTo>
                      <a:pt x="271" y="295"/>
                      <a:pt x="275" y="296"/>
                      <a:pt x="276" y="297"/>
                    </a:cubicBezTo>
                    <a:cubicBezTo>
                      <a:pt x="276" y="298"/>
                      <a:pt x="275" y="300"/>
                      <a:pt x="276" y="300"/>
                    </a:cubicBezTo>
                    <a:cubicBezTo>
                      <a:pt x="277" y="300"/>
                      <a:pt x="277" y="300"/>
                      <a:pt x="277" y="300"/>
                    </a:cubicBezTo>
                    <a:cubicBezTo>
                      <a:pt x="278" y="302"/>
                      <a:pt x="276" y="305"/>
                      <a:pt x="278" y="305"/>
                    </a:cubicBezTo>
                    <a:cubicBezTo>
                      <a:pt x="280" y="305"/>
                      <a:pt x="279" y="308"/>
                      <a:pt x="281" y="311"/>
                    </a:cubicBezTo>
                    <a:cubicBezTo>
                      <a:pt x="281" y="312"/>
                      <a:pt x="282" y="311"/>
                      <a:pt x="282" y="312"/>
                    </a:cubicBezTo>
                    <a:cubicBezTo>
                      <a:pt x="282" y="315"/>
                      <a:pt x="286" y="314"/>
                      <a:pt x="285" y="319"/>
                    </a:cubicBezTo>
                    <a:cubicBezTo>
                      <a:pt x="285" y="320"/>
                      <a:pt x="287" y="320"/>
                      <a:pt x="288" y="320"/>
                    </a:cubicBezTo>
                    <a:cubicBezTo>
                      <a:pt x="287" y="322"/>
                      <a:pt x="290" y="322"/>
                      <a:pt x="290" y="323"/>
                    </a:cubicBezTo>
                    <a:cubicBezTo>
                      <a:pt x="290" y="324"/>
                      <a:pt x="288" y="325"/>
                      <a:pt x="288" y="325"/>
                    </a:cubicBezTo>
                    <a:cubicBezTo>
                      <a:pt x="289" y="327"/>
                      <a:pt x="292" y="326"/>
                      <a:pt x="291" y="330"/>
                    </a:cubicBezTo>
                    <a:cubicBezTo>
                      <a:pt x="289" y="329"/>
                      <a:pt x="289" y="327"/>
                      <a:pt x="285" y="328"/>
                    </a:cubicBezTo>
                    <a:cubicBezTo>
                      <a:pt x="286" y="323"/>
                      <a:pt x="282" y="324"/>
                      <a:pt x="282" y="320"/>
                    </a:cubicBezTo>
                    <a:cubicBezTo>
                      <a:pt x="282" y="318"/>
                      <a:pt x="280" y="318"/>
                      <a:pt x="278" y="316"/>
                    </a:cubicBezTo>
                    <a:cubicBezTo>
                      <a:pt x="277" y="315"/>
                      <a:pt x="277" y="314"/>
                      <a:pt x="276" y="312"/>
                    </a:cubicBezTo>
                    <a:cubicBezTo>
                      <a:pt x="273" y="312"/>
                      <a:pt x="272" y="312"/>
                      <a:pt x="271" y="310"/>
                    </a:cubicBezTo>
                    <a:cubicBezTo>
                      <a:pt x="271" y="307"/>
                      <a:pt x="272" y="308"/>
                      <a:pt x="273" y="309"/>
                    </a:cubicBezTo>
                    <a:cubicBezTo>
                      <a:pt x="275" y="303"/>
                      <a:pt x="269" y="305"/>
                      <a:pt x="269" y="300"/>
                    </a:cubicBezTo>
                    <a:cubicBezTo>
                      <a:pt x="267" y="299"/>
                      <a:pt x="266" y="297"/>
                      <a:pt x="263" y="297"/>
                    </a:cubicBezTo>
                    <a:cubicBezTo>
                      <a:pt x="263" y="294"/>
                      <a:pt x="265" y="294"/>
                      <a:pt x="263" y="291"/>
                    </a:cubicBezTo>
                    <a:cubicBezTo>
                      <a:pt x="263" y="291"/>
                      <a:pt x="262" y="290"/>
                      <a:pt x="262" y="290"/>
                    </a:cubicBezTo>
                    <a:cubicBezTo>
                      <a:pt x="261" y="287"/>
                      <a:pt x="262" y="283"/>
                      <a:pt x="256" y="284"/>
                    </a:cubicBezTo>
                    <a:cubicBezTo>
                      <a:pt x="257" y="282"/>
                      <a:pt x="257" y="281"/>
                      <a:pt x="256" y="280"/>
                    </a:cubicBezTo>
                    <a:cubicBezTo>
                      <a:pt x="254" y="277"/>
                      <a:pt x="254" y="277"/>
                      <a:pt x="254" y="277"/>
                    </a:cubicBezTo>
                    <a:cubicBezTo>
                      <a:pt x="254" y="277"/>
                      <a:pt x="253" y="277"/>
                      <a:pt x="253" y="277"/>
                    </a:cubicBezTo>
                    <a:cubicBezTo>
                      <a:pt x="252" y="277"/>
                      <a:pt x="251" y="278"/>
                      <a:pt x="251" y="277"/>
                    </a:cubicBezTo>
                    <a:cubicBezTo>
                      <a:pt x="250" y="276"/>
                      <a:pt x="253" y="276"/>
                      <a:pt x="253" y="276"/>
                    </a:cubicBezTo>
                    <a:cubicBezTo>
                      <a:pt x="252" y="273"/>
                      <a:pt x="245" y="272"/>
                      <a:pt x="242" y="271"/>
                    </a:cubicBezTo>
                    <a:cubicBezTo>
                      <a:pt x="241" y="270"/>
                      <a:pt x="241" y="269"/>
                      <a:pt x="240" y="268"/>
                    </a:cubicBezTo>
                    <a:cubicBezTo>
                      <a:pt x="240" y="267"/>
                      <a:pt x="239" y="266"/>
                      <a:pt x="238" y="265"/>
                    </a:cubicBezTo>
                    <a:cubicBezTo>
                      <a:pt x="237" y="264"/>
                      <a:pt x="237" y="260"/>
                      <a:pt x="235" y="257"/>
                    </a:cubicBezTo>
                    <a:cubicBezTo>
                      <a:pt x="235" y="257"/>
                      <a:pt x="233" y="256"/>
                      <a:pt x="233" y="256"/>
                    </a:cubicBezTo>
                    <a:cubicBezTo>
                      <a:pt x="232" y="254"/>
                      <a:pt x="234" y="251"/>
                      <a:pt x="230" y="252"/>
                    </a:cubicBezTo>
                    <a:cubicBezTo>
                      <a:pt x="231" y="247"/>
                      <a:pt x="228" y="244"/>
                      <a:pt x="225" y="241"/>
                    </a:cubicBezTo>
                    <a:cubicBezTo>
                      <a:pt x="224" y="239"/>
                      <a:pt x="224" y="236"/>
                      <a:pt x="222" y="237"/>
                    </a:cubicBezTo>
                    <a:cubicBezTo>
                      <a:pt x="223" y="222"/>
                      <a:pt x="221" y="214"/>
                      <a:pt x="222" y="195"/>
                    </a:cubicBezTo>
                    <a:cubicBezTo>
                      <a:pt x="221" y="194"/>
                      <a:pt x="220" y="194"/>
                      <a:pt x="220" y="193"/>
                    </a:cubicBezTo>
                    <a:cubicBezTo>
                      <a:pt x="219" y="192"/>
                      <a:pt x="219" y="191"/>
                      <a:pt x="218" y="190"/>
                    </a:cubicBezTo>
                    <a:cubicBezTo>
                      <a:pt x="217" y="190"/>
                      <a:pt x="217" y="189"/>
                      <a:pt x="215" y="189"/>
                    </a:cubicBezTo>
                    <a:cubicBezTo>
                      <a:pt x="215" y="183"/>
                      <a:pt x="209" y="180"/>
                      <a:pt x="205" y="175"/>
                    </a:cubicBezTo>
                    <a:cubicBezTo>
                      <a:pt x="205" y="175"/>
                      <a:pt x="204" y="174"/>
                      <a:pt x="204" y="173"/>
                    </a:cubicBezTo>
                    <a:cubicBezTo>
                      <a:pt x="205" y="174"/>
                      <a:pt x="207" y="175"/>
                      <a:pt x="208" y="173"/>
                    </a:cubicBezTo>
                    <a:cubicBezTo>
                      <a:pt x="210" y="173"/>
                      <a:pt x="209" y="176"/>
                      <a:pt x="213" y="175"/>
                    </a:cubicBezTo>
                    <a:cubicBezTo>
                      <a:pt x="214" y="176"/>
                      <a:pt x="214" y="178"/>
                      <a:pt x="214" y="180"/>
                    </a:cubicBezTo>
                    <a:cubicBezTo>
                      <a:pt x="220" y="179"/>
                      <a:pt x="222" y="183"/>
                      <a:pt x="225" y="185"/>
                    </a:cubicBezTo>
                    <a:cubicBezTo>
                      <a:pt x="225" y="190"/>
                      <a:pt x="227" y="191"/>
                      <a:pt x="229" y="193"/>
                    </a:cubicBezTo>
                    <a:cubicBezTo>
                      <a:pt x="230" y="193"/>
                      <a:pt x="231" y="191"/>
                      <a:pt x="230" y="189"/>
                    </a:cubicBezTo>
                    <a:cubicBezTo>
                      <a:pt x="230" y="188"/>
                      <a:pt x="228" y="187"/>
                      <a:pt x="228" y="187"/>
                    </a:cubicBezTo>
                    <a:cubicBezTo>
                      <a:pt x="227" y="184"/>
                      <a:pt x="227" y="183"/>
                      <a:pt x="227" y="182"/>
                    </a:cubicBezTo>
                    <a:cubicBezTo>
                      <a:pt x="226" y="181"/>
                      <a:pt x="225" y="180"/>
                      <a:pt x="225" y="180"/>
                    </a:cubicBezTo>
                    <a:cubicBezTo>
                      <a:pt x="225" y="180"/>
                      <a:pt x="226" y="179"/>
                      <a:pt x="227" y="179"/>
                    </a:cubicBezTo>
                    <a:cubicBezTo>
                      <a:pt x="225" y="176"/>
                      <a:pt x="222" y="177"/>
                      <a:pt x="223" y="174"/>
                    </a:cubicBezTo>
                    <a:cubicBezTo>
                      <a:pt x="220" y="174"/>
                      <a:pt x="218" y="173"/>
                      <a:pt x="216" y="172"/>
                    </a:cubicBezTo>
                    <a:cubicBezTo>
                      <a:pt x="215" y="171"/>
                      <a:pt x="213" y="170"/>
                      <a:pt x="210" y="170"/>
                    </a:cubicBezTo>
                    <a:cubicBezTo>
                      <a:pt x="212" y="166"/>
                      <a:pt x="206" y="169"/>
                      <a:pt x="208" y="165"/>
                    </a:cubicBezTo>
                    <a:cubicBezTo>
                      <a:pt x="207" y="164"/>
                      <a:pt x="205" y="165"/>
                      <a:pt x="203" y="163"/>
                    </a:cubicBezTo>
                    <a:cubicBezTo>
                      <a:pt x="203" y="162"/>
                      <a:pt x="204" y="162"/>
                      <a:pt x="205" y="162"/>
                    </a:cubicBezTo>
                    <a:cubicBezTo>
                      <a:pt x="207" y="158"/>
                      <a:pt x="201" y="160"/>
                      <a:pt x="201" y="160"/>
                    </a:cubicBezTo>
                    <a:cubicBezTo>
                      <a:pt x="200" y="160"/>
                      <a:pt x="201" y="158"/>
                      <a:pt x="200" y="158"/>
                    </a:cubicBezTo>
                    <a:cubicBezTo>
                      <a:pt x="198" y="158"/>
                      <a:pt x="198" y="158"/>
                      <a:pt x="198" y="158"/>
                    </a:cubicBezTo>
                    <a:cubicBezTo>
                      <a:pt x="197" y="157"/>
                      <a:pt x="199" y="156"/>
                      <a:pt x="199" y="155"/>
                    </a:cubicBezTo>
                    <a:cubicBezTo>
                      <a:pt x="199" y="154"/>
                      <a:pt x="198" y="154"/>
                      <a:pt x="197" y="155"/>
                    </a:cubicBezTo>
                    <a:cubicBezTo>
                      <a:pt x="197" y="155"/>
                      <a:pt x="196" y="155"/>
                      <a:pt x="195" y="155"/>
                    </a:cubicBezTo>
                    <a:cubicBezTo>
                      <a:pt x="192" y="153"/>
                      <a:pt x="194" y="150"/>
                      <a:pt x="193" y="149"/>
                    </a:cubicBezTo>
                    <a:cubicBezTo>
                      <a:pt x="192" y="148"/>
                      <a:pt x="191" y="147"/>
                      <a:pt x="189" y="148"/>
                    </a:cubicBezTo>
                    <a:cubicBezTo>
                      <a:pt x="193" y="140"/>
                      <a:pt x="179" y="145"/>
                      <a:pt x="180" y="138"/>
                    </a:cubicBezTo>
                    <a:cubicBezTo>
                      <a:pt x="181" y="138"/>
                      <a:pt x="182" y="138"/>
                      <a:pt x="184" y="138"/>
                    </a:cubicBezTo>
                    <a:cubicBezTo>
                      <a:pt x="184" y="136"/>
                      <a:pt x="183" y="136"/>
                      <a:pt x="182" y="136"/>
                    </a:cubicBezTo>
                    <a:cubicBezTo>
                      <a:pt x="180" y="136"/>
                      <a:pt x="179" y="136"/>
                      <a:pt x="180" y="134"/>
                    </a:cubicBezTo>
                    <a:cubicBezTo>
                      <a:pt x="177" y="134"/>
                      <a:pt x="175" y="134"/>
                      <a:pt x="172" y="134"/>
                    </a:cubicBezTo>
                    <a:cubicBezTo>
                      <a:pt x="175" y="132"/>
                      <a:pt x="171" y="131"/>
                      <a:pt x="174" y="130"/>
                    </a:cubicBezTo>
                    <a:cubicBezTo>
                      <a:pt x="174" y="128"/>
                      <a:pt x="170" y="128"/>
                      <a:pt x="171" y="129"/>
                    </a:cubicBezTo>
                    <a:cubicBezTo>
                      <a:pt x="169" y="126"/>
                      <a:pt x="171" y="126"/>
                      <a:pt x="169" y="122"/>
                    </a:cubicBezTo>
                    <a:cubicBezTo>
                      <a:pt x="166" y="122"/>
                      <a:pt x="164" y="122"/>
                      <a:pt x="161" y="122"/>
                    </a:cubicBezTo>
                    <a:cubicBezTo>
                      <a:pt x="162" y="121"/>
                      <a:pt x="163" y="119"/>
                      <a:pt x="164" y="117"/>
                    </a:cubicBezTo>
                    <a:cubicBezTo>
                      <a:pt x="163" y="115"/>
                      <a:pt x="160" y="117"/>
                      <a:pt x="162" y="114"/>
                    </a:cubicBezTo>
                    <a:cubicBezTo>
                      <a:pt x="158" y="114"/>
                      <a:pt x="155" y="116"/>
                      <a:pt x="150" y="115"/>
                    </a:cubicBezTo>
                    <a:cubicBezTo>
                      <a:pt x="150" y="111"/>
                      <a:pt x="147" y="110"/>
                      <a:pt x="143" y="109"/>
                    </a:cubicBezTo>
                    <a:cubicBezTo>
                      <a:pt x="143" y="108"/>
                      <a:pt x="141" y="108"/>
                      <a:pt x="140" y="107"/>
                    </a:cubicBezTo>
                    <a:cubicBezTo>
                      <a:pt x="139" y="107"/>
                      <a:pt x="140" y="105"/>
                      <a:pt x="140" y="105"/>
                    </a:cubicBezTo>
                    <a:cubicBezTo>
                      <a:pt x="139" y="104"/>
                      <a:pt x="137" y="105"/>
                      <a:pt x="137" y="104"/>
                    </a:cubicBezTo>
                    <a:cubicBezTo>
                      <a:pt x="135" y="103"/>
                      <a:pt x="132" y="103"/>
                      <a:pt x="129" y="104"/>
                    </a:cubicBezTo>
                    <a:cubicBezTo>
                      <a:pt x="126" y="104"/>
                      <a:pt x="123" y="105"/>
                      <a:pt x="122" y="104"/>
                    </a:cubicBezTo>
                    <a:cubicBezTo>
                      <a:pt x="122" y="102"/>
                      <a:pt x="122" y="102"/>
                      <a:pt x="122" y="102"/>
                    </a:cubicBezTo>
                    <a:cubicBezTo>
                      <a:pt x="121" y="102"/>
                      <a:pt x="119" y="104"/>
                      <a:pt x="119" y="104"/>
                    </a:cubicBezTo>
                    <a:cubicBezTo>
                      <a:pt x="118" y="103"/>
                      <a:pt x="118" y="100"/>
                      <a:pt x="113" y="101"/>
                    </a:cubicBezTo>
                    <a:cubicBezTo>
                      <a:pt x="113" y="98"/>
                      <a:pt x="107" y="99"/>
                      <a:pt x="111" y="96"/>
                    </a:cubicBezTo>
                    <a:cubicBezTo>
                      <a:pt x="110" y="96"/>
                      <a:pt x="109" y="97"/>
                      <a:pt x="108" y="97"/>
                    </a:cubicBezTo>
                    <a:cubicBezTo>
                      <a:pt x="108" y="97"/>
                      <a:pt x="106" y="96"/>
                      <a:pt x="107" y="96"/>
                    </a:cubicBezTo>
                    <a:cubicBezTo>
                      <a:pt x="104" y="96"/>
                      <a:pt x="103" y="99"/>
                      <a:pt x="101" y="97"/>
                    </a:cubicBezTo>
                    <a:cubicBezTo>
                      <a:pt x="98" y="97"/>
                      <a:pt x="100" y="102"/>
                      <a:pt x="99" y="104"/>
                    </a:cubicBezTo>
                    <a:cubicBezTo>
                      <a:pt x="98" y="103"/>
                      <a:pt x="97" y="102"/>
                      <a:pt x="95" y="102"/>
                    </a:cubicBezTo>
                    <a:cubicBezTo>
                      <a:pt x="94" y="103"/>
                      <a:pt x="95" y="104"/>
                      <a:pt x="94" y="105"/>
                    </a:cubicBezTo>
                    <a:cubicBezTo>
                      <a:pt x="93" y="106"/>
                      <a:pt x="88" y="105"/>
                      <a:pt x="87" y="106"/>
                    </a:cubicBezTo>
                    <a:cubicBezTo>
                      <a:pt x="86" y="107"/>
                      <a:pt x="86" y="108"/>
                      <a:pt x="84" y="109"/>
                    </a:cubicBezTo>
                    <a:cubicBezTo>
                      <a:pt x="83" y="109"/>
                      <a:pt x="82" y="108"/>
                      <a:pt x="82" y="108"/>
                    </a:cubicBezTo>
                    <a:cubicBezTo>
                      <a:pt x="81" y="108"/>
                      <a:pt x="80" y="107"/>
                      <a:pt x="79" y="107"/>
                    </a:cubicBezTo>
                    <a:cubicBezTo>
                      <a:pt x="81" y="105"/>
                      <a:pt x="84" y="105"/>
                      <a:pt x="83" y="100"/>
                    </a:cubicBezTo>
                    <a:cubicBezTo>
                      <a:pt x="85" y="100"/>
                      <a:pt x="85" y="99"/>
                      <a:pt x="85" y="97"/>
                    </a:cubicBezTo>
                    <a:cubicBezTo>
                      <a:pt x="85" y="96"/>
                      <a:pt x="83" y="96"/>
                      <a:pt x="82" y="96"/>
                    </a:cubicBezTo>
                    <a:cubicBezTo>
                      <a:pt x="80" y="97"/>
                      <a:pt x="80" y="99"/>
                      <a:pt x="78" y="101"/>
                    </a:cubicBezTo>
                    <a:cubicBezTo>
                      <a:pt x="77" y="102"/>
                      <a:pt x="77" y="104"/>
                      <a:pt x="75" y="104"/>
                    </a:cubicBezTo>
                    <a:cubicBezTo>
                      <a:pt x="74" y="104"/>
                      <a:pt x="74" y="107"/>
                      <a:pt x="72" y="106"/>
                    </a:cubicBezTo>
                    <a:cubicBezTo>
                      <a:pt x="72" y="108"/>
                      <a:pt x="71" y="109"/>
                      <a:pt x="69" y="109"/>
                    </a:cubicBezTo>
                    <a:cubicBezTo>
                      <a:pt x="69" y="110"/>
                      <a:pt x="69" y="112"/>
                      <a:pt x="69" y="114"/>
                    </a:cubicBezTo>
                    <a:cubicBezTo>
                      <a:pt x="66" y="115"/>
                      <a:pt x="64" y="119"/>
                      <a:pt x="61" y="121"/>
                    </a:cubicBezTo>
                    <a:cubicBezTo>
                      <a:pt x="61" y="121"/>
                      <a:pt x="61" y="121"/>
                      <a:pt x="60" y="121"/>
                    </a:cubicBezTo>
                    <a:cubicBezTo>
                      <a:pt x="60" y="121"/>
                      <a:pt x="59" y="121"/>
                      <a:pt x="59" y="121"/>
                    </a:cubicBezTo>
                    <a:cubicBezTo>
                      <a:pt x="59" y="122"/>
                      <a:pt x="59" y="123"/>
                      <a:pt x="59" y="124"/>
                    </a:cubicBezTo>
                    <a:cubicBezTo>
                      <a:pt x="59" y="124"/>
                      <a:pt x="54" y="124"/>
                      <a:pt x="55" y="125"/>
                    </a:cubicBezTo>
                    <a:cubicBezTo>
                      <a:pt x="57" y="127"/>
                      <a:pt x="52" y="126"/>
                      <a:pt x="50" y="129"/>
                    </a:cubicBezTo>
                    <a:cubicBezTo>
                      <a:pt x="50" y="129"/>
                      <a:pt x="48" y="133"/>
                      <a:pt x="48" y="133"/>
                    </a:cubicBezTo>
                    <a:cubicBezTo>
                      <a:pt x="46" y="131"/>
                      <a:pt x="47" y="132"/>
                      <a:pt x="46" y="134"/>
                    </a:cubicBezTo>
                    <a:cubicBezTo>
                      <a:pt x="45" y="134"/>
                      <a:pt x="43" y="134"/>
                      <a:pt x="41" y="134"/>
                    </a:cubicBezTo>
                    <a:cubicBezTo>
                      <a:pt x="39" y="135"/>
                      <a:pt x="44" y="136"/>
                      <a:pt x="37" y="136"/>
                    </a:cubicBezTo>
                    <a:cubicBezTo>
                      <a:pt x="35" y="136"/>
                      <a:pt x="33" y="136"/>
                      <a:pt x="30" y="138"/>
                    </a:cubicBezTo>
                    <a:cubicBezTo>
                      <a:pt x="28" y="139"/>
                      <a:pt x="28" y="142"/>
                      <a:pt x="25" y="140"/>
                    </a:cubicBezTo>
                    <a:cubicBezTo>
                      <a:pt x="25" y="137"/>
                      <a:pt x="29" y="138"/>
                      <a:pt x="31" y="136"/>
                    </a:cubicBezTo>
                    <a:cubicBezTo>
                      <a:pt x="32" y="136"/>
                      <a:pt x="32" y="136"/>
                      <a:pt x="32" y="135"/>
                    </a:cubicBezTo>
                    <a:cubicBezTo>
                      <a:pt x="33" y="134"/>
                      <a:pt x="34" y="134"/>
                      <a:pt x="36" y="134"/>
                    </a:cubicBezTo>
                    <a:cubicBezTo>
                      <a:pt x="36" y="134"/>
                      <a:pt x="37" y="134"/>
                      <a:pt x="37" y="134"/>
                    </a:cubicBezTo>
                    <a:cubicBezTo>
                      <a:pt x="39" y="134"/>
                      <a:pt x="38" y="131"/>
                      <a:pt x="39" y="130"/>
                    </a:cubicBezTo>
                    <a:cubicBezTo>
                      <a:pt x="39" y="130"/>
                      <a:pt x="39" y="130"/>
                      <a:pt x="40" y="130"/>
                    </a:cubicBezTo>
                    <a:cubicBezTo>
                      <a:pt x="40" y="131"/>
                      <a:pt x="41" y="131"/>
                      <a:pt x="43" y="129"/>
                    </a:cubicBezTo>
                    <a:cubicBezTo>
                      <a:pt x="43" y="128"/>
                      <a:pt x="44" y="129"/>
                      <a:pt x="44" y="128"/>
                    </a:cubicBezTo>
                    <a:cubicBezTo>
                      <a:pt x="44" y="126"/>
                      <a:pt x="47" y="127"/>
                      <a:pt x="49" y="125"/>
                    </a:cubicBezTo>
                    <a:cubicBezTo>
                      <a:pt x="49" y="123"/>
                      <a:pt x="49" y="121"/>
                      <a:pt x="49" y="119"/>
                    </a:cubicBezTo>
                    <a:cubicBezTo>
                      <a:pt x="51" y="121"/>
                      <a:pt x="51" y="120"/>
                      <a:pt x="51" y="118"/>
                    </a:cubicBezTo>
                    <a:cubicBezTo>
                      <a:pt x="51" y="117"/>
                      <a:pt x="52" y="116"/>
                      <a:pt x="54" y="116"/>
                    </a:cubicBezTo>
                    <a:cubicBezTo>
                      <a:pt x="54" y="115"/>
                      <a:pt x="53" y="115"/>
                      <a:pt x="52" y="115"/>
                    </a:cubicBezTo>
                    <a:cubicBezTo>
                      <a:pt x="50" y="115"/>
                      <a:pt x="49" y="115"/>
                      <a:pt x="50" y="112"/>
                    </a:cubicBezTo>
                    <a:cubicBezTo>
                      <a:pt x="49" y="114"/>
                      <a:pt x="47" y="114"/>
                      <a:pt x="45" y="114"/>
                    </a:cubicBezTo>
                    <a:cubicBezTo>
                      <a:pt x="43" y="113"/>
                      <a:pt x="41" y="113"/>
                      <a:pt x="40" y="115"/>
                    </a:cubicBezTo>
                    <a:cubicBezTo>
                      <a:pt x="38" y="115"/>
                      <a:pt x="39" y="113"/>
                      <a:pt x="39" y="112"/>
                    </a:cubicBezTo>
                    <a:cubicBezTo>
                      <a:pt x="38" y="112"/>
                      <a:pt x="36" y="112"/>
                      <a:pt x="35" y="112"/>
                    </a:cubicBezTo>
                    <a:cubicBezTo>
                      <a:pt x="34" y="113"/>
                      <a:pt x="32" y="113"/>
                      <a:pt x="31" y="112"/>
                    </a:cubicBezTo>
                    <a:cubicBezTo>
                      <a:pt x="32" y="110"/>
                      <a:pt x="29" y="111"/>
                      <a:pt x="29" y="110"/>
                    </a:cubicBezTo>
                    <a:cubicBezTo>
                      <a:pt x="28" y="109"/>
                      <a:pt x="30" y="108"/>
                      <a:pt x="30" y="109"/>
                    </a:cubicBezTo>
                    <a:cubicBezTo>
                      <a:pt x="28" y="105"/>
                      <a:pt x="25" y="106"/>
                      <a:pt x="24" y="102"/>
                    </a:cubicBezTo>
                    <a:cubicBezTo>
                      <a:pt x="22" y="104"/>
                      <a:pt x="20" y="104"/>
                      <a:pt x="17" y="104"/>
                    </a:cubicBezTo>
                    <a:cubicBezTo>
                      <a:pt x="16" y="104"/>
                      <a:pt x="15" y="104"/>
                      <a:pt x="15" y="104"/>
                    </a:cubicBezTo>
                    <a:cubicBezTo>
                      <a:pt x="15" y="102"/>
                      <a:pt x="15" y="101"/>
                      <a:pt x="16" y="101"/>
                    </a:cubicBezTo>
                    <a:cubicBezTo>
                      <a:pt x="15" y="99"/>
                      <a:pt x="11" y="100"/>
                      <a:pt x="12" y="95"/>
                    </a:cubicBezTo>
                    <a:cubicBezTo>
                      <a:pt x="12" y="93"/>
                      <a:pt x="10" y="92"/>
                      <a:pt x="10" y="94"/>
                    </a:cubicBezTo>
                    <a:cubicBezTo>
                      <a:pt x="6" y="93"/>
                      <a:pt x="9" y="90"/>
                      <a:pt x="10" y="89"/>
                    </a:cubicBezTo>
                    <a:cubicBezTo>
                      <a:pt x="10" y="88"/>
                      <a:pt x="9" y="87"/>
                      <a:pt x="10" y="86"/>
                    </a:cubicBezTo>
                    <a:cubicBezTo>
                      <a:pt x="10" y="86"/>
                      <a:pt x="10" y="86"/>
                      <a:pt x="11" y="86"/>
                    </a:cubicBezTo>
                    <a:cubicBezTo>
                      <a:pt x="12" y="86"/>
                      <a:pt x="12" y="86"/>
                      <a:pt x="12" y="86"/>
                    </a:cubicBezTo>
                    <a:cubicBezTo>
                      <a:pt x="13" y="85"/>
                      <a:pt x="13" y="83"/>
                      <a:pt x="14" y="82"/>
                    </a:cubicBezTo>
                    <a:cubicBezTo>
                      <a:pt x="17" y="82"/>
                      <a:pt x="21" y="81"/>
                      <a:pt x="24" y="80"/>
                    </a:cubicBezTo>
                    <a:cubicBezTo>
                      <a:pt x="25" y="79"/>
                      <a:pt x="27" y="79"/>
                      <a:pt x="29" y="78"/>
                    </a:cubicBezTo>
                    <a:cubicBezTo>
                      <a:pt x="31" y="78"/>
                      <a:pt x="27" y="75"/>
                      <a:pt x="34" y="76"/>
                    </a:cubicBezTo>
                    <a:cubicBezTo>
                      <a:pt x="33" y="73"/>
                      <a:pt x="33" y="71"/>
                      <a:pt x="31" y="66"/>
                    </a:cubicBezTo>
                    <a:cubicBezTo>
                      <a:pt x="30" y="64"/>
                      <a:pt x="28" y="66"/>
                      <a:pt x="25" y="67"/>
                    </a:cubicBezTo>
                    <a:cubicBezTo>
                      <a:pt x="23" y="68"/>
                      <a:pt x="20" y="69"/>
                      <a:pt x="19" y="67"/>
                    </a:cubicBezTo>
                    <a:cubicBezTo>
                      <a:pt x="17" y="66"/>
                      <a:pt x="17" y="67"/>
                      <a:pt x="17" y="67"/>
                    </a:cubicBezTo>
                    <a:cubicBezTo>
                      <a:pt x="16" y="68"/>
                      <a:pt x="15" y="68"/>
                      <a:pt x="14" y="68"/>
                    </a:cubicBezTo>
                    <a:cubicBezTo>
                      <a:pt x="12" y="66"/>
                      <a:pt x="8" y="67"/>
                      <a:pt x="5" y="66"/>
                    </a:cubicBezTo>
                    <a:cubicBezTo>
                      <a:pt x="4" y="66"/>
                      <a:pt x="7" y="63"/>
                      <a:pt x="5" y="63"/>
                    </a:cubicBezTo>
                    <a:cubicBezTo>
                      <a:pt x="2" y="63"/>
                      <a:pt x="0" y="62"/>
                      <a:pt x="0" y="58"/>
                    </a:cubicBezTo>
                    <a:cubicBezTo>
                      <a:pt x="3" y="59"/>
                      <a:pt x="3" y="58"/>
                      <a:pt x="3" y="57"/>
                    </a:cubicBezTo>
                    <a:cubicBezTo>
                      <a:pt x="3" y="56"/>
                      <a:pt x="3" y="55"/>
                      <a:pt x="7" y="56"/>
                    </a:cubicBezTo>
                    <a:cubicBezTo>
                      <a:pt x="9" y="56"/>
                      <a:pt x="8" y="55"/>
                      <a:pt x="7" y="55"/>
                    </a:cubicBezTo>
                    <a:cubicBezTo>
                      <a:pt x="7" y="52"/>
                      <a:pt x="10" y="55"/>
                      <a:pt x="10" y="55"/>
                    </a:cubicBezTo>
                    <a:cubicBezTo>
                      <a:pt x="12" y="54"/>
                      <a:pt x="12" y="53"/>
                      <a:pt x="15" y="53"/>
                    </a:cubicBezTo>
                    <a:cubicBezTo>
                      <a:pt x="15" y="53"/>
                      <a:pt x="16" y="56"/>
                      <a:pt x="17" y="56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3" y="56"/>
                      <a:pt x="24" y="55"/>
                      <a:pt x="26" y="56"/>
                    </a:cubicBezTo>
                    <a:cubicBezTo>
                      <a:pt x="28" y="56"/>
                      <a:pt x="28" y="57"/>
                      <a:pt x="30" y="56"/>
                    </a:cubicBezTo>
                    <a:cubicBezTo>
                      <a:pt x="32" y="55"/>
                      <a:pt x="30" y="55"/>
                      <a:pt x="30" y="53"/>
                    </a:cubicBezTo>
                    <a:cubicBezTo>
                      <a:pt x="31" y="53"/>
                      <a:pt x="32" y="53"/>
                      <a:pt x="32" y="52"/>
                    </a:cubicBezTo>
                    <a:cubicBezTo>
                      <a:pt x="33" y="51"/>
                      <a:pt x="32" y="51"/>
                      <a:pt x="30" y="51"/>
                    </a:cubicBezTo>
                    <a:cubicBezTo>
                      <a:pt x="29" y="51"/>
                      <a:pt x="28" y="51"/>
                      <a:pt x="29" y="48"/>
                    </a:cubicBezTo>
                    <a:cubicBezTo>
                      <a:pt x="25" y="48"/>
                      <a:pt x="22" y="46"/>
                      <a:pt x="19" y="46"/>
                    </a:cubicBezTo>
                    <a:cubicBezTo>
                      <a:pt x="20" y="44"/>
                      <a:pt x="20" y="44"/>
                      <a:pt x="17" y="42"/>
                    </a:cubicBezTo>
                    <a:cubicBezTo>
                      <a:pt x="17" y="42"/>
                      <a:pt x="16" y="41"/>
                      <a:pt x="16" y="41"/>
                    </a:cubicBezTo>
                    <a:cubicBezTo>
                      <a:pt x="15" y="40"/>
                      <a:pt x="12" y="40"/>
                      <a:pt x="11" y="39"/>
                    </a:cubicBezTo>
                    <a:cubicBezTo>
                      <a:pt x="11" y="39"/>
                      <a:pt x="12" y="39"/>
                      <a:pt x="12" y="38"/>
                    </a:cubicBezTo>
                    <a:cubicBezTo>
                      <a:pt x="12" y="36"/>
                      <a:pt x="12" y="35"/>
                      <a:pt x="11" y="36"/>
                    </a:cubicBezTo>
                    <a:cubicBezTo>
                      <a:pt x="11" y="36"/>
                      <a:pt x="11" y="37"/>
                      <a:pt x="10" y="37"/>
                    </a:cubicBezTo>
                    <a:cubicBezTo>
                      <a:pt x="9" y="37"/>
                      <a:pt x="8" y="35"/>
                      <a:pt x="6" y="36"/>
                    </a:cubicBezTo>
                    <a:cubicBezTo>
                      <a:pt x="9" y="32"/>
                      <a:pt x="14" y="31"/>
                      <a:pt x="19" y="29"/>
                    </a:cubicBezTo>
                    <a:cubicBezTo>
                      <a:pt x="17" y="25"/>
                      <a:pt x="22" y="25"/>
                      <a:pt x="24" y="23"/>
                    </a:cubicBezTo>
                    <a:cubicBezTo>
                      <a:pt x="25" y="21"/>
                      <a:pt x="23" y="19"/>
                      <a:pt x="25" y="18"/>
                    </a:cubicBezTo>
                    <a:cubicBezTo>
                      <a:pt x="27" y="20"/>
                      <a:pt x="28" y="20"/>
                      <a:pt x="30" y="20"/>
                    </a:cubicBezTo>
                    <a:cubicBezTo>
                      <a:pt x="31" y="19"/>
                      <a:pt x="32" y="19"/>
                      <a:pt x="34" y="19"/>
                    </a:cubicBezTo>
                    <a:cubicBezTo>
                      <a:pt x="36" y="16"/>
                      <a:pt x="40" y="13"/>
                      <a:pt x="48" y="14"/>
                    </a:cubicBezTo>
                    <a:cubicBezTo>
                      <a:pt x="49" y="15"/>
                      <a:pt x="48" y="12"/>
                      <a:pt x="49" y="12"/>
                    </a:cubicBezTo>
                    <a:cubicBezTo>
                      <a:pt x="50" y="11"/>
                      <a:pt x="51" y="11"/>
                      <a:pt x="52" y="11"/>
                    </a:cubicBezTo>
                    <a:cubicBezTo>
                      <a:pt x="54" y="11"/>
                      <a:pt x="56" y="11"/>
                      <a:pt x="56" y="9"/>
                    </a:cubicBezTo>
                    <a:cubicBezTo>
                      <a:pt x="58" y="9"/>
                      <a:pt x="58" y="11"/>
                      <a:pt x="59" y="12"/>
                    </a:cubicBezTo>
                    <a:cubicBezTo>
                      <a:pt x="61" y="13"/>
                      <a:pt x="63" y="11"/>
                      <a:pt x="63" y="14"/>
                    </a:cubicBezTo>
                    <a:cubicBezTo>
                      <a:pt x="68" y="14"/>
                      <a:pt x="74" y="14"/>
                      <a:pt x="79" y="14"/>
                    </a:cubicBezTo>
                    <a:cubicBezTo>
                      <a:pt x="76" y="17"/>
                      <a:pt x="78" y="16"/>
                      <a:pt x="80" y="16"/>
                    </a:cubicBezTo>
                    <a:cubicBezTo>
                      <a:pt x="83" y="15"/>
                      <a:pt x="85" y="15"/>
                      <a:pt x="83" y="18"/>
                    </a:cubicBezTo>
                    <a:cubicBezTo>
                      <a:pt x="86" y="18"/>
                      <a:pt x="88" y="18"/>
                      <a:pt x="88" y="16"/>
                    </a:cubicBezTo>
                    <a:cubicBezTo>
                      <a:pt x="91" y="18"/>
                      <a:pt x="95" y="17"/>
                      <a:pt x="99" y="18"/>
                    </a:cubicBezTo>
                    <a:cubicBezTo>
                      <a:pt x="100" y="18"/>
                      <a:pt x="99" y="19"/>
                      <a:pt x="101" y="19"/>
                    </a:cubicBezTo>
                    <a:cubicBezTo>
                      <a:pt x="101" y="19"/>
                      <a:pt x="102" y="20"/>
                      <a:pt x="103" y="21"/>
                    </a:cubicBezTo>
                    <a:cubicBezTo>
                      <a:pt x="104" y="21"/>
                      <a:pt x="105" y="20"/>
                      <a:pt x="106" y="20"/>
                    </a:cubicBezTo>
                    <a:cubicBezTo>
                      <a:pt x="107" y="20"/>
                      <a:pt x="108" y="19"/>
                      <a:pt x="109" y="21"/>
                    </a:cubicBezTo>
                    <a:cubicBezTo>
                      <a:pt x="110" y="21"/>
                      <a:pt x="124" y="21"/>
                      <a:pt x="126" y="22"/>
                    </a:cubicBezTo>
                    <a:cubicBezTo>
                      <a:pt x="127" y="23"/>
                      <a:pt x="135" y="24"/>
                      <a:pt x="140" y="24"/>
                    </a:cubicBezTo>
                    <a:cubicBezTo>
                      <a:pt x="141" y="26"/>
                      <a:pt x="143" y="27"/>
                      <a:pt x="143" y="29"/>
                    </a:cubicBezTo>
                    <a:cubicBezTo>
                      <a:pt x="148" y="30"/>
                      <a:pt x="150" y="33"/>
                      <a:pt x="153" y="31"/>
                    </a:cubicBezTo>
                    <a:cubicBezTo>
                      <a:pt x="154" y="33"/>
                      <a:pt x="157" y="33"/>
                      <a:pt x="160" y="33"/>
                    </a:cubicBezTo>
                    <a:cubicBezTo>
                      <a:pt x="161" y="33"/>
                      <a:pt x="163" y="33"/>
                      <a:pt x="164" y="33"/>
                    </a:cubicBezTo>
                    <a:cubicBezTo>
                      <a:pt x="164" y="32"/>
                      <a:pt x="162" y="32"/>
                      <a:pt x="161" y="32"/>
                    </a:cubicBezTo>
                    <a:cubicBezTo>
                      <a:pt x="163" y="29"/>
                      <a:pt x="167" y="27"/>
                      <a:pt x="171" y="26"/>
                    </a:cubicBezTo>
                    <a:cubicBezTo>
                      <a:pt x="171" y="28"/>
                      <a:pt x="172" y="28"/>
                      <a:pt x="172" y="27"/>
                    </a:cubicBezTo>
                    <a:cubicBezTo>
                      <a:pt x="174" y="27"/>
                      <a:pt x="173" y="29"/>
                      <a:pt x="175" y="29"/>
                    </a:cubicBezTo>
                    <a:cubicBezTo>
                      <a:pt x="178" y="30"/>
                      <a:pt x="177" y="28"/>
                      <a:pt x="177" y="26"/>
                    </a:cubicBezTo>
                    <a:cubicBezTo>
                      <a:pt x="180" y="25"/>
                      <a:pt x="181" y="26"/>
                      <a:pt x="182" y="27"/>
                    </a:cubicBezTo>
                    <a:cubicBezTo>
                      <a:pt x="184" y="26"/>
                      <a:pt x="182" y="24"/>
                      <a:pt x="185" y="22"/>
                    </a:cubicBezTo>
                    <a:cubicBezTo>
                      <a:pt x="186" y="22"/>
                      <a:pt x="186" y="22"/>
                      <a:pt x="187" y="22"/>
                    </a:cubicBezTo>
                    <a:cubicBezTo>
                      <a:pt x="188" y="23"/>
                      <a:pt x="188" y="23"/>
                      <a:pt x="189" y="22"/>
                    </a:cubicBezTo>
                    <a:cubicBezTo>
                      <a:pt x="191" y="23"/>
                      <a:pt x="190" y="25"/>
                      <a:pt x="188" y="24"/>
                    </a:cubicBezTo>
                    <a:cubicBezTo>
                      <a:pt x="188" y="26"/>
                      <a:pt x="191" y="25"/>
                      <a:pt x="193" y="25"/>
                    </a:cubicBezTo>
                    <a:cubicBezTo>
                      <a:pt x="196" y="24"/>
                      <a:pt x="199" y="23"/>
                      <a:pt x="200" y="26"/>
                    </a:cubicBezTo>
                    <a:cubicBezTo>
                      <a:pt x="204" y="26"/>
                      <a:pt x="197" y="22"/>
                      <a:pt x="201" y="22"/>
                    </a:cubicBezTo>
                    <a:cubicBezTo>
                      <a:pt x="202" y="20"/>
                      <a:pt x="203" y="19"/>
                      <a:pt x="205" y="19"/>
                    </a:cubicBezTo>
                    <a:cubicBezTo>
                      <a:pt x="205" y="21"/>
                      <a:pt x="205" y="22"/>
                      <a:pt x="205" y="23"/>
                    </a:cubicBezTo>
                    <a:cubicBezTo>
                      <a:pt x="208" y="20"/>
                      <a:pt x="209" y="25"/>
                      <a:pt x="212" y="26"/>
                    </a:cubicBezTo>
                    <a:cubicBezTo>
                      <a:pt x="215" y="26"/>
                      <a:pt x="218" y="25"/>
                      <a:pt x="219" y="23"/>
                    </a:cubicBezTo>
                    <a:cubicBezTo>
                      <a:pt x="221" y="24"/>
                      <a:pt x="224" y="24"/>
                      <a:pt x="223" y="28"/>
                    </a:cubicBezTo>
                    <a:cubicBezTo>
                      <a:pt x="226" y="27"/>
                      <a:pt x="229" y="26"/>
                      <a:pt x="229" y="23"/>
                    </a:cubicBezTo>
                    <a:cubicBezTo>
                      <a:pt x="231" y="24"/>
                      <a:pt x="232" y="24"/>
                      <a:pt x="233" y="24"/>
                    </a:cubicBezTo>
                    <a:cubicBezTo>
                      <a:pt x="234" y="24"/>
                      <a:pt x="235" y="24"/>
                      <a:pt x="237" y="26"/>
                    </a:cubicBezTo>
                    <a:cubicBezTo>
                      <a:pt x="240" y="26"/>
                      <a:pt x="243" y="26"/>
                      <a:pt x="246" y="26"/>
                    </a:cubicBezTo>
                    <a:cubicBezTo>
                      <a:pt x="246" y="26"/>
                      <a:pt x="244" y="28"/>
                      <a:pt x="244" y="28"/>
                    </a:cubicBezTo>
                    <a:cubicBezTo>
                      <a:pt x="244" y="28"/>
                      <a:pt x="245" y="28"/>
                      <a:pt x="246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9"/>
                      <a:pt x="248" y="29"/>
                      <a:pt x="248" y="29"/>
                    </a:cubicBezTo>
                    <a:cubicBezTo>
                      <a:pt x="249" y="28"/>
                      <a:pt x="250" y="28"/>
                      <a:pt x="251" y="28"/>
                    </a:cubicBezTo>
                    <a:cubicBezTo>
                      <a:pt x="251" y="31"/>
                      <a:pt x="251" y="31"/>
                      <a:pt x="251" y="31"/>
                    </a:cubicBezTo>
                    <a:cubicBezTo>
                      <a:pt x="253" y="32"/>
                      <a:pt x="255" y="31"/>
                      <a:pt x="258" y="31"/>
                    </a:cubicBezTo>
                    <a:cubicBezTo>
                      <a:pt x="260" y="31"/>
                      <a:pt x="261" y="30"/>
                      <a:pt x="263" y="31"/>
                    </a:cubicBezTo>
                    <a:cubicBezTo>
                      <a:pt x="263" y="32"/>
                      <a:pt x="265" y="32"/>
                      <a:pt x="267" y="32"/>
                    </a:cubicBezTo>
                    <a:cubicBezTo>
                      <a:pt x="266" y="34"/>
                      <a:pt x="267" y="34"/>
                      <a:pt x="269" y="34"/>
                    </a:cubicBezTo>
                    <a:cubicBezTo>
                      <a:pt x="270" y="34"/>
                      <a:pt x="271" y="34"/>
                      <a:pt x="271" y="36"/>
                    </a:cubicBezTo>
                    <a:cubicBezTo>
                      <a:pt x="271" y="38"/>
                      <a:pt x="268" y="37"/>
                      <a:pt x="268" y="39"/>
                    </a:cubicBezTo>
                    <a:cubicBezTo>
                      <a:pt x="268" y="41"/>
                      <a:pt x="269" y="42"/>
                      <a:pt x="269" y="43"/>
                    </a:cubicBezTo>
                    <a:cubicBezTo>
                      <a:pt x="283" y="42"/>
                      <a:pt x="294" y="41"/>
                      <a:pt x="305" y="46"/>
                    </a:cubicBezTo>
                    <a:cubicBezTo>
                      <a:pt x="304" y="47"/>
                      <a:pt x="303" y="48"/>
                      <a:pt x="304" y="50"/>
                    </a:cubicBezTo>
                    <a:cubicBezTo>
                      <a:pt x="305" y="50"/>
                      <a:pt x="305" y="49"/>
                      <a:pt x="306" y="49"/>
                    </a:cubicBezTo>
                    <a:cubicBezTo>
                      <a:pt x="307" y="48"/>
                      <a:pt x="307" y="48"/>
                      <a:pt x="309" y="48"/>
                    </a:cubicBezTo>
                    <a:cubicBezTo>
                      <a:pt x="307" y="44"/>
                      <a:pt x="308" y="45"/>
                      <a:pt x="307" y="41"/>
                    </a:cubicBezTo>
                    <a:cubicBezTo>
                      <a:pt x="308" y="39"/>
                      <a:pt x="318" y="39"/>
                      <a:pt x="315" y="37"/>
                    </a:cubicBezTo>
                    <a:cubicBezTo>
                      <a:pt x="316" y="35"/>
                      <a:pt x="317" y="37"/>
                      <a:pt x="319" y="37"/>
                    </a:cubicBezTo>
                    <a:cubicBezTo>
                      <a:pt x="319" y="38"/>
                      <a:pt x="321" y="38"/>
                      <a:pt x="321" y="39"/>
                    </a:cubicBezTo>
                    <a:cubicBezTo>
                      <a:pt x="324" y="40"/>
                      <a:pt x="326" y="40"/>
                      <a:pt x="328" y="39"/>
                    </a:cubicBezTo>
                    <a:cubicBezTo>
                      <a:pt x="330" y="39"/>
                      <a:pt x="332" y="39"/>
                      <a:pt x="334" y="39"/>
                    </a:cubicBezTo>
                    <a:cubicBezTo>
                      <a:pt x="334" y="40"/>
                      <a:pt x="334" y="41"/>
                      <a:pt x="335" y="41"/>
                    </a:cubicBezTo>
                    <a:cubicBezTo>
                      <a:pt x="336" y="41"/>
                      <a:pt x="336" y="42"/>
                      <a:pt x="338" y="42"/>
                    </a:cubicBezTo>
                    <a:cubicBezTo>
                      <a:pt x="340" y="42"/>
                      <a:pt x="341" y="42"/>
                      <a:pt x="343" y="41"/>
                    </a:cubicBezTo>
                    <a:cubicBezTo>
                      <a:pt x="346" y="41"/>
                      <a:pt x="349" y="40"/>
                      <a:pt x="353" y="41"/>
                    </a:cubicBezTo>
                    <a:cubicBezTo>
                      <a:pt x="356" y="38"/>
                      <a:pt x="355" y="36"/>
                      <a:pt x="357" y="33"/>
                    </a:cubicBezTo>
                    <a:cubicBezTo>
                      <a:pt x="356" y="29"/>
                      <a:pt x="352" y="31"/>
                      <a:pt x="351" y="29"/>
                    </a:cubicBezTo>
                    <a:cubicBezTo>
                      <a:pt x="352" y="23"/>
                      <a:pt x="363" y="26"/>
                      <a:pt x="367" y="28"/>
                    </a:cubicBezTo>
                    <a:cubicBezTo>
                      <a:pt x="366" y="30"/>
                      <a:pt x="365" y="31"/>
                      <a:pt x="363" y="31"/>
                    </a:cubicBezTo>
                    <a:cubicBezTo>
                      <a:pt x="365" y="33"/>
                      <a:pt x="363" y="34"/>
                      <a:pt x="362" y="36"/>
                    </a:cubicBezTo>
                    <a:cubicBezTo>
                      <a:pt x="361" y="38"/>
                      <a:pt x="363" y="38"/>
                      <a:pt x="365" y="38"/>
                    </a:cubicBezTo>
                    <a:cubicBezTo>
                      <a:pt x="364" y="42"/>
                      <a:pt x="366" y="42"/>
                      <a:pt x="364" y="46"/>
                    </a:cubicBezTo>
                    <a:cubicBezTo>
                      <a:pt x="366" y="47"/>
                      <a:pt x="368" y="45"/>
                      <a:pt x="369" y="43"/>
                    </a:cubicBezTo>
                    <a:cubicBezTo>
                      <a:pt x="369" y="42"/>
                      <a:pt x="370" y="40"/>
                      <a:pt x="369" y="41"/>
                    </a:cubicBezTo>
                    <a:cubicBezTo>
                      <a:pt x="369" y="41"/>
                      <a:pt x="370" y="41"/>
                      <a:pt x="370" y="41"/>
                    </a:cubicBezTo>
                    <a:cubicBezTo>
                      <a:pt x="371" y="42"/>
                      <a:pt x="373" y="42"/>
                      <a:pt x="372" y="38"/>
                    </a:cubicBezTo>
                    <a:cubicBezTo>
                      <a:pt x="377" y="39"/>
                      <a:pt x="376" y="33"/>
                      <a:pt x="379" y="32"/>
                    </a:cubicBezTo>
                    <a:cubicBezTo>
                      <a:pt x="378" y="28"/>
                      <a:pt x="375" y="26"/>
                      <a:pt x="370" y="26"/>
                    </a:cubicBezTo>
                    <a:cubicBezTo>
                      <a:pt x="373" y="24"/>
                      <a:pt x="368" y="20"/>
                      <a:pt x="364" y="19"/>
                    </a:cubicBezTo>
                    <a:cubicBezTo>
                      <a:pt x="364" y="18"/>
                      <a:pt x="364" y="16"/>
                      <a:pt x="363" y="16"/>
                    </a:cubicBezTo>
                    <a:cubicBezTo>
                      <a:pt x="363" y="13"/>
                      <a:pt x="366" y="12"/>
                      <a:pt x="367" y="9"/>
                    </a:cubicBezTo>
                    <a:cubicBezTo>
                      <a:pt x="367" y="9"/>
                      <a:pt x="370" y="7"/>
                      <a:pt x="369" y="7"/>
                    </a:cubicBezTo>
                    <a:cubicBezTo>
                      <a:pt x="367" y="5"/>
                      <a:pt x="369" y="5"/>
                      <a:pt x="370" y="5"/>
                    </a:cubicBezTo>
                    <a:cubicBezTo>
                      <a:pt x="371" y="6"/>
                      <a:pt x="372" y="6"/>
                      <a:pt x="370" y="4"/>
                    </a:cubicBezTo>
                    <a:cubicBezTo>
                      <a:pt x="371" y="0"/>
                      <a:pt x="374" y="5"/>
                      <a:pt x="374" y="5"/>
                    </a:cubicBezTo>
                    <a:cubicBezTo>
                      <a:pt x="375" y="6"/>
                      <a:pt x="376" y="6"/>
                      <a:pt x="377" y="5"/>
                    </a:cubicBezTo>
                    <a:cubicBezTo>
                      <a:pt x="378" y="5"/>
                      <a:pt x="379" y="5"/>
                      <a:pt x="379" y="5"/>
                    </a:cubicBezTo>
                    <a:cubicBezTo>
                      <a:pt x="380" y="6"/>
                      <a:pt x="377" y="7"/>
                      <a:pt x="378" y="8"/>
                    </a:cubicBezTo>
                    <a:cubicBezTo>
                      <a:pt x="378" y="8"/>
                      <a:pt x="379" y="8"/>
                      <a:pt x="380" y="8"/>
                    </a:cubicBezTo>
                    <a:cubicBezTo>
                      <a:pt x="381" y="8"/>
                      <a:pt x="382" y="8"/>
                      <a:pt x="382" y="8"/>
                    </a:cubicBezTo>
                    <a:cubicBezTo>
                      <a:pt x="382" y="9"/>
                      <a:pt x="381" y="11"/>
                      <a:pt x="382" y="12"/>
                    </a:cubicBezTo>
                    <a:cubicBezTo>
                      <a:pt x="384" y="12"/>
                      <a:pt x="384" y="12"/>
                      <a:pt x="384" y="12"/>
                    </a:cubicBezTo>
                    <a:cubicBezTo>
                      <a:pt x="386" y="15"/>
                      <a:pt x="382" y="14"/>
                      <a:pt x="384" y="17"/>
                    </a:cubicBezTo>
                    <a:cubicBezTo>
                      <a:pt x="385" y="18"/>
                      <a:pt x="386" y="18"/>
                      <a:pt x="386" y="19"/>
                    </a:cubicBezTo>
                    <a:cubicBezTo>
                      <a:pt x="386" y="19"/>
                      <a:pt x="384" y="20"/>
                      <a:pt x="384" y="21"/>
                    </a:cubicBezTo>
                    <a:cubicBezTo>
                      <a:pt x="384" y="23"/>
                      <a:pt x="383" y="23"/>
                      <a:pt x="383" y="24"/>
                    </a:cubicBezTo>
                    <a:cubicBezTo>
                      <a:pt x="383" y="26"/>
                      <a:pt x="391" y="27"/>
                      <a:pt x="389" y="23"/>
                    </a:cubicBezTo>
                    <a:cubicBezTo>
                      <a:pt x="392" y="23"/>
                      <a:pt x="391" y="27"/>
                      <a:pt x="394" y="26"/>
                    </a:cubicBezTo>
                    <a:cubicBezTo>
                      <a:pt x="392" y="28"/>
                      <a:pt x="395" y="28"/>
                      <a:pt x="394" y="32"/>
                    </a:cubicBezTo>
                    <a:cubicBezTo>
                      <a:pt x="397" y="32"/>
                      <a:pt x="398" y="32"/>
                      <a:pt x="399" y="31"/>
                    </a:cubicBezTo>
                    <a:cubicBezTo>
                      <a:pt x="400" y="30"/>
                      <a:pt x="400" y="29"/>
                      <a:pt x="403" y="31"/>
                    </a:cubicBezTo>
                    <a:cubicBezTo>
                      <a:pt x="404" y="31"/>
                      <a:pt x="404" y="30"/>
                      <a:pt x="404" y="29"/>
                    </a:cubicBezTo>
                    <a:cubicBezTo>
                      <a:pt x="407" y="30"/>
                      <a:pt x="403" y="31"/>
                      <a:pt x="406" y="33"/>
                    </a:cubicBezTo>
                    <a:cubicBezTo>
                      <a:pt x="408" y="34"/>
                      <a:pt x="408" y="34"/>
                      <a:pt x="408" y="34"/>
                    </a:cubicBezTo>
                    <a:cubicBezTo>
                      <a:pt x="408" y="37"/>
                      <a:pt x="404" y="38"/>
                      <a:pt x="406" y="42"/>
                    </a:cubicBezTo>
                    <a:moveTo>
                      <a:pt x="256" y="56"/>
                    </a:moveTo>
                    <a:cubicBezTo>
                      <a:pt x="255" y="54"/>
                      <a:pt x="258" y="53"/>
                      <a:pt x="256" y="52"/>
                    </a:cubicBezTo>
                    <a:cubicBezTo>
                      <a:pt x="256" y="53"/>
                      <a:pt x="255" y="54"/>
                      <a:pt x="254" y="53"/>
                    </a:cubicBezTo>
                    <a:cubicBezTo>
                      <a:pt x="254" y="52"/>
                      <a:pt x="255" y="50"/>
                      <a:pt x="253" y="50"/>
                    </a:cubicBezTo>
                    <a:cubicBezTo>
                      <a:pt x="251" y="51"/>
                      <a:pt x="246" y="55"/>
                      <a:pt x="243" y="52"/>
                    </a:cubicBezTo>
                    <a:cubicBezTo>
                      <a:pt x="243" y="51"/>
                      <a:pt x="244" y="51"/>
                      <a:pt x="245" y="51"/>
                    </a:cubicBezTo>
                    <a:cubicBezTo>
                      <a:pt x="246" y="51"/>
                      <a:pt x="248" y="51"/>
                      <a:pt x="247" y="48"/>
                    </a:cubicBezTo>
                    <a:cubicBezTo>
                      <a:pt x="246" y="48"/>
                      <a:pt x="244" y="48"/>
                      <a:pt x="244" y="47"/>
                    </a:cubicBezTo>
                    <a:cubicBezTo>
                      <a:pt x="242" y="46"/>
                      <a:pt x="241" y="49"/>
                      <a:pt x="239" y="50"/>
                    </a:cubicBezTo>
                    <a:cubicBezTo>
                      <a:pt x="237" y="50"/>
                      <a:pt x="233" y="50"/>
                      <a:pt x="230" y="51"/>
                    </a:cubicBezTo>
                    <a:cubicBezTo>
                      <a:pt x="230" y="51"/>
                      <a:pt x="230" y="52"/>
                      <a:pt x="229" y="52"/>
                    </a:cubicBezTo>
                    <a:cubicBezTo>
                      <a:pt x="225" y="53"/>
                      <a:pt x="221" y="53"/>
                      <a:pt x="217" y="53"/>
                    </a:cubicBezTo>
                    <a:cubicBezTo>
                      <a:pt x="217" y="55"/>
                      <a:pt x="215" y="57"/>
                      <a:pt x="217" y="57"/>
                    </a:cubicBezTo>
                    <a:cubicBezTo>
                      <a:pt x="217" y="56"/>
                      <a:pt x="218" y="56"/>
                      <a:pt x="218" y="58"/>
                    </a:cubicBezTo>
                    <a:cubicBezTo>
                      <a:pt x="220" y="59"/>
                      <a:pt x="222" y="58"/>
                      <a:pt x="225" y="57"/>
                    </a:cubicBezTo>
                    <a:cubicBezTo>
                      <a:pt x="229" y="56"/>
                      <a:pt x="232" y="55"/>
                      <a:pt x="233" y="58"/>
                    </a:cubicBezTo>
                    <a:cubicBezTo>
                      <a:pt x="230" y="56"/>
                      <a:pt x="232" y="59"/>
                      <a:pt x="229" y="60"/>
                    </a:cubicBezTo>
                    <a:cubicBezTo>
                      <a:pt x="227" y="60"/>
                      <a:pt x="225" y="60"/>
                      <a:pt x="224" y="62"/>
                    </a:cubicBezTo>
                    <a:cubicBezTo>
                      <a:pt x="228" y="63"/>
                      <a:pt x="231" y="62"/>
                      <a:pt x="233" y="62"/>
                    </a:cubicBezTo>
                    <a:cubicBezTo>
                      <a:pt x="236" y="61"/>
                      <a:pt x="238" y="61"/>
                      <a:pt x="240" y="61"/>
                    </a:cubicBezTo>
                    <a:cubicBezTo>
                      <a:pt x="241" y="62"/>
                      <a:pt x="240" y="64"/>
                      <a:pt x="242" y="65"/>
                    </a:cubicBezTo>
                    <a:cubicBezTo>
                      <a:pt x="242" y="63"/>
                      <a:pt x="244" y="63"/>
                      <a:pt x="246" y="63"/>
                    </a:cubicBezTo>
                    <a:cubicBezTo>
                      <a:pt x="246" y="61"/>
                      <a:pt x="246" y="59"/>
                      <a:pt x="248" y="58"/>
                    </a:cubicBezTo>
                    <a:cubicBezTo>
                      <a:pt x="250" y="57"/>
                      <a:pt x="250" y="57"/>
                      <a:pt x="251" y="58"/>
                    </a:cubicBezTo>
                    <a:cubicBezTo>
                      <a:pt x="251" y="58"/>
                      <a:pt x="252" y="58"/>
                      <a:pt x="253" y="58"/>
                    </a:cubicBezTo>
                    <a:cubicBezTo>
                      <a:pt x="253" y="57"/>
                      <a:pt x="254" y="55"/>
                      <a:pt x="256" y="56"/>
                    </a:cubicBezTo>
                    <a:moveTo>
                      <a:pt x="264" y="99"/>
                    </a:moveTo>
                    <a:cubicBezTo>
                      <a:pt x="265" y="95"/>
                      <a:pt x="269" y="97"/>
                      <a:pt x="271" y="95"/>
                    </a:cubicBezTo>
                    <a:cubicBezTo>
                      <a:pt x="271" y="95"/>
                      <a:pt x="272" y="95"/>
                      <a:pt x="272" y="95"/>
                    </a:cubicBezTo>
                    <a:cubicBezTo>
                      <a:pt x="273" y="95"/>
                      <a:pt x="273" y="95"/>
                      <a:pt x="273" y="95"/>
                    </a:cubicBezTo>
                    <a:cubicBezTo>
                      <a:pt x="275" y="94"/>
                      <a:pt x="278" y="94"/>
                      <a:pt x="280" y="94"/>
                    </a:cubicBezTo>
                    <a:cubicBezTo>
                      <a:pt x="280" y="93"/>
                      <a:pt x="280" y="91"/>
                      <a:pt x="281" y="91"/>
                    </a:cubicBezTo>
                    <a:cubicBezTo>
                      <a:pt x="283" y="90"/>
                      <a:pt x="284" y="90"/>
                      <a:pt x="285" y="90"/>
                    </a:cubicBezTo>
                    <a:cubicBezTo>
                      <a:pt x="286" y="91"/>
                      <a:pt x="287" y="91"/>
                      <a:pt x="287" y="90"/>
                    </a:cubicBezTo>
                    <a:cubicBezTo>
                      <a:pt x="286" y="90"/>
                      <a:pt x="286" y="89"/>
                      <a:pt x="287" y="89"/>
                    </a:cubicBezTo>
                    <a:cubicBezTo>
                      <a:pt x="288" y="89"/>
                      <a:pt x="289" y="88"/>
                      <a:pt x="289" y="88"/>
                    </a:cubicBezTo>
                    <a:cubicBezTo>
                      <a:pt x="290" y="88"/>
                      <a:pt x="290" y="88"/>
                      <a:pt x="291" y="89"/>
                    </a:cubicBezTo>
                    <a:cubicBezTo>
                      <a:pt x="291" y="89"/>
                      <a:pt x="292" y="89"/>
                      <a:pt x="292" y="88"/>
                    </a:cubicBezTo>
                    <a:cubicBezTo>
                      <a:pt x="292" y="88"/>
                      <a:pt x="292" y="87"/>
                      <a:pt x="292" y="87"/>
                    </a:cubicBezTo>
                    <a:cubicBezTo>
                      <a:pt x="291" y="88"/>
                      <a:pt x="291" y="87"/>
                      <a:pt x="292" y="87"/>
                    </a:cubicBezTo>
                    <a:cubicBezTo>
                      <a:pt x="292" y="86"/>
                      <a:pt x="294" y="85"/>
                      <a:pt x="295" y="87"/>
                    </a:cubicBezTo>
                    <a:cubicBezTo>
                      <a:pt x="295" y="85"/>
                      <a:pt x="297" y="84"/>
                      <a:pt x="297" y="81"/>
                    </a:cubicBezTo>
                    <a:cubicBezTo>
                      <a:pt x="295" y="81"/>
                      <a:pt x="294" y="81"/>
                      <a:pt x="292" y="82"/>
                    </a:cubicBezTo>
                    <a:cubicBezTo>
                      <a:pt x="291" y="82"/>
                      <a:pt x="290" y="83"/>
                      <a:pt x="287" y="82"/>
                    </a:cubicBezTo>
                    <a:cubicBezTo>
                      <a:pt x="287" y="85"/>
                      <a:pt x="286" y="85"/>
                      <a:pt x="285" y="86"/>
                    </a:cubicBezTo>
                    <a:cubicBezTo>
                      <a:pt x="282" y="87"/>
                      <a:pt x="282" y="87"/>
                      <a:pt x="281" y="86"/>
                    </a:cubicBezTo>
                    <a:cubicBezTo>
                      <a:pt x="280" y="86"/>
                      <a:pt x="280" y="86"/>
                      <a:pt x="278" y="86"/>
                    </a:cubicBezTo>
                    <a:cubicBezTo>
                      <a:pt x="278" y="86"/>
                      <a:pt x="278" y="88"/>
                      <a:pt x="276" y="87"/>
                    </a:cubicBezTo>
                    <a:cubicBezTo>
                      <a:pt x="274" y="87"/>
                      <a:pt x="273" y="85"/>
                      <a:pt x="271" y="86"/>
                    </a:cubicBezTo>
                    <a:cubicBezTo>
                      <a:pt x="270" y="85"/>
                      <a:pt x="271" y="84"/>
                      <a:pt x="269" y="83"/>
                    </a:cubicBezTo>
                    <a:cubicBezTo>
                      <a:pt x="270" y="85"/>
                      <a:pt x="269" y="86"/>
                      <a:pt x="268" y="87"/>
                    </a:cubicBezTo>
                    <a:cubicBezTo>
                      <a:pt x="268" y="89"/>
                      <a:pt x="270" y="88"/>
                      <a:pt x="271" y="90"/>
                    </a:cubicBezTo>
                    <a:cubicBezTo>
                      <a:pt x="267" y="89"/>
                      <a:pt x="267" y="91"/>
                      <a:pt x="266" y="92"/>
                    </a:cubicBezTo>
                    <a:cubicBezTo>
                      <a:pt x="264" y="94"/>
                      <a:pt x="261" y="93"/>
                      <a:pt x="261" y="95"/>
                    </a:cubicBezTo>
                    <a:cubicBezTo>
                      <a:pt x="261" y="98"/>
                      <a:pt x="255" y="94"/>
                      <a:pt x="257" y="99"/>
                    </a:cubicBezTo>
                    <a:cubicBezTo>
                      <a:pt x="259" y="99"/>
                      <a:pt x="262" y="99"/>
                      <a:pt x="264" y="99"/>
                    </a:cubicBezTo>
                    <a:moveTo>
                      <a:pt x="357" y="148"/>
                    </a:moveTo>
                    <a:cubicBezTo>
                      <a:pt x="355" y="148"/>
                      <a:pt x="356" y="149"/>
                      <a:pt x="355" y="149"/>
                    </a:cubicBezTo>
                    <a:cubicBezTo>
                      <a:pt x="355" y="149"/>
                      <a:pt x="352" y="150"/>
                      <a:pt x="351" y="150"/>
                    </a:cubicBezTo>
                    <a:cubicBezTo>
                      <a:pt x="351" y="152"/>
                      <a:pt x="352" y="155"/>
                      <a:pt x="350" y="155"/>
                    </a:cubicBezTo>
                    <a:cubicBezTo>
                      <a:pt x="350" y="154"/>
                      <a:pt x="350" y="152"/>
                      <a:pt x="349" y="151"/>
                    </a:cubicBezTo>
                    <a:cubicBezTo>
                      <a:pt x="349" y="153"/>
                      <a:pt x="349" y="155"/>
                      <a:pt x="349" y="156"/>
                    </a:cubicBezTo>
                    <a:cubicBezTo>
                      <a:pt x="351" y="156"/>
                      <a:pt x="353" y="156"/>
                      <a:pt x="355" y="156"/>
                    </a:cubicBezTo>
                    <a:cubicBezTo>
                      <a:pt x="354" y="158"/>
                      <a:pt x="357" y="160"/>
                      <a:pt x="358" y="162"/>
                    </a:cubicBezTo>
                    <a:cubicBezTo>
                      <a:pt x="359" y="165"/>
                      <a:pt x="360" y="164"/>
                      <a:pt x="362" y="167"/>
                    </a:cubicBezTo>
                    <a:cubicBezTo>
                      <a:pt x="360" y="167"/>
                      <a:pt x="359" y="167"/>
                      <a:pt x="359" y="169"/>
                    </a:cubicBezTo>
                    <a:cubicBezTo>
                      <a:pt x="359" y="171"/>
                      <a:pt x="361" y="171"/>
                      <a:pt x="360" y="173"/>
                    </a:cubicBezTo>
                    <a:cubicBezTo>
                      <a:pt x="362" y="173"/>
                      <a:pt x="364" y="173"/>
                      <a:pt x="365" y="173"/>
                    </a:cubicBezTo>
                    <a:cubicBezTo>
                      <a:pt x="367" y="171"/>
                      <a:pt x="367" y="168"/>
                      <a:pt x="367" y="165"/>
                    </a:cubicBezTo>
                    <a:cubicBezTo>
                      <a:pt x="365" y="165"/>
                      <a:pt x="364" y="164"/>
                      <a:pt x="363" y="163"/>
                    </a:cubicBezTo>
                    <a:cubicBezTo>
                      <a:pt x="364" y="158"/>
                      <a:pt x="364" y="158"/>
                      <a:pt x="363" y="158"/>
                    </a:cubicBezTo>
                    <a:cubicBezTo>
                      <a:pt x="363" y="158"/>
                      <a:pt x="362" y="158"/>
                      <a:pt x="362" y="158"/>
                    </a:cubicBezTo>
                    <a:cubicBezTo>
                      <a:pt x="360" y="155"/>
                      <a:pt x="360" y="151"/>
                      <a:pt x="359" y="148"/>
                    </a:cubicBezTo>
                    <a:cubicBezTo>
                      <a:pt x="359" y="148"/>
                      <a:pt x="358" y="148"/>
                      <a:pt x="358" y="148"/>
                    </a:cubicBezTo>
                    <a:cubicBezTo>
                      <a:pt x="357" y="148"/>
                      <a:pt x="357" y="148"/>
                      <a:pt x="357" y="148"/>
                    </a:cubicBezTo>
                    <a:moveTo>
                      <a:pt x="406" y="187"/>
                    </a:moveTo>
                    <a:cubicBezTo>
                      <a:pt x="402" y="185"/>
                      <a:pt x="403" y="189"/>
                      <a:pt x="401" y="189"/>
                    </a:cubicBezTo>
                    <a:cubicBezTo>
                      <a:pt x="400" y="188"/>
                      <a:pt x="400" y="188"/>
                      <a:pt x="398" y="188"/>
                    </a:cubicBezTo>
                    <a:cubicBezTo>
                      <a:pt x="398" y="192"/>
                      <a:pt x="393" y="190"/>
                      <a:pt x="392" y="192"/>
                    </a:cubicBezTo>
                    <a:cubicBezTo>
                      <a:pt x="391" y="193"/>
                      <a:pt x="392" y="193"/>
                      <a:pt x="391" y="194"/>
                    </a:cubicBezTo>
                    <a:cubicBezTo>
                      <a:pt x="390" y="195"/>
                      <a:pt x="388" y="194"/>
                      <a:pt x="388" y="195"/>
                    </a:cubicBezTo>
                    <a:cubicBezTo>
                      <a:pt x="390" y="196"/>
                      <a:pt x="388" y="197"/>
                      <a:pt x="388" y="199"/>
                    </a:cubicBezTo>
                    <a:cubicBezTo>
                      <a:pt x="390" y="201"/>
                      <a:pt x="391" y="197"/>
                      <a:pt x="393" y="197"/>
                    </a:cubicBezTo>
                    <a:cubicBezTo>
                      <a:pt x="394" y="196"/>
                      <a:pt x="396" y="196"/>
                      <a:pt x="397" y="197"/>
                    </a:cubicBezTo>
                    <a:cubicBezTo>
                      <a:pt x="398" y="197"/>
                      <a:pt x="400" y="197"/>
                      <a:pt x="401" y="197"/>
                    </a:cubicBezTo>
                    <a:cubicBezTo>
                      <a:pt x="402" y="197"/>
                      <a:pt x="402" y="196"/>
                      <a:pt x="404" y="195"/>
                    </a:cubicBezTo>
                    <a:cubicBezTo>
                      <a:pt x="407" y="195"/>
                      <a:pt x="411" y="196"/>
                      <a:pt x="412" y="198"/>
                    </a:cubicBezTo>
                    <a:cubicBezTo>
                      <a:pt x="411" y="198"/>
                      <a:pt x="410" y="198"/>
                      <a:pt x="409" y="199"/>
                    </a:cubicBezTo>
                    <a:cubicBezTo>
                      <a:pt x="410" y="198"/>
                      <a:pt x="411" y="201"/>
                      <a:pt x="411" y="201"/>
                    </a:cubicBezTo>
                    <a:cubicBezTo>
                      <a:pt x="412" y="201"/>
                      <a:pt x="412" y="199"/>
                      <a:pt x="412" y="199"/>
                    </a:cubicBezTo>
                    <a:cubicBezTo>
                      <a:pt x="417" y="200"/>
                      <a:pt x="415" y="200"/>
                      <a:pt x="418" y="198"/>
                    </a:cubicBezTo>
                    <a:cubicBezTo>
                      <a:pt x="420" y="197"/>
                      <a:pt x="422" y="197"/>
                      <a:pt x="423" y="197"/>
                    </a:cubicBezTo>
                    <a:cubicBezTo>
                      <a:pt x="425" y="198"/>
                      <a:pt x="426" y="198"/>
                      <a:pt x="427" y="197"/>
                    </a:cubicBezTo>
                    <a:cubicBezTo>
                      <a:pt x="424" y="196"/>
                      <a:pt x="428" y="191"/>
                      <a:pt x="425" y="194"/>
                    </a:cubicBezTo>
                    <a:cubicBezTo>
                      <a:pt x="422" y="196"/>
                      <a:pt x="422" y="189"/>
                      <a:pt x="422" y="189"/>
                    </a:cubicBezTo>
                    <a:cubicBezTo>
                      <a:pt x="422" y="188"/>
                      <a:pt x="418" y="189"/>
                      <a:pt x="420" y="187"/>
                    </a:cubicBezTo>
                    <a:cubicBezTo>
                      <a:pt x="417" y="187"/>
                      <a:pt x="415" y="187"/>
                      <a:pt x="413" y="187"/>
                    </a:cubicBezTo>
                    <a:cubicBezTo>
                      <a:pt x="414" y="185"/>
                      <a:pt x="415" y="185"/>
                      <a:pt x="413" y="183"/>
                    </a:cubicBezTo>
                    <a:cubicBezTo>
                      <a:pt x="409" y="184"/>
                      <a:pt x="410" y="183"/>
                      <a:pt x="406" y="183"/>
                    </a:cubicBezTo>
                    <a:cubicBezTo>
                      <a:pt x="405" y="185"/>
                      <a:pt x="404" y="185"/>
                      <a:pt x="406" y="187"/>
                    </a:cubicBezTo>
                    <a:moveTo>
                      <a:pt x="440" y="218"/>
                    </a:moveTo>
                    <a:cubicBezTo>
                      <a:pt x="439" y="218"/>
                      <a:pt x="438" y="218"/>
                      <a:pt x="438" y="217"/>
                    </a:cubicBezTo>
                    <a:cubicBezTo>
                      <a:pt x="441" y="217"/>
                      <a:pt x="441" y="215"/>
                      <a:pt x="441" y="213"/>
                    </a:cubicBezTo>
                    <a:cubicBezTo>
                      <a:pt x="441" y="211"/>
                      <a:pt x="441" y="209"/>
                      <a:pt x="444" y="209"/>
                    </a:cubicBezTo>
                    <a:cubicBezTo>
                      <a:pt x="445" y="211"/>
                      <a:pt x="446" y="210"/>
                      <a:pt x="448" y="210"/>
                    </a:cubicBezTo>
                    <a:cubicBezTo>
                      <a:pt x="448" y="209"/>
                      <a:pt x="450" y="209"/>
                      <a:pt x="451" y="209"/>
                    </a:cubicBezTo>
                    <a:cubicBezTo>
                      <a:pt x="449" y="202"/>
                      <a:pt x="440" y="200"/>
                      <a:pt x="432" y="202"/>
                    </a:cubicBezTo>
                    <a:cubicBezTo>
                      <a:pt x="431" y="201"/>
                      <a:pt x="431" y="201"/>
                      <a:pt x="431" y="199"/>
                    </a:cubicBezTo>
                    <a:cubicBezTo>
                      <a:pt x="428" y="199"/>
                      <a:pt x="427" y="202"/>
                      <a:pt x="425" y="202"/>
                    </a:cubicBezTo>
                    <a:cubicBezTo>
                      <a:pt x="423" y="202"/>
                      <a:pt x="423" y="200"/>
                      <a:pt x="421" y="201"/>
                    </a:cubicBezTo>
                    <a:cubicBezTo>
                      <a:pt x="419" y="201"/>
                      <a:pt x="419" y="202"/>
                      <a:pt x="417" y="203"/>
                    </a:cubicBezTo>
                    <a:cubicBezTo>
                      <a:pt x="415" y="204"/>
                      <a:pt x="414" y="204"/>
                      <a:pt x="412" y="204"/>
                    </a:cubicBezTo>
                    <a:cubicBezTo>
                      <a:pt x="412" y="206"/>
                      <a:pt x="411" y="207"/>
                      <a:pt x="409" y="208"/>
                    </a:cubicBezTo>
                    <a:cubicBezTo>
                      <a:pt x="410" y="218"/>
                      <a:pt x="408" y="219"/>
                      <a:pt x="408" y="229"/>
                    </a:cubicBezTo>
                    <a:cubicBezTo>
                      <a:pt x="411" y="230"/>
                      <a:pt x="411" y="229"/>
                      <a:pt x="412" y="228"/>
                    </a:cubicBezTo>
                    <a:cubicBezTo>
                      <a:pt x="412" y="227"/>
                      <a:pt x="413" y="226"/>
                      <a:pt x="415" y="227"/>
                    </a:cubicBezTo>
                    <a:cubicBezTo>
                      <a:pt x="414" y="225"/>
                      <a:pt x="415" y="223"/>
                      <a:pt x="416" y="222"/>
                    </a:cubicBezTo>
                    <a:cubicBezTo>
                      <a:pt x="418" y="219"/>
                      <a:pt x="416" y="216"/>
                      <a:pt x="417" y="212"/>
                    </a:cubicBezTo>
                    <a:cubicBezTo>
                      <a:pt x="417" y="212"/>
                      <a:pt x="419" y="210"/>
                      <a:pt x="420" y="209"/>
                    </a:cubicBezTo>
                    <a:cubicBezTo>
                      <a:pt x="420" y="208"/>
                      <a:pt x="419" y="206"/>
                      <a:pt x="421" y="206"/>
                    </a:cubicBezTo>
                    <a:cubicBezTo>
                      <a:pt x="423" y="206"/>
                      <a:pt x="425" y="205"/>
                      <a:pt x="426" y="204"/>
                    </a:cubicBezTo>
                    <a:cubicBezTo>
                      <a:pt x="425" y="207"/>
                      <a:pt x="426" y="207"/>
                      <a:pt x="428" y="207"/>
                    </a:cubicBezTo>
                    <a:cubicBezTo>
                      <a:pt x="429" y="207"/>
                      <a:pt x="430" y="207"/>
                      <a:pt x="430" y="208"/>
                    </a:cubicBezTo>
                    <a:cubicBezTo>
                      <a:pt x="431" y="212"/>
                      <a:pt x="431" y="210"/>
                      <a:pt x="430" y="214"/>
                    </a:cubicBezTo>
                    <a:cubicBezTo>
                      <a:pt x="431" y="215"/>
                      <a:pt x="432" y="214"/>
                      <a:pt x="432" y="216"/>
                    </a:cubicBezTo>
                    <a:cubicBezTo>
                      <a:pt x="431" y="216"/>
                      <a:pt x="430" y="216"/>
                      <a:pt x="430" y="217"/>
                    </a:cubicBezTo>
                    <a:cubicBezTo>
                      <a:pt x="432" y="216"/>
                      <a:pt x="434" y="217"/>
                      <a:pt x="435" y="218"/>
                    </a:cubicBezTo>
                    <a:cubicBezTo>
                      <a:pt x="437" y="219"/>
                      <a:pt x="439" y="219"/>
                      <a:pt x="440" y="218"/>
                    </a:cubicBezTo>
                    <a:moveTo>
                      <a:pt x="462" y="213"/>
                    </a:moveTo>
                    <a:cubicBezTo>
                      <a:pt x="462" y="216"/>
                      <a:pt x="462" y="216"/>
                      <a:pt x="462" y="216"/>
                    </a:cubicBezTo>
                    <a:cubicBezTo>
                      <a:pt x="461" y="217"/>
                      <a:pt x="460" y="216"/>
                      <a:pt x="458" y="215"/>
                    </a:cubicBezTo>
                    <a:cubicBezTo>
                      <a:pt x="456" y="214"/>
                      <a:pt x="454" y="213"/>
                      <a:pt x="452" y="214"/>
                    </a:cubicBezTo>
                    <a:cubicBezTo>
                      <a:pt x="453" y="217"/>
                      <a:pt x="451" y="217"/>
                      <a:pt x="450" y="218"/>
                    </a:cubicBezTo>
                    <a:cubicBezTo>
                      <a:pt x="453" y="222"/>
                      <a:pt x="454" y="219"/>
                      <a:pt x="457" y="219"/>
                    </a:cubicBezTo>
                    <a:cubicBezTo>
                      <a:pt x="458" y="219"/>
                      <a:pt x="459" y="219"/>
                      <a:pt x="460" y="219"/>
                    </a:cubicBezTo>
                    <a:cubicBezTo>
                      <a:pt x="462" y="220"/>
                      <a:pt x="465" y="220"/>
                      <a:pt x="466" y="218"/>
                    </a:cubicBezTo>
                    <a:cubicBezTo>
                      <a:pt x="466" y="218"/>
                      <a:pt x="465" y="217"/>
                      <a:pt x="466" y="217"/>
                    </a:cubicBezTo>
                    <a:cubicBezTo>
                      <a:pt x="467" y="217"/>
                      <a:pt x="469" y="217"/>
                      <a:pt x="469" y="216"/>
                    </a:cubicBezTo>
                    <a:cubicBezTo>
                      <a:pt x="465" y="216"/>
                      <a:pt x="464" y="213"/>
                      <a:pt x="462" y="213"/>
                    </a:cubicBezTo>
                    <a:moveTo>
                      <a:pt x="445" y="223"/>
                    </a:moveTo>
                    <a:cubicBezTo>
                      <a:pt x="444" y="223"/>
                      <a:pt x="444" y="221"/>
                      <a:pt x="442" y="222"/>
                    </a:cubicBezTo>
                    <a:cubicBezTo>
                      <a:pt x="442" y="224"/>
                      <a:pt x="442" y="224"/>
                      <a:pt x="442" y="224"/>
                    </a:cubicBezTo>
                    <a:cubicBezTo>
                      <a:pt x="440" y="224"/>
                      <a:pt x="438" y="224"/>
                      <a:pt x="436" y="224"/>
                    </a:cubicBezTo>
                    <a:cubicBezTo>
                      <a:pt x="437" y="227"/>
                      <a:pt x="436" y="227"/>
                      <a:pt x="434" y="227"/>
                    </a:cubicBezTo>
                    <a:cubicBezTo>
                      <a:pt x="433" y="227"/>
                      <a:pt x="432" y="227"/>
                      <a:pt x="432" y="228"/>
                    </a:cubicBezTo>
                    <a:cubicBezTo>
                      <a:pt x="433" y="228"/>
                      <a:pt x="435" y="228"/>
                      <a:pt x="436" y="228"/>
                    </a:cubicBezTo>
                    <a:cubicBezTo>
                      <a:pt x="436" y="229"/>
                      <a:pt x="435" y="230"/>
                      <a:pt x="435" y="231"/>
                    </a:cubicBezTo>
                    <a:cubicBezTo>
                      <a:pt x="438" y="232"/>
                      <a:pt x="437" y="228"/>
                      <a:pt x="440" y="228"/>
                    </a:cubicBezTo>
                    <a:cubicBezTo>
                      <a:pt x="441" y="229"/>
                      <a:pt x="443" y="230"/>
                      <a:pt x="446" y="229"/>
                    </a:cubicBezTo>
                    <a:cubicBezTo>
                      <a:pt x="446" y="224"/>
                      <a:pt x="454" y="229"/>
                      <a:pt x="452" y="222"/>
                    </a:cubicBezTo>
                    <a:cubicBezTo>
                      <a:pt x="450" y="221"/>
                      <a:pt x="448" y="222"/>
                      <a:pt x="447" y="222"/>
                    </a:cubicBezTo>
                    <a:cubicBezTo>
                      <a:pt x="446" y="223"/>
                      <a:pt x="445" y="223"/>
                      <a:pt x="445" y="22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6" name="îṩļiḍè"/>
              <p:cNvSpPr/>
              <p:nvPr/>
            </p:nvSpPr>
            <p:spPr bwMode="auto">
              <a:xfrm>
                <a:off x="5604667" y="2787297"/>
                <a:ext cx="176652" cy="314524"/>
              </a:xfrm>
              <a:custGeom>
                <a:avLst/>
                <a:gdLst>
                  <a:gd name="T0" fmla="*/ 11 w 41"/>
                  <a:gd name="T1" fmla="*/ 6 h 62"/>
                  <a:gd name="T2" fmla="*/ 20 w 41"/>
                  <a:gd name="T3" fmla="*/ 5 h 62"/>
                  <a:gd name="T4" fmla="*/ 21 w 41"/>
                  <a:gd name="T5" fmla="*/ 13 h 62"/>
                  <a:gd name="T6" fmla="*/ 15 w 41"/>
                  <a:gd name="T7" fmla="*/ 17 h 62"/>
                  <a:gd name="T8" fmla="*/ 23 w 41"/>
                  <a:gd name="T9" fmla="*/ 20 h 62"/>
                  <a:gd name="T10" fmla="*/ 26 w 41"/>
                  <a:gd name="T11" fmla="*/ 29 h 62"/>
                  <a:gd name="T12" fmla="*/ 29 w 41"/>
                  <a:gd name="T13" fmla="*/ 32 h 62"/>
                  <a:gd name="T14" fmla="*/ 34 w 41"/>
                  <a:gd name="T15" fmla="*/ 34 h 62"/>
                  <a:gd name="T16" fmla="*/ 31 w 41"/>
                  <a:gd name="T17" fmla="*/ 39 h 62"/>
                  <a:gd name="T18" fmla="*/ 39 w 41"/>
                  <a:gd name="T19" fmla="*/ 40 h 62"/>
                  <a:gd name="T20" fmla="*/ 39 w 41"/>
                  <a:gd name="T21" fmla="*/ 48 h 62"/>
                  <a:gd name="T22" fmla="*/ 36 w 41"/>
                  <a:gd name="T23" fmla="*/ 48 h 62"/>
                  <a:gd name="T24" fmla="*/ 39 w 41"/>
                  <a:gd name="T25" fmla="*/ 49 h 62"/>
                  <a:gd name="T26" fmla="*/ 36 w 41"/>
                  <a:gd name="T27" fmla="*/ 53 h 62"/>
                  <a:gd name="T28" fmla="*/ 33 w 41"/>
                  <a:gd name="T29" fmla="*/ 56 h 62"/>
                  <a:gd name="T30" fmla="*/ 20 w 41"/>
                  <a:gd name="T31" fmla="*/ 54 h 62"/>
                  <a:gd name="T32" fmla="*/ 15 w 41"/>
                  <a:gd name="T33" fmla="*/ 56 h 62"/>
                  <a:gd name="T34" fmla="*/ 6 w 41"/>
                  <a:gd name="T35" fmla="*/ 56 h 62"/>
                  <a:gd name="T36" fmla="*/ 9 w 41"/>
                  <a:gd name="T37" fmla="*/ 54 h 62"/>
                  <a:gd name="T38" fmla="*/ 10 w 41"/>
                  <a:gd name="T39" fmla="*/ 56 h 62"/>
                  <a:gd name="T40" fmla="*/ 11 w 41"/>
                  <a:gd name="T41" fmla="*/ 53 h 62"/>
                  <a:gd name="T42" fmla="*/ 19 w 41"/>
                  <a:gd name="T43" fmla="*/ 52 h 62"/>
                  <a:gd name="T44" fmla="*/ 9 w 41"/>
                  <a:gd name="T45" fmla="*/ 48 h 62"/>
                  <a:gd name="T46" fmla="*/ 9 w 41"/>
                  <a:gd name="T47" fmla="*/ 40 h 62"/>
                  <a:gd name="T48" fmla="*/ 11 w 41"/>
                  <a:gd name="T49" fmla="*/ 39 h 62"/>
                  <a:gd name="T50" fmla="*/ 16 w 41"/>
                  <a:gd name="T51" fmla="*/ 39 h 62"/>
                  <a:gd name="T52" fmla="*/ 18 w 41"/>
                  <a:gd name="T53" fmla="*/ 32 h 62"/>
                  <a:gd name="T54" fmla="*/ 14 w 41"/>
                  <a:gd name="T55" fmla="*/ 27 h 62"/>
                  <a:gd name="T56" fmla="*/ 9 w 41"/>
                  <a:gd name="T57" fmla="*/ 28 h 62"/>
                  <a:gd name="T58" fmla="*/ 9 w 41"/>
                  <a:gd name="T59" fmla="*/ 22 h 62"/>
                  <a:gd name="T60" fmla="*/ 4 w 41"/>
                  <a:gd name="T61" fmla="*/ 19 h 62"/>
                  <a:gd name="T62" fmla="*/ 0 w 41"/>
                  <a:gd name="T63" fmla="*/ 6 h 62"/>
                  <a:gd name="T64" fmla="*/ 6 w 41"/>
                  <a:gd name="T65" fmla="*/ 0 h 62"/>
                  <a:gd name="T66" fmla="*/ 18 w 41"/>
                  <a:gd name="T67" fmla="*/ 0 h 62"/>
                  <a:gd name="T68" fmla="*/ 11 w 41"/>
                  <a:gd name="T69" fmla="*/ 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1" h="62">
                    <a:moveTo>
                      <a:pt x="11" y="6"/>
                    </a:moveTo>
                    <a:cubicBezTo>
                      <a:pt x="12" y="9"/>
                      <a:pt x="17" y="5"/>
                      <a:pt x="20" y="5"/>
                    </a:cubicBezTo>
                    <a:cubicBezTo>
                      <a:pt x="22" y="7"/>
                      <a:pt x="22" y="10"/>
                      <a:pt x="21" y="13"/>
                    </a:cubicBezTo>
                    <a:cubicBezTo>
                      <a:pt x="18" y="13"/>
                      <a:pt x="16" y="14"/>
                      <a:pt x="15" y="17"/>
                    </a:cubicBezTo>
                    <a:cubicBezTo>
                      <a:pt x="16" y="19"/>
                      <a:pt x="19" y="20"/>
                      <a:pt x="23" y="20"/>
                    </a:cubicBezTo>
                    <a:cubicBezTo>
                      <a:pt x="22" y="25"/>
                      <a:pt x="28" y="24"/>
                      <a:pt x="26" y="29"/>
                    </a:cubicBezTo>
                    <a:cubicBezTo>
                      <a:pt x="27" y="31"/>
                      <a:pt x="29" y="30"/>
                      <a:pt x="29" y="32"/>
                    </a:cubicBezTo>
                    <a:cubicBezTo>
                      <a:pt x="29" y="34"/>
                      <a:pt x="33" y="32"/>
                      <a:pt x="34" y="34"/>
                    </a:cubicBezTo>
                    <a:cubicBezTo>
                      <a:pt x="33" y="36"/>
                      <a:pt x="32" y="37"/>
                      <a:pt x="31" y="39"/>
                    </a:cubicBezTo>
                    <a:cubicBezTo>
                      <a:pt x="35" y="39"/>
                      <a:pt x="37" y="39"/>
                      <a:pt x="39" y="40"/>
                    </a:cubicBezTo>
                    <a:cubicBezTo>
                      <a:pt x="38" y="42"/>
                      <a:pt x="41" y="46"/>
                      <a:pt x="39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49"/>
                      <a:pt x="38" y="49"/>
                      <a:pt x="39" y="49"/>
                    </a:cubicBezTo>
                    <a:cubicBezTo>
                      <a:pt x="38" y="51"/>
                      <a:pt x="36" y="51"/>
                      <a:pt x="36" y="53"/>
                    </a:cubicBezTo>
                    <a:cubicBezTo>
                      <a:pt x="35" y="53"/>
                      <a:pt x="34" y="55"/>
                      <a:pt x="33" y="56"/>
                    </a:cubicBezTo>
                    <a:cubicBezTo>
                      <a:pt x="28" y="55"/>
                      <a:pt x="25" y="54"/>
                      <a:pt x="20" y="54"/>
                    </a:cubicBezTo>
                    <a:cubicBezTo>
                      <a:pt x="18" y="57"/>
                      <a:pt x="19" y="57"/>
                      <a:pt x="15" y="56"/>
                    </a:cubicBezTo>
                    <a:cubicBezTo>
                      <a:pt x="14" y="58"/>
                      <a:pt x="6" y="62"/>
                      <a:pt x="6" y="56"/>
                    </a:cubicBezTo>
                    <a:cubicBezTo>
                      <a:pt x="8" y="57"/>
                      <a:pt x="8" y="54"/>
                      <a:pt x="9" y="54"/>
                    </a:cubicBezTo>
                    <a:cubicBezTo>
                      <a:pt x="9" y="54"/>
                      <a:pt x="11" y="55"/>
                      <a:pt x="10" y="56"/>
                    </a:cubicBezTo>
                    <a:cubicBezTo>
                      <a:pt x="12" y="55"/>
                      <a:pt x="10" y="54"/>
                      <a:pt x="11" y="53"/>
                    </a:cubicBezTo>
                    <a:cubicBezTo>
                      <a:pt x="13" y="52"/>
                      <a:pt x="16" y="53"/>
                      <a:pt x="19" y="52"/>
                    </a:cubicBezTo>
                    <a:cubicBezTo>
                      <a:pt x="18" y="46"/>
                      <a:pt x="12" y="50"/>
                      <a:pt x="9" y="48"/>
                    </a:cubicBezTo>
                    <a:cubicBezTo>
                      <a:pt x="9" y="46"/>
                      <a:pt x="9" y="43"/>
                      <a:pt x="9" y="40"/>
                    </a:cubicBezTo>
                    <a:cubicBezTo>
                      <a:pt x="11" y="41"/>
                      <a:pt x="13" y="40"/>
                      <a:pt x="11" y="39"/>
                    </a:cubicBezTo>
                    <a:cubicBezTo>
                      <a:pt x="12" y="35"/>
                      <a:pt x="14" y="40"/>
                      <a:pt x="16" y="39"/>
                    </a:cubicBezTo>
                    <a:cubicBezTo>
                      <a:pt x="19" y="39"/>
                      <a:pt x="14" y="34"/>
                      <a:pt x="18" y="32"/>
                    </a:cubicBezTo>
                    <a:cubicBezTo>
                      <a:pt x="17" y="29"/>
                      <a:pt x="13" y="31"/>
                      <a:pt x="14" y="27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9" y="26"/>
                      <a:pt x="9" y="24"/>
                      <a:pt x="9" y="22"/>
                    </a:cubicBezTo>
                    <a:cubicBezTo>
                      <a:pt x="9" y="19"/>
                      <a:pt x="4" y="21"/>
                      <a:pt x="4" y="19"/>
                    </a:cubicBezTo>
                    <a:cubicBezTo>
                      <a:pt x="6" y="14"/>
                      <a:pt x="5" y="7"/>
                      <a:pt x="0" y="6"/>
                    </a:cubicBezTo>
                    <a:cubicBezTo>
                      <a:pt x="2" y="4"/>
                      <a:pt x="5" y="3"/>
                      <a:pt x="6" y="0"/>
                    </a:cubicBezTo>
                    <a:cubicBezTo>
                      <a:pt x="10" y="0"/>
                      <a:pt x="14" y="0"/>
                      <a:pt x="18" y="0"/>
                    </a:cubicBezTo>
                    <a:cubicBezTo>
                      <a:pt x="15" y="2"/>
                      <a:pt x="13" y="4"/>
                      <a:pt x="11" y="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6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7" name="i$1îde"/>
              <p:cNvSpPr/>
              <p:nvPr/>
            </p:nvSpPr>
            <p:spPr bwMode="auto">
              <a:xfrm>
                <a:off x="8868427" y="3311504"/>
                <a:ext cx="30160" cy="37444"/>
              </a:xfrm>
              <a:custGeom>
                <a:avLst/>
                <a:gdLst>
                  <a:gd name="T0" fmla="*/ 2 w 7"/>
                  <a:gd name="T1" fmla="*/ 2 h 7"/>
                  <a:gd name="T2" fmla="*/ 7 w 7"/>
                  <a:gd name="T3" fmla="*/ 1 h 7"/>
                  <a:gd name="T4" fmla="*/ 0 w 7"/>
                  <a:gd name="T5" fmla="*/ 7 h 7"/>
                  <a:gd name="T6" fmla="*/ 2 w 7"/>
                  <a:gd name="T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2" y="2"/>
                    </a:moveTo>
                    <a:cubicBezTo>
                      <a:pt x="3" y="0"/>
                      <a:pt x="4" y="2"/>
                      <a:pt x="7" y="1"/>
                    </a:cubicBezTo>
                    <a:cubicBezTo>
                      <a:pt x="6" y="4"/>
                      <a:pt x="5" y="7"/>
                      <a:pt x="0" y="7"/>
                    </a:cubicBezTo>
                    <a:cubicBezTo>
                      <a:pt x="0" y="5"/>
                      <a:pt x="6" y="3"/>
                      <a:pt x="2" y="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8" name="iṥľïḍé"/>
              <p:cNvSpPr/>
              <p:nvPr/>
            </p:nvSpPr>
            <p:spPr bwMode="auto">
              <a:xfrm>
                <a:off x="8176899" y="4317482"/>
                <a:ext cx="221893" cy="292059"/>
              </a:xfrm>
              <a:custGeom>
                <a:avLst/>
                <a:gdLst>
                  <a:gd name="T0" fmla="*/ 41 w 51"/>
                  <a:gd name="T1" fmla="*/ 3 h 58"/>
                  <a:gd name="T2" fmla="*/ 46 w 51"/>
                  <a:gd name="T3" fmla="*/ 5 h 58"/>
                  <a:gd name="T4" fmla="*/ 51 w 51"/>
                  <a:gd name="T5" fmla="*/ 9 h 58"/>
                  <a:gd name="T6" fmla="*/ 46 w 51"/>
                  <a:gd name="T7" fmla="*/ 16 h 58"/>
                  <a:gd name="T8" fmla="*/ 45 w 51"/>
                  <a:gd name="T9" fmla="*/ 23 h 58"/>
                  <a:gd name="T10" fmla="*/ 47 w 51"/>
                  <a:gd name="T11" fmla="*/ 26 h 58"/>
                  <a:gd name="T12" fmla="*/ 47 w 51"/>
                  <a:gd name="T13" fmla="*/ 29 h 58"/>
                  <a:gd name="T14" fmla="*/ 50 w 51"/>
                  <a:gd name="T15" fmla="*/ 32 h 58"/>
                  <a:gd name="T16" fmla="*/ 43 w 51"/>
                  <a:gd name="T17" fmla="*/ 36 h 58"/>
                  <a:gd name="T18" fmla="*/ 42 w 51"/>
                  <a:gd name="T19" fmla="*/ 42 h 58"/>
                  <a:gd name="T20" fmla="*/ 42 w 51"/>
                  <a:gd name="T21" fmla="*/ 44 h 58"/>
                  <a:gd name="T22" fmla="*/ 40 w 51"/>
                  <a:gd name="T23" fmla="*/ 44 h 58"/>
                  <a:gd name="T24" fmla="*/ 36 w 51"/>
                  <a:gd name="T25" fmla="*/ 50 h 58"/>
                  <a:gd name="T26" fmla="*/ 36 w 51"/>
                  <a:gd name="T27" fmla="*/ 57 h 58"/>
                  <a:gd name="T28" fmla="*/ 23 w 51"/>
                  <a:gd name="T29" fmla="*/ 53 h 58"/>
                  <a:gd name="T30" fmla="*/ 22 w 51"/>
                  <a:gd name="T31" fmla="*/ 56 h 58"/>
                  <a:gd name="T32" fmla="*/ 18 w 51"/>
                  <a:gd name="T33" fmla="*/ 53 h 58"/>
                  <a:gd name="T34" fmla="*/ 12 w 51"/>
                  <a:gd name="T35" fmla="*/ 53 h 58"/>
                  <a:gd name="T36" fmla="*/ 8 w 51"/>
                  <a:gd name="T37" fmla="*/ 52 h 58"/>
                  <a:gd name="T38" fmla="*/ 3 w 51"/>
                  <a:gd name="T39" fmla="*/ 44 h 58"/>
                  <a:gd name="T40" fmla="*/ 4 w 51"/>
                  <a:gd name="T41" fmla="*/ 39 h 58"/>
                  <a:gd name="T42" fmla="*/ 3 w 51"/>
                  <a:gd name="T43" fmla="*/ 39 h 58"/>
                  <a:gd name="T44" fmla="*/ 2 w 51"/>
                  <a:gd name="T45" fmla="*/ 29 h 58"/>
                  <a:gd name="T46" fmla="*/ 14 w 51"/>
                  <a:gd name="T47" fmla="*/ 28 h 58"/>
                  <a:gd name="T48" fmla="*/ 14 w 51"/>
                  <a:gd name="T49" fmla="*/ 24 h 58"/>
                  <a:gd name="T50" fmla="*/ 23 w 51"/>
                  <a:gd name="T51" fmla="*/ 18 h 58"/>
                  <a:gd name="T52" fmla="*/ 31 w 51"/>
                  <a:gd name="T53" fmla="*/ 16 h 58"/>
                  <a:gd name="T54" fmla="*/ 32 w 51"/>
                  <a:gd name="T55" fmla="*/ 12 h 58"/>
                  <a:gd name="T56" fmla="*/ 35 w 51"/>
                  <a:gd name="T57" fmla="*/ 12 h 58"/>
                  <a:gd name="T58" fmla="*/ 37 w 51"/>
                  <a:gd name="T59" fmla="*/ 9 h 58"/>
                  <a:gd name="T60" fmla="*/ 42 w 51"/>
                  <a:gd name="T61" fmla="*/ 3 h 58"/>
                  <a:gd name="T62" fmla="*/ 41 w 51"/>
                  <a:gd name="T63" fmla="*/ 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1" h="58">
                    <a:moveTo>
                      <a:pt x="41" y="3"/>
                    </a:moveTo>
                    <a:cubicBezTo>
                      <a:pt x="42" y="0"/>
                      <a:pt x="44" y="6"/>
                      <a:pt x="46" y="5"/>
                    </a:cubicBezTo>
                    <a:cubicBezTo>
                      <a:pt x="48" y="7"/>
                      <a:pt x="48" y="9"/>
                      <a:pt x="51" y="9"/>
                    </a:cubicBezTo>
                    <a:cubicBezTo>
                      <a:pt x="50" y="12"/>
                      <a:pt x="50" y="16"/>
                      <a:pt x="46" y="16"/>
                    </a:cubicBezTo>
                    <a:cubicBezTo>
                      <a:pt x="45" y="18"/>
                      <a:pt x="48" y="23"/>
                      <a:pt x="45" y="23"/>
                    </a:cubicBezTo>
                    <a:cubicBezTo>
                      <a:pt x="44" y="25"/>
                      <a:pt x="47" y="25"/>
                      <a:pt x="47" y="26"/>
                    </a:cubicBezTo>
                    <a:cubicBezTo>
                      <a:pt x="48" y="27"/>
                      <a:pt x="47" y="28"/>
                      <a:pt x="47" y="29"/>
                    </a:cubicBezTo>
                    <a:cubicBezTo>
                      <a:pt x="48" y="31"/>
                      <a:pt x="49" y="30"/>
                      <a:pt x="50" y="32"/>
                    </a:cubicBezTo>
                    <a:cubicBezTo>
                      <a:pt x="49" y="35"/>
                      <a:pt x="45" y="38"/>
                      <a:pt x="43" y="36"/>
                    </a:cubicBezTo>
                    <a:cubicBezTo>
                      <a:pt x="44" y="39"/>
                      <a:pt x="45" y="39"/>
                      <a:pt x="42" y="42"/>
                    </a:cubicBezTo>
                    <a:cubicBezTo>
                      <a:pt x="42" y="42"/>
                      <a:pt x="43" y="44"/>
                      <a:pt x="42" y="44"/>
                    </a:cubicBezTo>
                    <a:cubicBezTo>
                      <a:pt x="42" y="45"/>
                      <a:pt x="40" y="44"/>
                      <a:pt x="40" y="44"/>
                    </a:cubicBezTo>
                    <a:cubicBezTo>
                      <a:pt x="38" y="46"/>
                      <a:pt x="39" y="51"/>
                      <a:pt x="36" y="50"/>
                    </a:cubicBezTo>
                    <a:cubicBezTo>
                      <a:pt x="38" y="52"/>
                      <a:pt x="35" y="53"/>
                      <a:pt x="36" y="57"/>
                    </a:cubicBezTo>
                    <a:cubicBezTo>
                      <a:pt x="29" y="58"/>
                      <a:pt x="28" y="54"/>
                      <a:pt x="23" y="53"/>
                    </a:cubicBezTo>
                    <a:cubicBezTo>
                      <a:pt x="22" y="53"/>
                      <a:pt x="22" y="55"/>
                      <a:pt x="22" y="56"/>
                    </a:cubicBezTo>
                    <a:cubicBezTo>
                      <a:pt x="20" y="57"/>
                      <a:pt x="19" y="54"/>
                      <a:pt x="18" y="53"/>
                    </a:cubicBezTo>
                    <a:cubicBezTo>
                      <a:pt x="16" y="53"/>
                      <a:pt x="14" y="54"/>
                      <a:pt x="12" y="53"/>
                    </a:cubicBezTo>
                    <a:cubicBezTo>
                      <a:pt x="11" y="53"/>
                      <a:pt x="12" y="50"/>
                      <a:pt x="8" y="52"/>
                    </a:cubicBezTo>
                    <a:cubicBezTo>
                      <a:pt x="7" y="49"/>
                      <a:pt x="7" y="45"/>
                      <a:pt x="3" y="44"/>
                    </a:cubicBezTo>
                    <a:cubicBezTo>
                      <a:pt x="3" y="42"/>
                      <a:pt x="5" y="42"/>
                      <a:pt x="4" y="39"/>
                    </a:cubicBezTo>
                    <a:cubicBezTo>
                      <a:pt x="4" y="38"/>
                      <a:pt x="3" y="39"/>
                      <a:pt x="3" y="39"/>
                    </a:cubicBezTo>
                    <a:cubicBezTo>
                      <a:pt x="0" y="37"/>
                      <a:pt x="3" y="34"/>
                      <a:pt x="2" y="29"/>
                    </a:cubicBezTo>
                    <a:cubicBezTo>
                      <a:pt x="7" y="30"/>
                      <a:pt x="11" y="29"/>
                      <a:pt x="14" y="28"/>
                    </a:cubicBezTo>
                    <a:cubicBezTo>
                      <a:pt x="14" y="26"/>
                      <a:pt x="17" y="25"/>
                      <a:pt x="14" y="24"/>
                    </a:cubicBezTo>
                    <a:cubicBezTo>
                      <a:pt x="16" y="22"/>
                      <a:pt x="26" y="20"/>
                      <a:pt x="23" y="18"/>
                    </a:cubicBezTo>
                    <a:cubicBezTo>
                      <a:pt x="25" y="16"/>
                      <a:pt x="28" y="16"/>
                      <a:pt x="31" y="16"/>
                    </a:cubicBezTo>
                    <a:cubicBezTo>
                      <a:pt x="33" y="16"/>
                      <a:pt x="31" y="13"/>
                      <a:pt x="32" y="12"/>
                    </a:cubicBezTo>
                    <a:cubicBezTo>
                      <a:pt x="32" y="11"/>
                      <a:pt x="34" y="12"/>
                      <a:pt x="35" y="12"/>
                    </a:cubicBezTo>
                    <a:cubicBezTo>
                      <a:pt x="35" y="11"/>
                      <a:pt x="35" y="9"/>
                      <a:pt x="37" y="9"/>
                    </a:cubicBezTo>
                    <a:cubicBezTo>
                      <a:pt x="35" y="4"/>
                      <a:pt x="41" y="5"/>
                      <a:pt x="42" y="3"/>
                    </a:cubicBezTo>
                    <a:cubicBezTo>
                      <a:pt x="42" y="3"/>
                      <a:pt x="41" y="3"/>
                      <a:pt x="41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5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49" name="íṥḷiḑe"/>
              <p:cNvSpPr/>
              <p:nvPr/>
            </p:nvSpPr>
            <p:spPr bwMode="auto">
              <a:xfrm>
                <a:off x="8403099" y="4527165"/>
                <a:ext cx="101253" cy="132301"/>
              </a:xfrm>
              <a:custGeom>
                <a:avLst/>
                <a:gdLst>
                  <a:gd name="T0" fmla="*/ 20 w 23"/>
                  <a:gd name="T1" fmla="*/ 0 h 26"/>
                  <a:gd name="T2" fmla="*/ 17 w 23"/>
                  <a:gd name="T3" fmla="*/ 5 h 26"/>
                  <a:gd name="T4" fmla="*/ 15 w 23"/>
                  <a:gd name="T5" fmla="*/ 5 h 26"/>
                  <a:gd name="T6" fmla="*/ 17 w 23"/>
                  <a:gd name="T7" fmla="*/ 9 h 26"/>
                  <a:gd name="T8" fmla="*/ 19 w 23"/>
                  <a:gd name="T9" fmla="*/ 11 h 26"/>
                  <a:gd name="T10" fmla="*/ 20 w 23"/>
                  <a:gd name="T11" fmla="*/ 23 h 26"/>
                  <a:gd name="T12" fmla="*/ 15 w 23"/>
                  <a:gd name="T13" fmla="*/ 23 h 26"/>
                  <a:gd name="T14" fmla="*/ 12 w 23"/>
                  <a:gd name="T15" fmla="*/ 10 h 26"/>
                  <a:gd name="T16" fmla="*/ 7 w 23"/>
                  <a:gd name="T17" fmla="*/ 14 h 26"/>
                  <a:gd name="T18" fmla="*/ 7 w 23"/>
                  <a:gd name="T19" fmla="*/ 21 h 26"/>
                  <a:gd name="T20" fmla="*/ 3 w 23"/>
                  <a:gd name="T21" fmla="*/ 25 h 26"/>
                  <a:gd name="T22" fmla="*/ 2 w 23"/>
                  <a:gd name="T23" fmla="*/ 19 h 26"/>
                  <a:gd name="T24" fmla="*/ 3 w 23"/>
                  <a:gd name="T25" fmla="*/ 18 h 26"/>
                  <a:gd name="T26" fmla="*/ 2 w 23"/>
                  <a:gd name="T27" fmla="*/ 16 h 26"/>
                  <a:gd name="T28" fmla="*/ 3 w 23"/>
                  <a:gd name="T29" fmla="*/ 11 h 26"/>
                  <a:gd name="T30" fmla="*/ 0 w 23"/>
                  <a:gd name="T31" fmla="*/ 9 h 26"/>
                  <a:gd name="T32" fmla="*/ 10 w 23"/>
                  <a:gd name="T33" fmla="*/ 0 h 26"/>
                  <a:gd name="T34" fmla="*/ 20 w 23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26">
                    <a:moveTo>
                      <a:pt x="20" y="0"/>
                    </a:moveTo>
                    <a:cubicBezTo>
                      <a:pt x="23" y="5"/>
                      <a:pt x="15" y="3"/>
                      <a:pt x="17" y="5"/>
                    </a:cubicBezTo>
                    <a:cubicBezTo>
                      <a:pt x="18" y="7"/>
                      <a:pt x="17" y="5"/>
                      <a:pt x="15" y="5"/>
                    </a:cubicBezTo>
                    <a:cubicBezTo>
                      <a:pt x="16" y="7"/>
                      <a:pt x="16" y="8"/>
                      <a:pt x="17" y="9"/>
                    </a:cubicBezTo>
                    <a:cubicBezTo>
                      <a:pt x="17" y="9"/>
                      <a:pt x="19" y="11"/>
                      <a:pt x="19" y="11"/>
                    </a:cubicBezTo>
                    <a:cubicBezTo>
                      <a:pt x="20" y="14"/>
                      <a:pt x="19" y="19"/>
                      <a:pt x="20" y="23"/>
                    </a:cubicBezTo>
                    <a:cubicBezTo>
                      <a:pt x="19" y="23"/>
                      <a:pt x="17" y="23"/>
                      <a:pt x="15" y="23"/>
                    </a:cubicBezTo>
                    <a:cubicBezTo>
                      <a:pt x="14" y="19"/>
                      <a:pt x="12" y="15"/>
                      <a:pt x="12" y="10"/>
                    </a:cubicBezTo>
                    <a:cubicBezTo>
                      <a:pt x="9" y="11"/>
                      <a:pt x="11" y="15"/>
                      <a:pt x="7" y="14"/>
                    </a:cubicBezTo>
                    <a:cubicBezTo>
                      <a:pt x="7" y="16"/>
                      <a:pt x="7" y="19"/>
                      <a:pt x="7" y="21"/>
                    </a:cubicBezTo>
                    <a:cubicBezTo>
                      <a:pt x="7" y="24"/>
                      <a:pt x="3" y="23"/>
                      <a:pt x="3" y="25"/>
                    </a:cubicBezTo>
                    <a:cubicBezTo>
                      <a:pt x="1" y="26"/>
                      <a:pt x="1" y="21"/>
                      <a:pt x="2" y="19"/>
                    </a:cubicBezTo>
                    <a:cubicBezTo>
                      <a:pt x="2" y="18"/>
                      <a:pt x="3" y="17"/>
                      <a:pt x="3" y="18"/>
                    </a:cubicBezTo>
                    <a:cubicBezTo>
                      <a:pt x="3" y="16"/>
                      <a:pt x="2" y="17"/>
                      <a:pt x="2" y="16"/>
                    </a:cubicBezTo>
                    <a:cubicBezTo>
                      <a:pt x="1" y="15"/>
                      <a:pt x="4" y="13"/>
                      <a:pt x="3" y="11"/>
                    </a:cubicBezTo>
                    <a:cubicBezTo>
                      <a:pt x="3" y="9"/>
                      <a:pt x="2" y="9"/>
                      <a:pt x="0" y="9"/>
                    </a:cubicBezTo>
                    <a:cubicBezTo>
                      <a:pt x="2" y="4"/>
                      <a:pt x="4" y="0"/>
                      <a:pt x="10" y="0"/>
                    </a:cubicBezTo>
                    <a:cubicBezTo>
                      <a:pt x="6" y="4"/>
                      <a:pt x="18" y="0"/>
                      <a:pt x="2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0" name="îŝļîďê"/>
              <p:cNvSpPr/>
              <p:nvPr/>
            </p:nvSpPr>
            <p:spPr bwMode="auto">
              <a:xfrm>
                <a:off x="8103653" y="4654474"/>
                <a:ext cx="234819" cy="79879"/>
              </a:xfrm>
              <a:custGeom>
                <a:avLst/>
                <a:gdLst>
                  <a:gd name="T0" fmla="*/ 1 w 54"/>
                  <a:gd name="T1" fmla="*/ 5 h 16"/>
                  <a:gd name="T2" fmla="*/ 6 w 54"/>
                  <a:gd name="T3" fmla="*/ 1 h 16"/>
                  <a:gd name="T4" fmla="*/ 9 w 54"/>
                  <a:gd name="T5" fmla="*/ 4 h 16"/>
                  <a:gd name="T6" fmla="*/ 11 w 54"/>
                  <a:gd name="T7" fmla="*/ 5 h 16"/>
                  <a:gd name="T8" fmla="*/ 24 w 54"/>
                  <a:gd name="T9" fmla="*/ 8 h 16"/>
                  <a:gd name="T10" fmla="*/ 36 w 54"/>
                  <a:gd name="T11" fmla="*/ 6 h 16"/>
                  <a:gd name="T12" fmla="*/ 39 w 54"/>
                  <a:gd name="T13" fmla="*/ 9 h 16"/>
                  <a:gd name="T14" fmla="*/ 43 w 54"/>
                  <a:gd name="T15" fmla="*/ 10 h 16"/>
                  <a:gd name="T16" fmla="*/ 49 w 54"/>
                  <a:gd name="T17" fmla="*/ 10 h 16"/>
                  <a:gd name="T18" fmla="*/ 50 w 54"/>
                  <a:gd name="T19" fmla="*/ 14 h 16"/>
                  <a:gd name="T20" fmla="*/ 48 w 54"/>
                  <a:gd name="T21" fmla="*/ 14 h 16"/>
                  <a:gd name="T22" fmla="*/ 23 w 54"/>
                  <a:gd name="T23" fmla="*/ 10 h 16"/>
                  <a:gd name="T24" fmla="*/ 16 w 54"/>
                  <a:gd name="T25" fmla="*/ 10 h 16"/>
                  <a:gd name="T26" fmla="*/ 7 w 54"/>
                  <a:gd name="T27" fmla="*/ 8 h 16"/>
                  <a:gd name="T28" fmla="*/ 1 w 54"/>
                  <a:gd name="T29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" h="16">
                    <a:moveTo>
                      <a:pt x="1" y="5"/>
                    </a:moveTo>
                    <a:cubicBezTo>
                      <a:pt x="0" y="1"/>
                      <a:pt x="5" y="3"/>
                      <a:pt x="6" y="1"/>
                    </a:cubicBezTo>
                    <a:cubicBezTo>
                      <a:pt x="9" y="0"/>
                      <a:pt x="8" y="3"/>
                      <a:pt x="9" y="4"/>
                    </a:cubicBezTo>
                    <a:cubicBezTo>
                      <a:pt x="10" y="5"/>
                      <a:pt x="12" y="4"/>
                      <a:pt x="11" y="5"/>
                    </a:cubicBezTo>
                    <a:cubicBezTo>
                      <a:pt x="17" y="3"/>
                      <a:pt x="19" y="4"/>
                      <a:pt x="24" y="8"/>
                    </a:cubicBezTo>
                    <a:cubicBezTo>
                      <a:pt x="28" y="5"/>
                      <a:pt x="30" y="6"/>
                      <a:pt x="36" y="6"/>
                    </a:cubicBezTo>
                    <a:cubicBezTo>
                      <a:pt x="39" y="6"/>
                      <a:pt x="39" y="7"/>
                      <a:pt x="39" y="9"/>
                    </a:cubicBezTo>
                    <a:cubicBezTo>
                      <a:pt x="41" y="9"/>
                      <a:pt x="43" y="9"/>
                      <a:pt x="43" y="10"/>
                    </a:cubicBezTo>
                    <a:cubicBezTo>
                      <a:pt x="46" y="9"/>
                      <a:pt x="49" y="13"/>
                      <a:pt x="49" y="10"/>
                    </a:cubicBezTo>
                    <a:cubicBezTo>
                      <a:pt x="54" y="10"/>
                      <a:pt x="46" y="14"/>
                      <a:pt x="50" y="14"/>
                    </a:cubicBezTo>
                    <a:cubicBezTo>
                      <a:pt x="50" y="16"/>
                      <a:pt x="49" y="14"/>
                      <a:pt x="48" y="14"/>
                    </a:cubicBezTo>
                    <a:cubicBezTo>
                      <a:pt x="38" y="16"/>
                      <a:pt x="30" y="12"/>
                      <a:pt x="23" y="10"/>
                    </a:cubicBezTo>
                    <a:cubicBezTo>
                      <a:pt x="21" y="10"/>
                      <a:pt x="18" y="10"/>
                      <a:pt x="16" y="10"/>
                    </a:cubicBezTo>
                    <a:cubicBezTo>
                      <a:pt x="13" y="10"/>
                      <a:pt x="10" y="8"/>
                      <a:pt x="7" y="8"/>
                    </a:cubicBezTo>
                    <a:cubicBezTo>
                      <a:pt x="5" y="7"/>
                      <a:pt x="2" y="8"/>
                      <a:pt x="1" y="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1" name="išlîdé"/>
              <p:cNvSpPr/>
              <p:nvPr/>
            </p:nvSpPr>
            <p:spPr bwMode="auto">
              <a:xfrm>
                <a:off x="8411716" y="4749330"/>
                <a:ext cx="34469" cy="14977"/>
              </a:xfrm>
              <a:custGeom>
                <a:avLst/>
                <a:gdLst>
                  <a:gd name="T0" fmla="*/ 3 w 8"/>
                  <a:gd name="T1" fmla="*/ 1 h 3"/>
                  <a:gd name="T2" fmla="*/ 8 w 8"/>
                  <a:gd name="T3" fmla="*/ 3 h 3"/>
                  <a:gd name="T4" fmla="*/ 3 w 8"/>
                  <a:gd name="T5" fmla="*/ 3 h 3"/>
                  <a:gd name="T6" fmla="*/ 2 w 8"/>
                  <a:gd name="T7" fmla="*/ 1 h 3"/>
                  <a:gd name="T8" fmla="*/ 3 w 8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3">
                    <a:moveTo>
                      <a:pt x="3" y="1"/>
                    </a:moveTo>
                    <a:cubicBezTo>
                      <a:pt x="5" y="1"/>
                      <a:pt x="8" y="1"/>
                      <a:pt x="8" y="3"/>
                    </a:cubicBezTo>
                    <a:cubicBezTo>
                      <a:pt x="7" y="3"/>
                      <a:pt x="5" y="3"/>
                      <a:pt x="3" y="3"/>
                    </a:cubicBezTo>
                    <a:cubicBezTo>
                      <a:pt x="4" y="1"/>
                      <a:pt x="2" y="2"/>
                      <a:pt x="2" y="1"/>
                    </a:cubicBezTo>
                    <a:cubicBezTo>
                      <a:pt x="0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2" name="íṥḷîde"/>
              <p:cNvSpPr/>
              <p:nvPr/>
            </p:nvSpPr>
            <p:spPr bwMode="auto">
              <a:xfrm>
                <a:off x="9460860" y="5618017"/>
                <a:ext cx="168035" cy="202195"/>
              </a:xfrm>
              <a:custGeom>
                <a:avLst/>
                <a:gdLst>
                  <a:gd name="T0" fmla="*/ 1 w 39"/>
                  <a:gd name="T1" fmla="*/ 34 h 40"/>
                  <a:gd name="T2" fmla="*/ 3 w 39"/>
                  <a:gd name="T3" fmla="*/ 29 h 40"/>
                  <a:gd name="T4" fmla="*/ 6 w 39"/>
                  <a:gd name="T5" fmla="*/ 28 h 40"/>
                  <a:gd name="T6" fmla="*/ 6 w 39"/>
                  <a:gd name="T7" fmla="*/ 26 h 40"/>
                  <a:gd name="T8" fmla="*/ 8 w 39"/>
                  <a:gd name="T9" fmla="*/ 26 h 40"/>
                  <a:gd name="T10" fmla="*/ 9 w 39"/>
                  <a:gd name="T11" fmla="*/ 23 h 40"/>
                  <a:gd name="T12" fmla="*/ 15 w 39"/>
                  <a:gd name="T13" fmla="*/ 22 h 40"/>
                  <a:gd name="T14" fmla="*/ 17 w 39"/>
                  <a:gd name="T15" fmla="*/ 19 h 40"/>
                  <a:gd name="T16" fmla="*/ 20 w 39"/>
                  <a:gd name="T17" fmla="*/ 15 h 40"/>
                  <a:gd name="T18" fmla="*/ 22 w 39"/>
                  <a:gd name="T19" fmla="*/ 13 h 40"/>
                  <a:gd name="T20" fmla="*/ 26 w 39"/>
                  <a:gd name="T21" fmla="*/ 14 h 40"/>
                  <a:gd name="T22" fmla="*/ 25 w 39"/>
                  <a:gd name="T23" fmla="*/ 9 h 40"/>
                  <a:gd name="T24" fmla="*/ 30 w 39"/>
                  <a:gd name="T25" fmla="*/ 3 h 40"/>
                  <a:gd name="T26" fmla="*/ 33 w 39"/>
                  <a:gd name="T27" fmla="*/ 0 h 40"/>
                  <a:gd name="T28" fmla="*/ 37 w 39"/>
                  <a:gd name="T29" fmla="*/ 3 h 40"/>
                  <a:gd name="T30" fmla="*/ 39 w 39"/>
                  <a:gd name="T31" fmla="*/ 9 h 40"/>
                  <a:gd name="T32" fmla="*/ 37 w 39"/>
                  <a:gd name="T33" fmla="*/ 13 h 40"/>
                  <a:gd name="T34" fmla="*/ 35 w 39"/>
                  <a:gd name="T35" fmla="*/ 13 h 40"/>
                  <a:gd name="T36" fmla="*/ 33 w 39"/>
                  <a:gd name="T37" fmla="*/ 19 h 40"/>
                  <a:gd name="T38" fmla="*/ 28 w 39"/>
                  <a:gd name="T39" fmla="*/ 21 h 40"/>
                  <a:gd name="T40" fmla="*/ 25 w 39"/>
                  <a:gd name="T41" fmla="*/ 29 h 40"/>
                  <a:gd name="T42" fmla="*/ 22 w 39"/>
                  <a:gd name="T43" fmla="*/ 34 h 40"/>
                  <a:gd name="T44" fmla="*/ 20 w 39"/>
                  <a:gd name="T45" fmla="*/ 37 h 40"/>
                  <a:gd name="T46" fmla="*/ 9 w 39"/>
                  <a:gd name="T47" fmla="*/ 33 h 40"/>
                  <a:gd name="T48" fmla="*/ 4 w 39"/>
                  <a:gd name="T49" fmla="*/ 34 h 40"/>
                  <a:gd name="T50" fmla="*/ 3 w 39"/>
                  <a:gd name="T51" fmla="*/ 32 h 40"/>
                  <a:gd name="T52" fmla="*/ 1 w 39"/>
                  <a:gd name="T53" fmla="*/ 3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9" h="40">
                    <a:moveTo>
                      <a:pt x="1" y="34"/>
                    </a:moveTo>
                    <a:cubicBezTo>
                      <a:pt x="0" y="33"/>
                      <a:pt x="2" y="31"/>
                      <a:pt x="3" y="29"/>
                    </a:cubicBezTo>
                    <a:cubicBezTo>
                      <a:pt x="4" y="29"/>
                      <a:pt x="6" y="28"/>
                      <a:pt x="6" y="28"/>
                    </a:cubicBezTo>
                    <a:cubicBezTo>
                      <a:pt x="6" y="28"/>
                      <a:pt x="5" y="26"/>
                      <a:pt x="6" y="26"/>
                    </a:cubicBezTo>
                    <a:cubicBezTo>
                      <a:pt x="6" y="25"/>
                      <a:pt x="8" y="26"/>
                      <a:pt x="8" y="26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1" y="22"/>
                      <a:pt x="14" y="23"/>
                      <a:pt x="15" y="22"/>
                    </a:cubicBezTo>
                    <a:cubicBezTo>
                      <a:pt x="15" y="20"/>
                      <a:pt x="14" y="20"/>
                      <a:pt x="17" y="19"/>
                    </a:cubicBezTo>
                    <a:cubicBezTo>
                      <a:pt x="20" y="19"/>
                      <a:pt x="18" y="17"/>
                      <a:pt x="20" y="15"/>
                    </a:cubicBezTo>
                    <a:cubicBezTo>
                      <a:pt x="20" y="15"/>
                      <a:pt x="24" y="19"/>
                      <a:pt x="22" y="13"/>
                    </a:cubicBezTo>
                    <a:cubicBezTo>
                      <a:pt x="24" y="13"/>
                      <a:pt x="24" y="14"/>
                      <a:pt x="26" y="14"/>
                    </a:cubicBezTo>
                    <a:cubicBezTo>
                      <a:pt x="26" y="12"/>
                      <a:pt x="24" y="12"/>
                      <a:pt x="25" y="9"/>
                    </a:cubicBezTo>
                    <a:cubicBezTo>
                      <a:pt x="29" y="10"/>
                      <a:pt x="28" y="5"/>
                      <a:pt x="30" y="3"/>
                    </a:cubicBezTo>
                    <a:cubicBezTo>
                      <a:pt x="31" y="2"/>
                      <a:pt x="34" y="3"/>
                      <a:pt x="33" y="0"/>
                    </a:cubicBezTo>
                    <a:cubicBezTo>
                      <a:pt x="35" y="1"/>
                      <a:pt x="35" y="3"/>
                      <a:pt x="37" y="3"/>
                    </a:cubicBezTo>
                    <a:cubicBezTo>
                      <a:pt x="36" y="6"/>
                      <a:pt x="39" y="6"/>
                      <a:pt x="39" y="9"/>
                    </a:cubicBezTo>
                    <a:cubicBezTo>
                      <a:pt x="37" y="9"/>
                      <a:pt x="38" y="12"/>
                      <a:pt x="37" y="13"/>
                    </a:cubicBezTo>
                    <a:cubicBezTo>
                      <a:pt x="37" y="13"/>
                      <a:pt x="35" y="13"/>
                      <a:pt x="35" y="13"/>
                    </a:cubicBezTo>
                    <a:cubicBezTo>
                      <a:pt x="34" y="14"/>
                      <a:pt x="34" y="17"/>
                      <a:pt x="33" y="19"/>
                    </a:cubicBezTo>
                    <a:cubicBezTo>
                      <a:pt x="31" y="21"/>
                      <a:pt x="31" y="18"/>
                      <a:pt x="28" y="21"/>
                    </a:cubicBezTo>
                    <a:cubicBezTo>
                      <a:pt x="25" y="22"/>
                      <a:pt x="26" y="26"/>
                      <a:pt x="25" y="29"/>
                    </a:cubicBezTo>
                    <a:cubicBezTo>
                      <a:pt x="24" y="30"/>
                      <a:pt x="21" y="30"/>
                      <a:pt x="22" y="34"/>
                    </a:cubicBezTo>
                    <a:cubicBezTo>
                      <a:pt x="20" y="34"/>
                      <a:pt x="20" y="35"/>
                      <a:pt x="20" y="37"/>
                    </a:cubicBezTo>
                    <a:cubicBezTo>
                      <a:pt x="16" y="34"/>
                      <a:pt x="10" y="40"/>
                      <a:pt x="9" y="33"/>
                    </a:cubicBezTo>
                    <a:cubicBezTo>
                      <a:pt x="9" y="33"/>
                      <a:pt x="6" y="35"/>
                      <a:pt x="4" y="34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0" y="32"/>
                      <a:pt x="6" y="36"/>
                      <a:pt x="1" y="3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3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3" name="íŝľïďê"/>
              <p:cNvSpPr/>
              <p:nvPr/>
            </p:nvSpPr>
            <p:spPr bwMode="auto">
              <a:xfrm>
                <a:off x="3590398" y="1708927"/>
                <a:ext cx="243436" cy="207188"/>
              </a:xfrm>
              <a:custGeom>
                <a:avLst/>
                <a:gdLst>
                  <a:gd name="T0" fmla="*/ 15 w 56"/>
                  <a:gd name="T1" fmla="*/ 0 h 41"/>
                  <a:gd name="T2" fmla="*/ 22 w 56"/>
                  <a:gd name="T3" fmla="*/ 5 h 41"/>
                  <a:gd name="T4" fmla="*/ 25 w 56"/>
                  <a:gd name="T5" fmla="*/ 7 h 41"/>
                  <a:gd name="T6" fmla="*/ 28 w 56"/>
                  <a:gd name="T7" fmla="*/ 7 h 41"/>
                  <a:gd name="T8" fmla="*/ 29 w 56"/>
                  <a:gd name="T9" fmla="*/ 8 h 41"/>
                  <a:gd name="T10" fmla="*/ 33 w 56"/>
                  <a:gd name="T11" fmla="*/ 10 h 41"/>
                  <a:gd name="T12" fmla="*/ 37 w 56"/>
                  <a:gd name="T13" fmla="*/ 10 h 41"/>
                  <a:gd name="T14" fmla="*/ 44 w 56"/>
                  <a:gd name="T15" fmla="*/ 13 h 41"/>
                  <a:gd name="T16" fmla="*/ 44 w 56"/>
                  <a:gd name="T17" fmla="*/ 17 h 41"/>
                  <a:gd name="T18" fmla="*/ 48 w 56"/>
                  <a:gd name="T19" fmla="*/ 17 h 41"/>
                  <a:gd name="T20" fmla="*/ 48 w 56"/>
                  <a:gd name="T21" fmla="*/ 19 h 41"/>
                  <a:gd name="T22" fmla="*/ 56 w 56"/>
                  <a:gd name="T23" fmla="*/ 24 h 41"/>
                  <a:gd name="T24" fmla="*/ 54 w 56"/>
                  <a:gd name="T25" fmla="*/ 28 h 41"/>
                  <a:gd name="T26" fmla="*/ 52 w 56"/>
                  <a:gd name="T27" fmla="*/ 27 h 41"/>
                  <a:gd name="T28" fmla="*/ 45 w 56"/>
                  <a:gd name="T29" fmla="*/ 30 h 41"/>
                  <a:gd name="T30" fmla="*/ 44 w 56"/>
                  <a:gd name="T31" fmla="*/ 33 h 41"/>
                  <a:gd name="T32" fmla="*/ 42 w 56"/>
                  <a:gd name="T33" fmla="*/ 36 h 41"/>
                  <a:gd name="T34" fmla="*/ 34 w 56"/>
                  <a:gd name="T35" fmla="*/ 36 h 41"/>
                  <a:gd name="T36" fmla="*/ 34 w 56"/>
                  <a:gd name="T37" fmla="*/ 37 h 41"/>
                  <a:gd name="T38" fmla="*/ 29 w 56"/>
                  <a:gd name="T39" fmla="*/ 38 h 41"/>
                  <a:gd name="T40" fmla="*/ 28 w 56"/>
                  <a:gd name="T41" fmla="*/ 36 h 41"/>
                  <a:gd name="T42" fmla="*/ 20 w 56"/>
                  <a:gd name="T43" fmla="*/ 36 h 41"/>
                  <a:gd name="T44" fmla="*/ 18 w 56"/>
                  <a:gd name="T45" fmla="*/ 33 h 41"/>
                  <a:gd name="T46" fmla="*/ 22 w 56"/>
                  <a:gd name="T47" fmla="*/ 30 h 41"/>
                  <a:gd name="T48" fmla="*/ 15 w 56"/>
                  <a:gd name="T49" fmla="*/ 29 h 41"/>
                  <a:gd name="T50" fmla="*/ 19 w 56"/>
                  <a:gd name="T51" fmla="*/ 27 h 41"/>
                  <a:gd name="T52" fmla="*/ 22 w 56"/>
                  <a:gd name="T53" fmla="*/ 24 h 41"/>
                  <a:gd name="T54" fmla="*/ 25 w 56"/>
                  <a:gd name="T55" fmla="*/ 25 h 41"/>
                  <a:gd name="T56" fmla="*/ 24 w 56"/>
                  <a:gd name="T57" fmla="*/ 22 h 41"/>
                  <a:gd name="T58" fmla="*/ 13 w 56"/>
                  <a:gd name="T59" fmla="*/ 24 h 41"/>
                  <a:gd name="T60" fmla="*/ 9 w 56"/>
                  <a:gd name="T61" fmla="*/ 23 h 41"/>
                  <a:gd name="T62" fmla="*/ 6 w 56"/>
                  <a:gd name="T63" fmla="*/ 20 h 41"/>
                  <a:gd name="T64" fmla="*/ 1 w 56"/>
                  <a:gd name="T65" fmla="*/ 18 h 41"/>
                  <a:gd name="T66" fmla="*/ 0 w 56"/>
                  <a:gd name="T67" fmla="*/ 14 h 41"/>
                  <a:gd name="T68" fmla="*/ 4 w 56"/>
                  <a:gd name="T69" fmla="*/ 12 h 41"/>
                  <a:gd name="T70" fmla="*/ 6 w 56"/>
                  <a:gd name="T71" fmla="*/ 9 h 41"/>
                  <a:gd name="T72" fmla="*/ 8 w 56"/>
                  <a:gd name="T73" fmla="*/ 5 h 41"/>
                  <a:gd name="T74" fmla="*/ 10 w 56"/>
                  <a:gd name="T75" fmla="*/ 5 h 41"/>
                  <a:gd name="T76" fmla="*/ 13 w 56"/>
                  <a:gd name="T77" fmla="*/ 3 h 41"/>
                  <a:gd name="T78" fmla="*/ 15 w 56"/>
                  <a:gd name="T7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6" h="41">
                    <a:moveTo>
                      <a:pt x="15" y="0"/>
                    </a:moveTo>
                    <a:cubicBezTo>
                      <a:pt x="17" y="2"/>
                      <a:pt x="21" y="3"/>
                      <a:pt x="22" y="5"/>
                    </a:cubicBezTo>
                    <a:cubicBezTo>
                      <a:pt x="24" y="4"/>
                      <a:pt x="25" y="6"/>
                      <a:pt x="25" y="7"/>
                    </a:cubicBezTo>
                    <a:cubicBezTo>
                      <a:pt x="26" y="7"/>
                      <a:pt x="28" y="6"/>
                      <a:pt x="28" y="7"/>
                    </a:cubicBezTo>
                    <a:cubicBezTo>
                      <a:pt x="28" y="7"/>
                      <a:pt x="28" y="9"/>
                      <a:pt x="29" y="8"/>
                    </a:cubicBezTo>
                    <a:cubicBezTo>
                      <a:pt x="31" y="6"/>
                      <a:pt x="31" y="9"/>
                      <a:pt x="33" y="10"/>
                    </a:cubicBezTo>
                    <a:cubicBezTo>
                      <a:pt x="34" y="11"/>
                      <a:pt x="36" y="10"/>
                      <a:pt x="37" y="10"/>
                    </a:cubicBezTo>
                    <a:cubicBezTo>
                      <a:pt x="37" y="11"/>
                      <a:pt x="39" y="15"/>
                      <a:pt x="44" y="13"/>
                    </a:cubicBezTo>
                    <a:cubicBezTo>
                      <a:pt x="44" y="14"/>
                      <a:pt x="44" y="15"/>
                      <a:pt x="44" y="17"/>
                    </a:cubicBezTo>
                    <a:cubicBezTo>
                      <a:pt x="45" y="17"/>
                      <a:pt x="47" y="16"/>
                      <a:pt x="48" y="17"/>
                    </a:cubicBezTo>
                    <a:cubicBezTo>
                      <a:pt x="48" y="17"/>
                      <a:pt x="48" y="19"/>
                      <a:pt x="48" y="19"/>
                    </a:cubicBezTo>
                    <a:cubicBezTo>
                      <a:pt x="50" y="21"/>
                      <a:pt x="53" y="22"/>
                      <a:pt x="56" y="24"/>
                    </a:cubicBezTo>
                    <a:cubicBezTo>
                      <a:pt x="56" y="25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2" y="27"/>
                    </a:cubicBezTo>
                    <a:cubicBezTo>
                      <a:pt x="49" y="28"/>
                      <a:pt x="48" y="30"/>
                      <a:pt x="45" y="30"/>
                    </a:cubicBezTo>
                    <a:cubicBezTo>
                      <a:pt x="44" y="31"/>
                      <a:pt x="44" y="32"/>
                      <a:pt x="44" y="33"/>
                    </a:cubicBezTo>
                    <a:cubicBezTo>
                      <a:pt x="42" y="33"/>
                      <a:pt x="42" y="34"/>
                      <a:pt x="42" y="36"/>
                    </a:cubicBezTo>
                    <a:cubicBezTo>
                      <a:pt x="38" y="36"/>
                      <a:pt x="37" y="33"/>
                      <a:pt x="34" y="36"/>
                    </a:cubicBezTo>
                    <a:cubicBezTo>
                      <a:pt x="33" y="36"/>
                      <a:pt x="33" y="37"/>
                      <a:pt x="34" y="37"/>
                    </a:cubicBezTo>
                    <a:cubicBezTo>
                      <a:pt x="34" y="41"/>
                      <a:pt x="29" y="34"/>
                      <a:pt x="29" y="38"/>
                    </a:cubicBezTo>
                    <a:cubicBezTo>
                      <a:pt x="28" y="38"/>
                      <a:pt x="28" y="36"/>
                      <a:pt x="28" y="36"/>
                    </a:cubicBezTo>
                    <a:cubicBezTo>
                      <a:pt x="25" y="38"/>
                      <a:pt x="24" y="35"/>
                      <a:pt x="20" y="36"/>
                    </a:cubicBezTo>
                    <a:cubicBezTo>
                      <a:pt x="21" y="33"/>
                      <a:pt x="19" y="33"/>
                      <a:pt x="18" y="33"/>
                    </a:cubicBezTo>
                    <a:cubicBezTo>
                      <a:pt x="18" y="31"/>
                      <a:pt x="22" y="33"/>
                      <a:pt x="22" y="30"/>
                    </a:cubicBezTo>
                    <a:cubicBezTo>
                      <a:pt x="22" y="28"/>
                      <a:pt x="17" y="30"/>
                      <a:pt x="15" y="29"/>
                    </a:cubicBezTo>
                    <a:cubicBezTo>
                      <a:pt x="14" y="26"/>
                      <a:pt x="17" y="28"/>
                      <a:pt x="19" y="27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4" y="26"/>
                      <a:pt x="25" y="25"/>
                    </a:cubicBezTo>
                    <a:cubicBezTo>
                      <a:pt x="26" y="23"/>
                      <a:pt x="24" y="23"/>
                      <a:pt x="24" y="22"/>
                    </a:cubicBezTo>
                    <a:cubicBezTo>
                      <a:pt x="23" y="23"/>
                      <a:pt x="15" y="22"/>
                      <a:pt x="13" y="24"/>
                    </a:cubicBezTo>
                    <a:cubicBezTo>
                      <a:pt x="11" y="26"/>
                      <a:pt x="13" y="24"/>
                      <a:pt x="9" y="23"/>
                    </a:cubicBezTo>
                    <a:cubicBezTo>
                      <a:pt x="5" y="22"/>
                      <a:pt x="2" y="24"/>
                      <a:pt x="6" y="20"/>
                    </a:cubicBezTo>
                    <a:cubicBezTo>
                      <a:pt x="6" y="18"/>
                      <a:pt x="2" y="20"/>
                      <a:pt x="1" y="18"/>
                    </a:cubicBezTo>
                    <a:cubicBezTo>
                      <a:pt x="3" y="15"/>
                      <a:pt x="6" y="12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5" y="11"/>
                      <a:pt x="5" y="9"/>
                      <a:pt x="6" y="9"/>
                    </a:cubicBezTo>
                    <a:cubicBezTo>
                      <a:pt x="8" y="9"/>
                      <a:pt x="7" y="6"/>
                      <a:pt x="8" y="5"/>
                    </a:cubicBezTo>
                    <a:cubicBezTo>
                      <a:pt x="8" y="5"/>
                      <a:pt x="10" y="5"/>
                      <a:pt x="10" y="5"/>
                    </a:cubicBezTo>
                    <a:cubicBezTo>
                      <a:pt x="12" y="5"/>
                      <a:pt x="11" y="3"/>
                      <a:pt x="13" y="3"/>
                    </a:cubicBezTo>
                    <a:cubicBezTo>
                      <a:pt x="13" y="1"/>
                      <a:pt x="15" y="2"/>
                      <a:pt x="1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4" name="ïSľîḍê"/>
              <p:cNvSpPr/>
              <p:nvPr/>
            </p:nvSpPr>
            <p:spPr bwMode="auto">
              <a:xfrm>
                <a:off x="5985977" y="1783814"/>
                <a:ext cx="318836" cy="187218"/>
              </a:xfrm>
              <a:custGeom>
                <a:avLst/>
                <a:gdLst>
                  <a:gd name="T0" fmla="*/ 25 w 73"/>
                  <a:gd name="T1" fmla="*/ 26 h 37"/>
                  <a:gd name="T2" fmla="*/ 23 w 73"/>
                  <a:gd name="T3" fmla="*/ 27 h 37"/>
                  <a:gd name="T4" fmla="*/ 17 w 73"/>
                  <a:gd name="T5" fmla="*/ 26 h 37"/>
                  <a:gd name="T6" fmla="*/ 20 w 73"/>
                  <a:gd name="T7" fmla="*/ 23 h 37"/>
                  <a:gd name="T8" fmla="*/ 28 w 73"/>
                  <a:gd name="T9" fmla="*/ 18 h 37"/>
                  <a:gd name="T10" fmla="*/ 25 w 73"/>
                  <a:gd name="T11" fmla="*/ 14 h 37"/>
                  <a:gd name="T12" fmla="*/ 19 w 73"/>
                  <a:gd name="T13" fmla="*/ 14 h 37"/>
                  <a:gd name="T14" fmla="*/ 13 w 73"/>
                  <a:gd name="T15" fmla="*/ 19 h 37"/>
                  <a:gd name="T16" fmla="*/ 4 w 73"/>
                  <a:gd name="T17" fmla="*/ 18 h 37"/>
                  <a:gd name="T18" fmla="*/ 5 w 73"/>
                  <a:gd name="T19" fmla="*/ 9 h 37"/>
                  <a:gd name="T20" fmla="*/ 3 w 73"/>
                  <a:gd name="T21" fmla="*/ 10 h 37"/>
                  <a:gd name="T22" fmla="*/ 1 w 73"/>
                  <a:gd name="T23" fmla="*/ 4 h 37"/>
                  <a:gd name="T24" fmla="*/ 4 w 73"/>
                  <a:gd name="T25" fmla="*/ 5 h 37"/>
                  <a:gd name="T26" fmla="*/ 12 w 73"/>
                  <a:gd name="T27" fmla="*/ 3 h 37"/>
                  <a:gd name="T28" fmla="*/ 13 w 73"/>
                  <a:gd name="T29" fmla="*/ 7 h 37"/>
                  <a:gd name="T30" fmla="*/ 23 w 73"/>
                  <a:gd name="T31" fmla="*/ 8 h 37"/>
                  <a:gd name="T32" fmla="*/ 27 w 73"/>
                  <a:gd name="T33" fmla="*/ 3 h 37"/>
                  <a:gd name="T34" fmla="*/ 39 w 73"/>
                  <a:gd name="T35" fmla="*/ 4 h 37"/>
                  <a:gd name="T36" fmla="*/ 41 w 73"/>
                  <a:gd name="T37" fmla="*/ 4 h 37"/>
                  <a:gd name="T38" fmla="*/ 46 w 73"/>
                  <a:gd name="T39" fmla="*/ 8 h 37"/>
                  <a:gd name="T40" fmla="*/ 44 w 73"/>
                  <a:gd name="T41" fmla="*/ 10 h 37"/>
                  <a:gd name="T42" fmla="*/ 51 w 73"/>
                  <a:gd name="T43" fmla="*/ 9 h 37"/>
                  <a:gd name="T44" fmla="*/ 58 w 73"/>
                  <a:gd name="T45" fmla="*/ 12 h 37"/>
                  <a:gd name="T46" fmla="*/ 59 w 73"/>
                  <a:gd name="T47" fmla="*/ 14 h 37"/>
                  <a:gd name="T48" fmla="*/ 61 w 73"/>
                  <a:gd name="T49" fmla="*/ 15 h 37"/>
                  <a:gd name="T50" fmla="*/ 62 w 73"/>
                  <a:gd name="T51" fmla="*/ 18 h 37"/>
                  <a:gd name="T52" fmla="*/ 64 w 73"/>
                  <a:gd name="T53" fmla="*/ 18 h 37"/>
                  <a:gd name="T54" fmla="*/ 64 w 73"/>
                  <a:gd name="T55" fmla="*/ 21 h 37"/>
                  <a:gd name="T56" fmla="*/ 67 w 73"/>
                  <a:gd name="T57" fmla="*/ 21 h 37"/>
                  <a:gd name="T58" fmla="*/ 68 w 73"/>
                  <a:gd name="T59" fmla="*/ 24 h 37"/>
                  <a:gd name="T60" fmla="*/ 72 w 73"/>
                  <a:gd name="T61" fmla="*/ 24 h 37"/>
                  <a:gd name="T62" fmla="*/ 68 w 73"/>
                  <a:gd name="T63" fmla="*/ 27 h 37"/>
                  <a:gd name="T64" fmla="*/ 68 w 73"/>
                  <a:gd name="T65" fmla="*/ 28 h 37"/>
                  <a:gd name="T66" fmla="*/ 56 w 73"/>
                  <a:gd name="T67" fmla="*/ 28 h 37"/>
                  <a:gd name="T68" fmla="*/ 56 w 73"/>
                  <a:gd name="T69" fmla="*/ 21 h 37"/>
                  <a:gd name="T70" fmla="*/ 43 w 73"/>
                  <a:gd name="T71" fmla="*/ 19 h 37"/>
                  <a:gd name="T72" fmla="*/ 42 w 73"/>
                  <a:gd name="T73" fmla="*/ 23 h 37"/>
                  <a:gd name="T74" fmla="*/ 39 w 73"/>
                  <a:gd name="T75" fmla="*/ 23 h 37"/>
                  <a:gd name="T76" fmla="*/ 37 w 73"/>
                  <a:gd name="T77" fmla="*/ 26 h 37"/>
                  <a:gd name="T78" fmla="*/ 38 w 73"/>
                  <a:gd name="T79" fmla="*/ 27 h 37"/>
                  <a:gd name="T80" fmla="*/ 34 w 73"/>
                  <a:gd name="T81" fmla="*/ 28 h 37"/>
                  <a:gd name="T82" fmla="*/ 34 w 73"/>
                  <a:gd name="T83" fmla="*/ 36 h 37"/>
                  <a:gd name="T84" fmla="*/ 18 w 73"/>
                  <a:gd name="T85" fmla="*/ 31 h 37"/>
                  <a:gd name="T86" fmla="*/ 22 w 73"/>
                  <a:gd name="T87" fmla="*/ 28 h 37"/>
                  <a:gd name="T88" fmla="*/ 27 w 73"/>
                  <a:gd name="T89" fmla="*/ 28 h 37"/>
                  <a:gd name="T90" fmla="*/ 25 w 73"/>
                  <a:gd name="T91" fmla="*/ 2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37">
                    <a:moveTo>
                      <a:pt x="25" y="26"/>
                    </a:moveTo>
                    <a:cubicBezTo>
                      <a:pt x="25" y="23"/>
                      <a:pt x="23" y="27"/>
                      <a:pt x="23" y="27"/>
                    </a:cubicBezTo>
                    <a:cubicBezTo>
                      <a:pt x="21" y="27"/>
                      <a:pt x="20" y="24"/>
                      <a:pt x="17" y="26"/>
                    </a:cubicBezTo>
                    <a:cubicBezTo>
                      <a:pt x="17" y="23"/>
                      <a:pt x="19" y="24"/>
                      <a:pt x="20" y="23"/>
                    </a:cubicBezTo>
                    <a:cubicBezTo>
                      <a:pt x="23" y="22"/>
                      <a:pt x="24" y="18"/>
                      <a:pt x="28" y="18"/>
                    </a:cubicBezTo>
                    <a:cubicBezTo>
                      <a:pt x="27" y="17"/>
                      <a:pt x="25" y="17"/>
                      <a:pt x="25" y="14"/>
                    </a:cubicBezTo>
                    <a:cubicBezTo>
                      <a:pt x="23" y="13"/>
                      <a:pt x="20" y="18"/>
                      <a:pt x="19" y="14"/>
                    </a:cubicBezTo>
                    <a:cubicBezTo>
                      <a:pt x="17" y="16"/>
                      <a:pt x="15" y="18"/>
                      <a:pt x="13" y="19"/>
                    </a:cubicBezTo>
                    <a:cubicBezTo>
                      <a:pt x="9" y="20"/>
                      <a:pt x="8" y="17"/>
                      <a:pt x="4" y="18"/>
                    </a:cubicBezTo>
                    <a:cubicBezTo>
                      <a:pt x="7" y="16"/>
                      <a:pt x="7" y="13"/>
                      <a:pt x="5" y="9"/>
                    </a:cubicBezTo>
                    <a:cubicBezTo>
                      <a:pt x="4" y="9"/>
                      <a:pt x="3" y="9"/>
                      <a:pt x="3" y="10"/>
                    </a:cubicBezTo>
                    <a:cubicBezTo>
                      <a:pt x="0" y="11"/>
                      <a:pt x="2" y="6"/>
                      <a:pt x="1" y="4"/>
                    </a:cubicBezTo>
                    <a:cubicBezTo>
                      <a:pt x="3" y="4"/>
                      <a:pt x="4" y="4"/>
                      <a:pt x="4" y="5"/>
                    </a:cubicBezTo>
                    <a:cubicBezTo>
                      <a:pt x="5" y="3"/>
                      <a:pt x="11" y="6"/>
                      <a:pt x="12" y="3"/>
                    </a:cubicBezTo>
                    <a:cubicBezTo>
                      <a:pt x="13" y="3"/>
                      <a:pt x="13" y="5"/>
                      <a:pt x="13" y="7"/>
                    </a:cubicBezTo>
                    <a:cubicBezTo>
                      <a:pt x="17" y="7"/>
                      <a:pt x="22" y="0"/>
                      <a:pt x="23" y="8"/>
                    </a:cubicBezTo>
                    <a:cubicBezTo>
                      <a:pt x="26" y="8"/>
                      <a:pt x="27" y="6"/>
                      <a:pt x="27" y="3"/>
                    </a:cubicBezTo>
                    <a:cubicBezTo>
                      <a:pt x="30" y="4"/>
                      <a:pt x="34" y="4"/>
                      <a:pt x="39" y="4"/>
                    </a:cubicBezTo>
                    <a:cubicBezTo>
                      <a:pt x="40" y="4"/>
                      <a:pt x="40" y="6"/>
                      <a:pt x="41" y="4"/>
                    </a:cubicBezTo>
                    <a:cubicBezTo>
                      <a:pt x="43" y="5"/>
                      <a:pt x="41" y="10"/>
                      <a:pt x="46" y="8"/>
                    </a:cubicBezTo>
                    <a:cubicBezTo>
                      <a:pt x="45" y="9"/>
                      <a:pt x="44" y="9"/>
                      <a:pt x="44" y="10"/>
                    </a:cubicBezTo>
                    <a:cubicBezTo>
                      <a:pt x="46" y="10"/>
                      <a:pt x="51" y="12"/>
                      <a:pt x="51" y="9"/>
                    </a:cubicBezTo>
                    <a:cubicBezTo>
                      <a:pt x="52" y="11"/>
                      <a:pt x="53" y="13"/>
                      <a:pt x="58" y="12"/>
                    </a:cubicBezTo>
                    <a:cubicBezTo>
                      <a:pt x="56" y="14"/>
                      <a:pt x="58" y="13"/>
                      <a:pt x="59" y="14"/>
                    </a:cubicBezTo>
                    <a:cubicBezTo>
                      <a:pt x="60" y="15"/>
                      <a:pt x="59" y="15"/>
                      <a:pt x="61" y="15"/>
                    </a:cubicBezTo>
                    <a:cubicBezTo>
                      <a:pt x="62" y="16"/>
                      <a:pt x="61" y="17"/>
                      <a:pt x="62" y="18"/>
                    </a:cubicBezTo>
                    <a:cubicBezTo>
                      <a:pt x="62" y="18"/>
                      <a:pt x="64" y="18"/>
                      <a:pt x="64" y="18"/>
                    </a:cubicBezTo>
                    <a:cubicBezTo>
                      <a:pt x="65" y="18"/>
                      <a:pt x="64" y="20"/>
                      <a:pt x="64" y="21"/>
                    </a:cubicBezTo>
                    <a:cubicBezTo>
                      <a:pt x="65" y="21"/>
                      <a:pt x="67" y="20"/>
                      <a:pt x="67" y="21"/>
                    </a:cubicBezTo>
                    <a:cubicBezTo>
                      <a:pt x="68" y="22"/>
                      <a:pt x="67" y="23"/>
                      <a:pt x="68" y="24"/>
                    </a:cubicBezTo>
                    <a:cubicBezTo>
                      <a:pt x="70" y="25"/>
                      <a:pt x="72" y="22"/>
                      <a:pt x="72" y="24"/>
                    </a:cubicBezTo>
                    <a:cubicBezTo>
                      <a:pt x="73" y="28"/>
                      <a:pt x="69" y="26"/>
                      <a:pt x="68" y="27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5" y="29"/>
                      <a:pt x="60" y="27"/>
                      <a:pt x="56" y="28"/>
                    </a:cubicBezTo>
                    <a:cubicBezTo>
                      <a:pt x="54" y="24"/>
                      <a:pt x="56" y="25"/>
                      <a:pt x="56" y="21"/>
                    </a:cubicBezTo>
                    <a:cubicBezTo>
                      <a:pt x="54" y="17"/>
                      <a:pt x="46" y="17"/>
                      <a:pt x="43" y="19"/>
                    </a:cubicBezTo>
                    <a:cubicBezTo>
                      <a:pt x="41" y="19"/>
                      <a:pt x="43" y="22"/>
                      <a:pt x="42" y="23"/>
                    </a:cubicBezTo>
                    <a:cubicBezTo>
                      <a:pt x="42" y="23"/>
                      <a:pt x="40" y="23"/>
                      <a:pt x="39" y="23"/>
                    </a:cubicBezTo>
                    <a:cubicBezTo>
                      <a:pt x="38" y="24"/>
                      <a:pt x="39" y="26"/>
                      <a:pt x="37" y="26"/>
                    </a:cubicBezTo>
                    <a:cubicBezTo>
                      <a:pt x="36" y="27"/>
                      <a:pt x="37" y="27"/>
                      <a:pt x="38" y="27"/>
                    </a:cubicBezTo>
                    <a:cubicBezTo>
                      <a:pt x="38" y="28"/>
                      <a:pt x="36" y="28"/>
                      <a:pt x="34" y="28"/>
                    </a:cubicBezTo>
                    <a:cubicBezTo>
                      <a:pt x="33" y="32"/>
                      <a:pt x="34" y="31"/>
                      <a:pt x="34" y="36"/>
                    </a:cubicBezTo>
                    <a:cubicBezTo>
                      <a:pt x="30" y="37"/>
                      <a:pt x="19" y="37"/>
                      <a:pt x="18" y="31"/>
                    </a:cubicBezTo>
                    <a:cubicBezTo>
                      <a:pt x="20" y="31"/>
                      <a:pt x="21" y="30"/>
                      <a:pt x="22" y="28"/>
                    </a:cubicBezTo>
                    <a:cubicBezTo>
                      <a:pt x="25" y="28"/>
                      <a:pt x="24" y="30"/>
                      <a:pt x="27" y="28"/>
                    </a:cubicBezTo>
                    <a:cubicBezTo>
                      <a:pt x="26" y="27"/>
                      <a:pt x="23" y="26"/>
                      <a:pt x="25" y="2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5" name="îṩḻîḋé"/>
              <p:cNvSpPr/>
              <p:nvPr/>
            </p:nvSpPr>
            <p:spPr bwMode="auto">
              <a:xfrm>
                <a:off x="3004429" y="1931090"/>
                <a:ext cx="152956" cy="89864"/>
              </a:xfrm>
              <a:custGeom>
                <a:avLst/>
                <a:gdLst>
                  <a:gd name="T0" fmla="*/ 34 w 35"/>
                  <a:gd name="T1" fmla="*/ 3 h 18"/>
                  <a:gd name="T2" fmla="*/ 34 w 35"/>
                  <a:gd name="T3" fmla="*/ 7 h 18"/>
                  <a:gd name="T4" fmla="*/ 32 w 35"/>
                  <a:gd name="T5" fmla="*/ 7 h 18"/>
                  <a:gd name="T6" fmla="*/ 32 w 35"/>
                  <a:gd name="T7" fmla="*/ 10 h 18"/>
                  <a:gd name="T8" fmla="*/ 28 w 35"/>
                  <a:gd name="T9" fmla="*/ 13 h 18"/>
                  <a:gd name="T10" fmla="*/ 24 w 35"/>
                  <a:gd name="T11" fmla="*/ 9 h 18"/>
                  <a:gd name="T12" fmla="*/ 20 w 35"/>
                  <a:gd name="T13" fmla="*/ 12 h 18"/>
                  <a:gd name="T14" fmla="*/ 15 w 35"/>
                  <a:gd name="T15" fmla="*/ 17 h 18"/>
                  <a:gd name="T16" fmla="*/ 1 w 35"/>
                  <a:gd name="T17" fmla="*/ 17 h 18"/>
                  <a:gd name="T18" fmla="*/ 0 w 35"/>
                  <a:gd name="T19" fmla="*/ 12 h 18"/>
                  <a:gd name="T20" fmla="*/ 5 w 35"/>
                  <a:gd name="T21" fmla="*/ 13 h 18"/>
                  <a:gd name="T22" fmla="*/ 10 w 35"/>
                  <a:gd name="T23" fmla="*/ 9 h 18"/>
                  <a:gd name="T24" fmla="*/ 13 w 35"/>
                  <a:gd name="T25" fmla="*/ 7 h 18"/>
                  <a:gd name="T26" fmla="*/ 17 w 35"/>
                  <a:gd name="T27" fmla="*/ 5 h 18"/>
                  <a:gd name="T28" fmla="*/ 18 w 35"/>
                  <a:gd name="T29" fmla="*/ 5 h 18"/>
                  <a:gd name="T30" fmla="*/ 20 w 35"/>
                  <a:gd name="T31" fmla="*/ 3 h 18"/>
                  <a:gd name="T32" fmla="*/ 25 w 35"/>
                  <a:gd name="T33" fmla="*/ 3 h 18"/>
                  <a:gd name="T34" fmla="*/ 34 w 35"/>
                  <a:gd name="T35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" h="18">
                    <a:moveTo>
                      <a:pt x="34" y="3"/>
                    </a:moveTo>
                    <a:cubicBezTo>
                      <a:pt x="34" y="4"/>
                      <a:pt x="35" y="6"/>
                      <a:pt x="34" y="7"/>
                    </a:cubicBezTo>
                    <a:cubicBezTo>
                      <a:pt x="34" y="7"/>
                      <a:pt x="32" y="6"/>
                      <a:pt x="32" y="7"/>
                    </a:cubicBezTo>
                    <a:cubicBezTo>
                      <a:pt x="32" y="7"/>
                      <a:pt x="33" y="10"/>
                      <a:pt x="32" y="10"/>
                    </a:cubicBezTo>
                    <a:cubicBezTo>
                      <a:pt x="30" y="11"/>
                      <a:pt x="29" y="8"/>
                      <a:pt x="28" y="13"/>
                    </a:cubicBezTo>
                    <a:cubicBezTo>
                      <a:pt x="26" y="13"/>
                      <a:pt x="27" y="9"/>
                      <a:pt x="24" y="9"/>
                    </a:cubicBezTo>
                    <a:cubicBezTo>
                      <a:pt x="21" y="8"/>
                      <a:pt x="22" y="12"/>
                      <a:pt x="20" y="12"/>
                    </a:cubicBezTo>
                    <a:cubicBezTo>
                      <a:pt x="19" y="14"/>
                      <a:pt x="15" y="13"/>
                      <a:pt x="15" y="17"/>
                    </a:cubicBezTo>
                    <a:cubicBezTo>
                      <a:pt x="10" y="18"/>
                      <a:pt x="7" y="17"/>
                      <a:pt x="1" y="17"/>
                    </a:cubicBezTo>
                    <a:cubicBezTo>
                      <a:pt x="2" y="14"/>
                      <a:pt x="0" y="14"/>
                      <a:pt x="0" y="12"/>
                    </a:cubicBezTo>
                    <a:cubicBezTo>
                      <a:pt x="1" y="13"/>
                      <a:pt x="3" y="13"/>
                      <a:pt x="5" y="13"/>
                    </a:cubicBezTo>
                    <a:cubicBezTo>
                      <a:pt x="8" y="13"/>
                      <a:pt x="8" y="9"/>
                      <a:pt x="10" y="9"/>
                    </a:cubicBezTo>
                    <a:cubicBezTo>
                      <a:pt x="11" y="9"/>
                      <a:pt x="12" y="6"/>
                      <a:pt x="13" y="7"/>
                    </a:cubicBezTo>
                    <a:cubicBezTo>
                      <a:pt x="15" y="9"/>
                      <a:pt x="13" y="6"/>
                      <a:pt x="17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20" y="3"/>
                      <a:pt x="20" y="3"/>
                    </a:cubicBezTo>
                    <a:cubicBezTo>
                      <a:pt x="22" y="2"/>
                      <a:pt x="24" y="3"/>
                      <a:pt x="25" y="3"/>
                    </a:cubicBezTo>
                    <a:cubicBezTo>
                      <a:pt x="27" y="3"/>
                      <a:pt x="31" y="0"/>
                      <a:pt x="34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6" name="îṥliḍe"/>
              <p:cNvSpPr/>
              <p:nvPr/>
            </p:nvSpPr>
            <p:spPr bwMode="auto">
              <a:xfrm>
                <a:off x="3418055" y="1971030"/>
                <a:ext cx="150801" cy="89864"/>
              </a:xfrm>
              <a:custGeom>
                <a:avLst/>
                <a:gdLst>
                  <a:gd name="T0" fmla="*/ 31 w 35"/>
                  <a:gd name="T1" fmla="*/ 1 h 18"/>
                  <a:gd name="T2" fmla="*/ 35 w 35"/>
                  <a:gd name="T3" fmla="*/ 12 h 18"/>
                  <a:gd name="T4" fmla="*/ 33 w 35"/>
                  <a:gd name="T5" fmla="*/ 11 h 18"/>
                  <a:gd name="T6" fmla="*/ 33 w 35"/>
                  <a:gd name="T7" fmla="*/ 15 h 18"/>
                  <a:gd name="T8" fmla="*/ 27 w 35"/>
                  <a:gd name="T9" fmla="*/ 16 h 18"/>
                  <a:gd name="T10" fmla="*/ 26 w 35"/>
                  <a:gd name="T11" fmla="*/ 17 h 18"/>
                  <a:gd name="T12" fmla="*/ 22 w 35"/>
                  <a:gd name="T13" fmla="*/ 17 h 18"/>
                  <a:gd name="T14" fmla="*/ 22 w 35"/>
                  <a:gd name="T15" fmla="*/ 12 h 18"/>
                  <a:gd name="T16" fmla="*/ 10 w 35"/>
                  <a:gd name="T17" fmla="*/ 11 h 18"/>
                  <a:gd name="T18" fmla="*/ 0 w 35"/>
                  <a:gd name="T19" fmla="*/ 5 h 18"/>
                  <a:gd name="T20" fmla="*/ 1 w 35"/>
                  <a:gd name="T21" fmla="*/ 2 h 18"/>
                  <a:gd name="T22" fmla="*/ 4 w 35"/>
                  <a:gd name="T23" fmla="*/ 4 h 18"/>
                  <a:gd name="T24" fmla="*/ 10 w 35"/>
                  <a:gd name="T25" fmla="*/ 6 h 18"/>
                  <a:gd name="T26" fmla="*/ 12 w 35"/>
                  <a:gd name="T27" fmla="*/ 6 h 18"/>
                  <a:gd name="T28" fmla="*/ 14 w 35"/>
                  <a:gd name="T29" fmla="*/ 9 h 18"/>
                  <a:gd name="T30" fmla="*/ 15 w 35"/>
                  <a:gd name="T31" fmla="*/ 4 h 18"/>
                  <a:gd name="T32" fmla="*/ 17 w 35"/>
                  <a:gd name="T33" fmla="*/ 6 h 18"/>
                  <a:gd name="T34" fmla="*/ 31 w 35"/>
                  <a:gd name="T35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" h="18">
                    <a:moveTo>
                      <a:pt x="31" y="1"/>
                    </a:moveTo>
                    <a:cubicBezTo>
                      <a:pt x="29" y="8"/>
                      <a:pt x="35" y="8"/>
                      <a:pt x="35" y="12"/>
                    </a:cubicBezTo>
                    <a:cubicBezTo>
                      <a:pt x="35" y="13"/>
                      <a:pt x="33" y="11"/>
                      <a:pt x="33" y="11"/>
                    </a:cubicBezTo>
                    <a:cubicBezTo>
                      <a:pt x="32" y="12"/>
                      <a:pt x="33" y="15"/>
                      <a:pt x="33" y="15"/>
                    </a:cubicBezTo>
                    <a:cubicBezTo>
                      <a:pt x="31" y="16"/>
                      <a:pt x="29" y="16"/>
                      <a:pt x="27" y="16"/>
                    </a:cubicBezTo>
                    <a:cubicBezTo>
                      <a:pt x="27" y="16"/>
                      <a:pt x="27" y="17"/>
                      <a:pt x="26" y="17"/>
                    </a:cubicBezTo>
                    <a:cubicBezTo>
                      <a:pt x="25" y="18"/>
                      <a:pt x="24" y="17"/>
                      <a:pt x="22" y="17"/>
                    </a:cubicBezTo>
                    <a:cubicBezTo>
                      <a:pt x="21" y="16"/>
                      <a:pt x="21" y="14"/>
                      <a:pt x="22" y="12"/>
                    </a:cubicBezTo>
                    <a:cubicBezTo>
                      <a:pt x="18" y="15"/>
                      <a:pt x="15" y="11"/>
                      <a:pt x="10" y="11"/>
                    </a:cubicBezTo>
                    <a:cubicBezTo>
                      <a:pt x="9" y="7"/>
                      <a:pt x="3" y="7"/>
                      <a:pt x="0" y="5"/>
                    </a:cubicBezTo>
                    <a:cubicBezTo>
                      <a:pt x="0" y="5"/>
                      <a:pt x="1" y="3"/>
                      <a:pt x="1" y="2"/>
                    </a:cubicBezTo>
                    <a:cubicBezTo>
                      <a:pt x="3" y="2"/>
                      <a:pt x="3" y="4"/>
                      <a:pt x="4" y="4"/>
                    </a:cubicBezTo>
                    <a:cubicBezTo>
                      <a:pt x="5" y="4"/>
                      <a:pt x="9" y="5"/>
                      <a:pt x="10" y="6"/>
                    </a:cubicBezTo>
                    <a:cubicBezTo>
                      <a:pt x="10" y="7"/>
                      <a:pt x="12" y="6"/>
                      <a:pt x="12" y="6"/>
                    </a:cubicBezTo>
                    <a:cubicBezTo>
                      <a:pt x="13" y="7"/>
                      <a:pt x="12" y="9"/>
                      <a:pt x="14" y="9"/>
                    </a:cubicBezTo>
                    <a:cubicBezTo>
                      <a:pt x="17" y="7"/>
                      <a:pt x="12" y="5"/>
                      <a:pt x="15" y="4"/>
                    </a:cubicBezTo>
                    <a:cubicBezTo>
                      <a:pt x="17" y="2"/>
                      <a:pt x="17" y="6"/>
                      <a:pt x="17" y="6"/>
                    </a:cubicBezTo>
                    <a:cubicBezTo>
                      <a:pt x="22" y="6"/>
                      <a:pt x="24" y="0"/>
                      <a:pt x="31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7" name="ïṡľïḑê"/>
              <p:cNvSpPr/>
              <p:nvPr/>
            </p:nvSpPr>
            <p:spPr bwMode="auto">
              <a:xfrm>
                <a:off x="3127225" y="1971030"/>
                <a:ext cx="269288" cy="119819"/>
              </a:xfrm>
              <a:custGeom>
                <a:avLst/>
                <a:gdLst>
                  <a:gd name="T0" fmla="*/ 28 w 62"/>
                  <a:gd name="T1" fmla="*/ 9 h 24"/>
                  <a:gd name="T2" fmla="*/ 40 w 62"/>
                  <a:gd name="T3" fmla="*/ 14 h 24"/>
                  <a:gd name="T4" fmla="*/ 40 w 62"/>
                  <a:gd name="T5" fmla="*/ 7 h 24"/>
                  <a:gd name="T6" fmla="*/ 36 w 62"/>
                  <a:gd name="T7" fmla="*/ 2 h 24"/>
                  <a:gd name="T8" fmla="*/ 45 w 62"/>
                  <a:gd name="T9" fmla="*/ 1 h 24"/>
                  <a:gd name="T10" fmla="*/ 48 w 62"/>
                  <a:gd name="T11" fmla="*/ 4 h 24"/>
                  <a:gd name="T12" fmla="*/ 48 w 62"/>
                  <a:gd name="T13" fmla="*/ 6 h 24"/>
                  <a:gd name="T14" fmla="*/ 53 w 62"/>
                  <a:gd name="T15" fmla="*/ 10 h 24"/>
                  <a:gd name="T16" fmla="*/ 57 w 62"/>
                  <a:gd name="T17" fmla="*/ 7 h 24"/>
                  <a:gd name="T18" fmla="*/ 60 w 62"/>
                  <a:gd name="T19" fmla="*/ 10 h 24"/>
                  <a:gd name="T20" fmla="*/ 62 w 62"/>
                  <a:gd name="T21" fmla="*/ 12 h 24"/>
                  <a:gd name="T22" fmla="*/ 60 w 62"/>
                  <a:gd name="T23" fmla="*/ 17 h 24"/>
                  <a:gd name="T24" fmla="*/ 53 w 62"/>
                  <a:gd name="T25" fmla="*/ 19 h 24"/>
                  <a:gd name="T26" fmla="*/ 48 w 62"/>
                  <a:gd name="T27" fmla="*/ 17 h 24"/>
                  <a:gd name="T28" fmla="*/ 36 w 62"/>
                  <a:gd name="T29" fmla="*/ 20 h 24"/>
                  <a:gd name="T30" fmla="*/ 34 w 62"/>
                  <a:gd name="T31" fmla="*/ 20 h 24"/>
                  <a:gd name="T32" fmla="*/ 30 w 62"/>
                  <a:gd name="T33" fmla="*/ 21 h 24"/>
                  <a:gd name="T34" fmla="*/ 18 w 62"/>
                  <a:gd name="T35" fmla="*/ 24 h 24"/>
                  <a:gd name="T36" fmla="*/ 29 w 62"/>
                  <a:gd name="T37" fmla="*/ 20 h 24"/>
                  <a:gd name="T38" fmla="*/ 23 w 62"/>
                  <a:gd name="T39" fmla="*/ 17 h 24"/>
                  <a:gd name="T40" fmla="*/ 18 w 62"/>
                  <a:gd name="T41" fmla="*/ 15 h 24"/>
                  <a:gd name="T42" fmla="*/ 12 w 62"/>
                  <a:gd name="T43" fmla="*/ 17 h 24"/>
                  <a:gd name="T44" fmla="*/ 9 w 62"/>
                  <a:gd name="T45" fmla="*/ 16 h 24"/>
                  <a:gd name="T46" fmla="*/ 0 w 62"/>
                  <a:gd name="T47" fmla="*/ 15 h 24"/>
                  <a:gd name="T48" fmla="*/ 2 w 62"/>
                  <a:gd name="T49" fmla="*/ 12 h 24"/>
                  <a:gd name="T50" fmla="*/ 4 w 62"/>
                  <a:gd name="T51" fmla="*/ 9 h 24"/>
                  <a:gd name="T52" fmla="*/ 9 w 62"/>
                  <a:gd name="T53" fmla="*/ 7 h 24"/>
                  <a:gd name="T54" fmla="*/ 7 w 62"/>
                  <a:gd name="T55" fmla="*/ 5 h 24"/>
                  <a:gd name="T56" fmla="*/ 10 w 62"/>
                  <a:gd name="T57" fmla="*/ 5 h 24"/>
                  <a:gd name="T58" fmla="*/ 14 w 62"/>
                  <a:gd name="T59" fmla="*/ 4 h 24"/>
                  <a:gd name="T60" fmla="*/ 20 w 62"/>
                  <a:gd name="T61" fmla="*/ 5 h 24"/>
                  <a:gd name="T62" fmla="*/ 21 w 62"/>
                  <a:gd name="T63" fmla="*/ 7 h 24"/>
                  <a:gd name="T64" fmla="*/ 24 w 62"/>
                  <a:gd name="T65" fmla="*/ 7 h 24"/>
                  <a:gd name="T66" fmla="*/ 24 w 62"/>
                  <a:gd name="T67" fmla="*/ 11 h 24"/>
                  <a:gd name="T68" fmla="*/ 28 w 62"/>
                  <a:gd name="T69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2" h="24">
                    <a:moveTo>
                      <a:pt x="28" y="9"/>
                    </a:moveTo>
                    <a:cubicBezTo>
                      <a:pt x="26" y="13"/>
                      <a:pt x="38" y="11"/>
                      <a:pt x="40" y="14"/>
                    </a:cubicBezTo>
                    <a:cubicBezTo>
                      <a:pt x="43" y="8"/>
                      <a:pt x="32" y="8"/>
                      <a:pt x="40" y="7"/>
                    </a:cubicBezTo>
                    <a:cubicBezTo>
                      <a:pt x="42" y="3"/>
                      <a:pt x="35" y="7"/>
                      <a:pt x="36" y="2"/>
                    </a:cubicBezTo>
                    <a:cubicBezTo>
                      <a:pt x="40" y="3"/>
                      <a:pt x="41" y="0"/>
                      <a:pt x="45" y="1"/>
                    </a:cubicBezTo>
                    <a:cubicBezTo>
                      <a:pt x="44" y="4"/>
                      <a:pt x="47" y="3"/>
                      <a:pt x="48" y="4"/>
                    </a:cubicBezTo>
                    <a:cubicBezTo>
                      <a:pt x="48" y="4"/>
                      <a:pt x="47" y="6"/>
                      <a:pt x="48" y="6"/>
                    </a:cubicBezTo>
                    <a:cubicBezTo>
                      <a:pt x="49" y="7"/>
                      <a:pt x="51" y="8"/>
                      <a:pt x="53" y="10"/>
                    </a:cubicBezTo>
                    <a:cubicBezTo>
                      <a:pt x="54" y="9"/>
                      <a:pt x="54" y="7"/>
                      <a:pt x="57" y="7"/>
                    </a:cubicBezTo>
                    <a:cubicBezTo>
                      <a:pt x="59" y="7"/>
                      <a:pt x="60" y="9"/>
                      <a:pt x="60" y="10"/>
                    </a:cubicBezTo>
                    <a:cubicBezTo>
                      <a:pt x="62" y="12"/>
                      <a:pt x="62" y="12"/>
                      <a:pt x="62" y="12"/>
                    </a:cubicBezTo>
                    <a:cubicBezTo>
                      <a:pt x="60" y="14"/>
                      <a:pt x="62" y="13"/>
                      <a:pt x="60" y="17"/>
                    </a:cubicBezTo>
                    <a:cubicBezTo>
                      <a:pt x="58" y="15"/>
                      <a:pt x="55" y="19"/>
                      <a:pt x="53" y="19"/>
                    </a:cubicBezTo>
                    <a:cubicBezTo>
                      <a:pt x="51" y="19"/>
                      <a:pt x="50" y="18"/>
                      <a:pt x="48" y="17"/>
                    </a:cubicBezTo>
                    <a:cubicBezTo>
                      <a:pt x="44" y="17"/>
                      <a:pt x="39" y="19"/>
                      <a:pt x="36" y="20"/>
                    </a:cubicBezTo>
                    <a:cubicBezTo>
                      <a:pt x="36" y="20"/>
                      <a:pt x="34" y="20"/>
                      <a:pt x="34" y="20"/>
                    </a:cubicBezTo>
                    <a:cubicBezTo>
                      <a:pt x="33" y="21"/>
                      <a:pt x="32" y="21"/>
                      <a:pt x="30" y="21"/>
                    </a:cubicBezTo>
                    <a:cubicBezTo>
                      <a:pt x="29" y="22"/>
                      <a:pt x="22" y="23"/>
                      <a:pt x="18" y="24"/>
                    </a:cubicBezTo>
                    <a:cubicBezTo>
                      <a:pt x="18" y="19"/>
                      <a:pt x="24" y="20"/>
                      <a:pt x="29" y="20"/>
                    </a:cubicBezTo>
                    <a:cubicBezTo>
                      <a:pt x="29" y="15"/>
                      <a:pt x="25" y="18"/>
                      <a:pt x="23" y="17"/>
                    </a:cubicBezTo>
                    <a:cubicBezTo>
                      <a:pt x="20" y="17"/>
                      <a:pt x="20" y="17"/>
                      <a:pt x="18" y="15"/>
                    </a:cubicBezTo>
                    <a:cubicBezTo>
                      <a:pt x="15" y="14"/>
                      <a:pt x="15" y="17"/>
                      <a:pt x="12" y="17"/>
                    </a:cubicBezTo>
                    <a:cubicBezTo>
                      <a:pt x="11" y="18"/>
                      <a:pt x="10" y="17"/>
                      <a:pt x="9" y="16"/>
                    </a:cubicBezTo>
                    <a:cubicBezTo>
                      <a:pt x="6" y="16"/>
                      <a:pt x="2" y="17"/>
                      <a:pt x="0" y="15"/>
                    </a:cubicBezTo>
                    <a:cubicBezTo>
                      <a:pt x="0" y="13"/>
                      <a:pt x="2" y="13"/>
                      <a:pt x="2" y="12"/>
                    </a:cubicBezTo>
                    <a:cubicBezTo>
                      <a:pt x="3" y="12"/>
                      <a:pt x="3" y="9"/>
                      <a:pt x="4" y="9"/>
                    </a:cubicBezTo>
                    <a:cubicBezTo>
                      <a:pt x="5" y="8"/>
                      <a:pt x="7" y="9"/>
                      <a:pt x="9" y="7"/>
                    </a:cubicBezTo>
                    <a:cubicBezTo>
                      <a:pt x="9" y="7"/>
                      <a:pt x="4" y="6"/>
                      <a:pt x="7" y="5"/>
                    </a:cubicBezTo>
                    <a:cubicBezTo>
                      <a:pt x="8" y="5"/>
                      <a:pt x="9" y="5"/>
                      <a:pt x="10" y="5"/>
                    </a:cubicBezTo>
                    <a:cubicBezTo>
                      <a:pt x="12" y="5"/>
                      <a:pt x="13" y="4"/>
                      <a:pt x="14" y="4"/>
                    </a:cubicBezTo>
                    <a:cubicBezTo>
                      <a:pt x="15" y="4"/>
                      <a:pt x="19" y="4"/>
                      <a:pt x="20" y="5"/>
                    </a:cubicBezTo>
                    <a:cubicBezTo>
                      <a:pt x="21" y="6"/>
                      <a:pt x="20" y="7"/>
                      <a:pt x="21" y="7"/>
                    </a:cubicBezTo>
                    <a:cubicBezTo>
                      <a:pt x="22" y="8"/>
                      <a:pt x="24" y="7"/>
                      <a:pt x="24" y="7"/>
                    </a:cubicBezTo>
                    <a:cubicBezTo>
                      <a:pt x="25" y="9"/>
                      <a:pt x="21" y="12"/>
                      <a:pt x="24" y="11"/>
                    </a:cubicBezTo>
                    <a:cubicBezTo>
                      <a:pt x="25" y="11"/>
                      <a:pt x="25" y="8"/>
                      <a:pt x="28" y="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8" name="ïṧļíḓê"/>
              <p:cNvSpPr/>
              <p:nvPr/>
            </p:nvSpPr>
            <p:spPr bwMode="auto">
              <a:xfrm>
                <a:off x="2939801" y="2090849"/>
                <a:ext cx="217585" cy="167248"/>
              </a:xfrm>
              <a:custGeom>
                <a:avLst/>
                <a:gdLst>
                  <a:gd name="T0" fmla="*/ 6 w 50"/>
                  <a:gd name="T1" fmla="*/ 1 h 33"/>
                  <a:gd name="T2" fmla="*/ 28 w 50"/>
                  <a:gd name="T3" fmla="*/ 2 h 33"/>
                  <a:gd name="T4" fmla="*/ 30 w 50"/>
                  <a:gd name="T5" fmla="*/ 2 h 33"/>
                  <a:gd name="T6" fmla="*/ 35 w 50"/>
                  <a:gd name="T7" fmla="*/ 4 h 33"/>
                  <a:gd name="T8" fmla="*/ 40 w 50"/>
                  <a:gd name="T9" fmla="*/ 4 h 33"/>
                  <a:gd name="T10" fmla="*/ 42 w 50"/>
                  <a:gd name="T11" fmla="*/ 5 h 33"/>
                  <a:gd name="T12" fmla="*/ 49 w 50"/>
                  <a:gd name="T13" fmla="*/ 10 h 33"/>
                  <a:gd name="T14" fmla="*/ 38 w 50"/>
                  <a:gd name="T15" fmla="*/ 12 h 33"/>
                  <a:gd name="T16" fmla="*/ 37 w 50"/>
                  <a:gd name="T17" fmla="*/ 15 h 33"/>
                  <a:gd name="T18" fmla="*/ 34 w 50"/>
                  <a:gd name="T19" fmla="*/ 14 h 33"/>
                  <a:gd name="T20" fmla="*/ 33 w 50"/>
                  <a:gd name="T21" fmla="*/ 15 h 33"/>
                  <a:gd name="T22" fmla="*/ 34 w 50"/>
                  <a:gd name="T23" fmla="*/ 16 h 33"/>
                  <a:gd name="T24" fmla="*/ 32 w 50"/>
                  <a:gd name="T25" fmla="*/ 17 h 33"/>
                  <a:gd name="T26" fmla="*/ 32 w 50"/>
                  <a:gd name="T27" fmla="*/ 20 h 33"/>
                  <a:gd name="T28" fmla="*/ 29 w 50"/>
                  <a:gd name="T29" fmla="*/ 20 h 33"/>
                  <a:gd name="T30" fmla="*/ 26 w 50"/>
                  <a:gd name="T31" fmla="*/ 22 h 33"/>
                  <a:gd name="T32" fmla="*/ 26 w 50"/>
                  <a:gd name="T33" fmla="*/ 27 h 33"/>
                  <a:gd name="T34" fmla="*/ 11 w 50"/>
                  <a:gd name="T35" fmla="*/ 31 h 33"/>
                  <a:gd name="T36" fmla="*/ 0 w 50"/>
                  <a:gd name="T37" fmla="*/ 24 h 33"/>
                  <a:gd name="T38" fmla="*/ 4 w 50"/>
                  <a:gd name="T39" fmla="*/ 21 h 33"/>
                  <a:gd name="T40" fmla="*/ 5 w 50"/>
                  <a:gd name="T41" fmla="*/ 19 h 33"/>
                  <a:gd name="T42" fmla="*/ 4 w 50"/>
                  <a:gd name="T43" fmla="*/ 14 h 33"/>
                  <a:gd name="T44" fmla="*/ 6 w 50"/>
                  <a:gd name="T45" fmla="*/ 12 h 33"/>
                  <a:gd name="T46" fmla="*/ 9 w 50"/>
                  <a:gd name="T47" fmla="*/ 7 h 33"/>
                  <a:gd name="T48" fmla="*/ 6 w 50"/>
                  <a:gd name="T49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33">
                    <a:moveTo>
                      <a:pt x="6" y="1"/>
                    </a:moveTo>
                    <a:cubicBezTo>
                      <a:pt x="14" y="1"/>
                      <a:pt x="22" y="0"/>
                      <a:pt x="28" y="2"/>
                    </a:cubicBezTo>
                    <a:cubicBezTo>
                      <a:pt x="28" y="2"/>
                      <a:pt x="30" y="2"/>
                      <a:pt x="30" y="2"/>
                    </a:cubicBezTo>
                    <a:cubicBezTo>
                      <a:pt x="31" y="4"/>
                      <a:pt x="34" y="2"/>
                      <a:pt x="35" y="4"/>
                    </a:cubicBezTo>
                    <a:cubicBezTo>
                      <a:pt x="38" y="6"/>
                      <a:pt x="35" y="2"/>
                      <a:pt x="40" y="4"/>
                    </a:cubicBezTo>
                    <a:cubicBezTo>
                      <a:pt x="41" y="4"/>
                      <a:pt x="40" y="5"/>
                      <a:pt x="42" y="5"/>
                    </a:cubicBezTo>
                    <a:cubicBezTo>
                      <a:pt x="43" y="5"/>
                      <a:pt x="50" y="7"/>
                      <a:pt x="49" y="10"/>
                    </a:cubicBezTo>
                    <a:cubicBezTo>
                      <a:pt x="45" y="11"/>
                      <a:pt x="41" y="11"/>
                      <a:pt x="38" y="12"/>
                    </a:cubicBezTo>
                    <a:cubicBezTo>
                      <a:pt x="37" y="13"/>
                      <a:pt x="37" y="14"/>
                      <a:pt x="37" y="15"/>
                    </a:cubicBezTo>
                    <a:cubicBezTo>
                      <a:pt x="36" y="15"/>
                      <a:pt x="35" y="13"/>
                      <a:pt x="34" y="14"/>
                    </a:cubicBezTo>
                    <a:cubicBezTo>
                      <a:pt x="35" y="13"/>
                      <a:pt x="33" y="16"/>
                      <a:pt x="33" y="15"/>
                    </a:cubicBezTo>
                    <a:cubicBezTo>
                      <a:pt x="33" y="16"/>
                      <a:pt x="34" y="17"/>
                      <a:pt x="34" y="16"/>
                    </a:cubicBezTo>
                    <a:cubicBezTo>
                      <a:pt x="33" y="17"/>
                      <a:pt x="32" y="16"/>
                      <a:pt x="32" y="17"/>
                    </a:cubicBezTo>
                    <a:cubicBezTo>
                      <a:pt x="31" y="18"/>
                      <a:pt x="32" y="20"/>
                      <a:pt x="32" y="20"/>
                    </a:cubicBezTo>
                    <a:cubicBezTo>
                      <a:pt x="31" y="20"/>
                      <a:pt x="29" y="20"/>
                      <a:pt x="29" y="20"/>
                    </a:cubicBezTo>
                    <a:cubicBezTo>
                      <a:pt x="28" y="21"/>
                      <a:pt x="28" y="22"/>
                      <a:pt x="26" y="22"/>
                    </a:cubicBezTo>
                    <a:cubicBezTo>
                      <a:pt x="26" y="24"/>
                      <a:pt x="26" y="26"/>
                      <a:pt x="26" y="27"/>
                    </a:cubicBezTo>
                    <a:cubicBezTo>
                      <a:pt x="20" y="27"/>
                      <a:pt x="21" y="33"/>
                      <a:pt x="11" y="31"/>
                    </a:cubicBezTo>
                    <a:cubicBezTo>
                      <a:pt x="13" y="24"/>
                      <a:pt x="5" y="25"/>
                      <a:pt x="0" y="24"/>
                    </a:cubicBezTo>
                    <a:cubicBezTo>
                      <a:pt x="0" y="22"/>
                      <a:pt x="3" y="22"/>
                      <a:pt x="4" y="21"/>
                    </a:cubicBezTo>
                    <a:cubicBezTo>
                      <a:pt x="4" y="21"/>
                      <a:pt x="1" y="18"/>
                      <a:pt x="5" y="19"/>
                    </a:cubicBezTo>
                    <a:cubicBezTo>
                      <a:pt x="5" y="16"/>
                      <a:pt x="4" y="16"/>
                      <a:pt x="4" y="14"/>
                    </a:cubicBezTo>
                    <a:cubicBezTo>
                      <a:pt x="6" y="15"/>
                      <a:pt x="6" y="15"/>
                      <a:pt x="6" y="12"/>
                    </a:cubicBezTo>
                    <a:cubicBezTo>
                      <a:pt x="7" y="11"/>
                      <a:pt x="9" y="11"/>
                      <a:pt x="9" y="7"/>
                    </a:cubicBezTo>
                    <a:cubicBezTo>
                      <a:pt x="10" y="3"/>
                      <a:pt x="5" y="6"/>
                      <a:pt x="6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59" name="îŝḷïḓê"/>
              <p:cNvSpPr/>
              <p:nvPr/>
            </p:nvSpPr>
            <p:spPr bwMode="auto">
              <a:xfrm>
                <a:off x="3374969" y="2128293"/>
                <a:ext cx="43086" cy="39940"/>
              </a:xfrm>
              <a:custGeom>
                <a:avLst/>
                <a:gdLst>
                  <a:gd name="T0" fmla="*/ 1 w 10"/>
                  <a:gd name="T1" fmla="*/ 0 h 8"/>
                  <a:gd name="T2" fmla="*/ 8 w 10"/>
                  <a:gd name="T3" fmla="*/ 0 h 8"/>
                  <a:gd name="T4" fmla="*/ 10 w 10"/>
                  <a:gd name="T5" fmla="*/ 5 h 8"/>
                  <a:gd name="T6" fmla="*/ 7 w 10"/>
                  <a:gd name="T7" fmla="*/ 8 h 8"/>
                  <a:gd name="T8" fmla="*/ 0 w 10"/>
                  <a:gd name="T9" fmla="*/ 4 h 8"/>
                  <a:gd name="T10" fmla="*/ 1 w 10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8">
                    <a:moveTo>
                      <a:pt x="1" y="0"/>
                    </a:moveTo>
                    <a:cubicBezTo>
                      <a:pt x="3" y="0"/>
                      <a:pt x="6" y="0"/>
                      <a:pt x="8" y="0"/>
                    </a:cubicBezTo>
                    <a:cubicBezTo>
                      <a:pt x="8" y="3"/>
                      <a:pt x="10" y="3"/>
                      <a:pt x="10" y="5"/>
                    </a:cubicBezTo>
                    <a:cubicBezTo>
                      <a:pt x="8" y="5"/>
                      <a:pt x="7" y="6"/>
                      <a:pt x="7" y="8"/>
                    </a:cubicBezTo>
                    <a:cubicBezTo>
                      <a:pt x="5" y="6"/>
                      <a:pt x="4" y="3"/>
                      <a:pt x="0" y="4"/>
                    </a:cubicBezTo>
                    <a:cubicBezTo>
                      <a:pt x="0" y="3"/>
                      <a:pt x="1" y="2"/>
                      <a:pt x="1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60" name="îṩľídé"/>
              <p:cNvSpPr/>
              <p:nvPr/>
            </p:nvSpPr>
            <p:spPr bwMode="auto">
              <a:xfrm>
                <a:off x="3609788" y="2110819"/>
                <a:ext cx="107715" cy="87369"/>
              </a:xfrm>
              <a:custGeom>
                <a:avLst/>
                <a:gdLst>
                  <a:gd name="T0" fmla="*/ 23 w 25"/>
                  <a:gd name="T1" fmla="*/ 1 h 17"/>
                  <a:gd name="T2" fmla="*/ 24 w 25"/>
                  <a:gd name="T3" fmla="*/ 7 h 17"/>
                  <a:gd name="T4" fmla="*/ 21 w 25"/>
                  <a:gd name="T5" fmla="*/ 10 h 17"/>
                  <a:gd name="T6" fmla="*/ 15 w 25"/>
                  <a:gd name="T7" fmla="*/ 11 h 17"/>
                  <a:gd name="T8" fmla="*/ 5 w 25"/>
                  <a:gd name="T9" fmla="*/ 17 h 17"/>
                  <a:gd name="T10" fmla="*/ 4 w 25"/>
                  <a:gd name="T11" fmla="*/ 12 h 17"/>
                  <a:gd name="T12" fmla="*/ 1 w 25"/>
                  <a:gd name="T13" fmla="*/ 10 h 17"/>
                  <a:gd name="T14" fmla="*/ 1 w 25"/>
                  <a:gd name="T15" fmla="*/ 3 h 17"/>
                  <a:gd name="T16" fmla="*/ 4 w 25"/>
                  <a:gd name="T17" fmla="*/ 1 h 17"/>
                  <a:gd name="T18" fmla="*/ 7 w 25"/>
                  <a:gd name="T19" fmla="*/ 0 h 17"/>
                  <a:gd name="T20" fmla="*/ 18 w 25"/>
                  <a:gd name="T21" fmla="*/ 2 h 17"/>
                  <a:gd name="T22" fmla="*/ 23 w 25"/>
                  <a:gd name="T2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" h="17">
                    <a:moveTo>
                      <a:pt x="23" y="1"/>
                    </a:moveTo>
                    <a:cubicBezTo>
                      <a:pt x="25" y="1"/>
                      <a:pt x="23" y="5"/>
                      <a:pt x="24" y="7"/>
                    </a:cubicBezTo>
                    <a:cubicBezTo>
                      <a:pt x="22" y="7"/>
                      <a:pt x="21" y="8"/>
                      <a:pt x="21" y="10"/>
                    </a:cubicBezTo>
                    <a:cubicBezTo>
                      <a:pt x="17" y="8"/>
                      <a:pt x="16" y="14"/>
                      <a:pt x="15" y="11"/>
                    </a:cubicBezTo>
                    <a:cubicBezTo>
                      <a:pt x="12" y="13"/>
                      <a:pt x="10" y="17"/>
                      <a:pt x="5" y="17"/>
                    </a:cubicBezTo>
                    <a:cubicBezTo>
                      <a:pt x="4" y="16"/>
                      <a:pt x="4" y="14"/>
                      <a:pt x="4" y="12"/>
                    </a:cubicBezTo>
                    <a:cubicBezTo>
                      <a:pt x="3" y="11"/>
                      <a:pt x="2" y="11"/>
                      <a:pt x="1" y="10"/>
                    </a:cubicBezTo>
                    <a:cubicBezTo>
                      <a:pt x="0" y="8"/>
                      <a:pt x="2" y="5"/>
                      <a:pt x="1" y="3"/>
                    </a:cubicBezTo>
                    <a:cubicBezTo>
                      <a:pt x="3" y="4"/>
                      <a:pt x="4" y="2"/>
                      <a:pt x="4" y="1"/>
                    </a:cubicBezTo>
                    <a:cubicBezTo>
                      <a:pt x="5" y="1"/>
                      <a:pt x="7" y="1"/>
                      <a:pt x="7" y="0"/>
                    </a:cubicBezTo>
                    <a:cubicBezTo>
                      <a:pt x="9" y="2"/>
                      <a:pt x="16" y="0"/>
                      <a:pt x="18" y="2"/>
                    </a:cubicBezTo>
                    <a:cubicBezTo>
                      <a:pt x="20" y="2"/>
                      <a:pt x="22" y="3"/>
                      <a:pt x="23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61" name="îŝlïďè"/>
              <p:cNvSpPr/>
              <p:nvPr/>
            </p:nvSpPr>
            <p:spPr bwMode="auto">
              <a:xfrm>
                <a:off x="5208277" y="2460290"/>
                <a:ext cx="234819" cy="129804"/>
              </a:xfrm>
              <a:custGeom>
                <a:avLst/>
                <a:gdLst>
                  <a:gd name="T0" fmla="*/ 39 w 54"/>
                  <a:gd name="T1" fmla="*/ 0 h 26"/>
                  <a:gd name="T2" fmla="*/ 44 w 54"/>
                  <a:gd name="T3" fmla="*/ 2 h 26"/>
                  <a:gd name="T4" fmla="*/ 48 w 54"/>
                  <a:gd name="T5" fmla="*/ 4 h 26"/>
                  <a:gd name="T6" fmla="*/ 47 w 54"/>
                  <a:gd name="T7" fmla="*/ 6 h 26"/>
                  <a:gd name="T8" fmla="*/ 53 w 54"/>
                  <a:gd name="T9" fmla="*/ 10 h 26"/>
                  <a:gd name="T10" fmla="*/ 49 w 54"/>
                  <a:gd name="T11" fmla="*/ 17 h 26"/>
                  <a:gd name="T12" fmla="*/ 45 w 54"/>
                  <a:gd name="T13" fmla="*/ 19 h 26"/>
                  <a:gd name="T14" fmla="*/ 40 w 54"/>
                  <a:gd name="T15" fmla="*/ 21 h 26"/>
                  <a:gd name="T16" fmla="*/ 37 w 54"/>
                  <a:gd name="T17" fmla="*/ 22 h 26"/>
                  <a:gd name="T18" fmla="*/ 34 w 54"/>
                  <a:gd name="T19" fmla="*/ 24 h 26"/>
                  <a:gd name="T20" fmla="*/ 19 w 54"/>
                  <a:gd name="T21" fmla="*/ 25 h 26"/>
                  <a:gd name="T22" fmla="*/ 18 w 54"/>
                  <a:gd name="T23" fmla="*/ 24 h 26"/>
                  <a:gd name="T24" fmla="*/ 13 w 54"/>
                  <a:gd name="T25" fmla="*/ 21 h 26"/>
                  <a:gd name="T26" fmla="*/ 10 w 54"/>
                  <a:gd name="T27" fmla="*/ 20 h 26"/>
                  <a:gd name="T28" fmla="*/ 13 w 54"/>
                  <a:gd name="T29" fmla="*/ 19 h 26"/>
                  <a:gd name="T30" fmla="*/ 9 w 54"/>
                  <a:gd name="T31" fmla="*/ 16 h 26"/>
                  <a:gd name="T32" fmla="*/ 9 w 54"/>
                  <a:gd name="T33" fmla="*/ 9 h 26"/>
                  <a:gd name="T34" fmla="*/ 1 w 54"/>
                  <a:gd name="T35" fmla="*/ 10 h 26"/>
                  <a:gd name="T36" fmla="*/ 4 w 54"/>
                  <a:gd name="T37" fmla="*/ 5 h 26"/>
                  <a:gd name="T38" fmla="*/ 14 w 54"/>
                  <a:gd name="T39" fmla="*/ 5 h 26"/>
                  <a:gd name="T40" fmla="*/ 15 w 54"/>
                  <a:gd name="T41" fmla="*/ 10 h 26"/>
                  <a:gd name="T42" fmla="*/ 19 w 54"/>
                  <a:gd name="T43" fmla="*/ 5 h 26"/>
                  <a:gd name="T44" fmla="*/ 27 w 54"/>
                  <a:gd name="T45" fmla="*/ 7 h 26"/>
                  <a:gd name="T46" fmla="*/ 29 w 54"/>
                  <a:gd name="T47" fmla="*/ 5 h 26"/>
                  <a:gd name="T48" fmla="*/ 37 w 54"/>
                  <a:gd name="T49" fmla="*/ 4 h 26"/>
                  <a:gd name="T50" fmla="*/ 39 w 54"/>
                  <a:gd name="T5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4" h="26">
                    <a:moveTo>
                      <a:pt x="39" y="0"/>
                    </a:moveTo>
                    <a:cubicBezTo>
                      <a:pt x="40" y="0"/>
                      <a:pt x="42" y="1"/>
                      <a:pt x="44" y="2"/>
                    </a:cubicBezTo>
                    <a:cubicBezTo>
                      <a:pt x="45" y="2"/>
                      <a:pt x="48" y="3"/>
                      <a:pt x="48" y="4"/>
                    </a:cubicBezTo>
                    <a:cubicBezTo>
                      <a:pt x="48" y="4"/>
                      <a:pt x="47" y="6"/>
                      <a:pt x="47" y="6"/>
                    </a:cubicBezTo>
                    <a:cubicBezTo>
                      <a:pt x="47" y="8"/>
                      <a:pt x="50" y="11"/>
                      <a:pt x="53" y="10"/>
                    </a:cubicBezTo>
                    <a:cubicBezTo>
                      <a:pt x="54" y="13"/>
                      <a:pt x="53" y="15"/>
                      <a:pt x="49" y="17"/>
                    </a:cubicBezTo>
                    <a:cubicBezTo>
                      <a:pt x="48" y="18"/>
                      <a:pt x="47" y="18"/>
                      <a:pt x="45" y="19"/>
                    </a:cubicBezTo>
                    <a:cubicBezTo>
                      <a:pt x="43" y="20"/>
                      <a:pt x="44" y="20"/>
                      <a:pt x="40" y="21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3"/>
                      <a:pt x="36" y="23"/>
                      <a:pt x="34" y="24"/>
                    </a:cubicBezTo>
                    <a:cubicBezTo>
                      <a:pt x="33" y="24"/>
                      <a:pt x="23" y="26"/>
                      <a:pt x="19" y="25"/>
                    </a:cubicBezTo>
                    <a:cubicBezTo>
                      <a:pt x="19" y="25"/>
                      <a:pt x="19" y="24"/>
                      <a:pt x="18" y="24"/>
                    </a:cubicBezTo>
                    <a:cubicBezTo>
                      <a:pt x="16" y="24"/>
                      <a:pt x="15" y="21"/>
                      <a:pt x="13" y="21"/>
                    </a:cubicBezTo>
                    <a:cubicBezTo>
                      <a:pt x="12" y="21"/>
                      <a:pt x="11" y="20"/>
                      <a:pt x="10" y="20"/>
                    </a:cubicBezTo>
                    <a:cubicBezTo>
                      <a:pt x="10" y="19"/>
                      <a:pt x="12" y="19"/>
                      <a:pt x="13" y="19"/>
                    </a:cubicBezTo>
                    <a:cubicBezTo>
                      <a:pt x="12" y="17"/>
                      <a:pt x="9" y="17"/>
                      <a:pt x="9" y="16"/>
                    </a:cubicBezTo>
                    <a:cubicBezTo>
                      <a:pt x="8" y="14"/>
                      <a:pt x="10" y="12"/>
                      <a:pt x="9" y="9"/>
                    </a:cubicBezTo>
                    <a:cubicBezTo>
                      <a:pt x="4" y="7"/>
                      <a:pt x="4" y="13"/>
                      <a:pt x="1" y="10"/>
                    </a:cubicBezTo>
                    <a:cubicBezTo>
                      <a:pt x="0" y="6"/>
                      <a:pt x="5" y="9"/>
                      <a:pt x="4" y="5"/>
                    </a:cubicBezTo>
                    <a:cubicBezTo>
                      <a:pt x="9" y="6"/>
                      <a:pt x="8" y="5"/>
                      <a:pt x="14" y="5"/>
                    </a:cubicBezTo>
                    <a:cubicBezTo>
                      <a:pt x="15" y="7"/>
                      <a:pt x="18" y="7"/>
                      <a:pt x="15" y="10"/>
                    </a:cubicBezTo>
                    <a:cubicBezTo>
                      <a:pt x="19" y="10"/>
                      <a:pt x="19" y="8"/>
                      <a:pt x="19" y="5"/>
                    </a:cubicBezTo>
                    <a:cubicBezTo>
                      <a:pt x="20" y="7"/>
                      <a:pt x="30" y="2"/>
                      <a:pt x="27" y="7"/>
                    </a:cubicBezTo>
                    <a:cubicBezTo>
                      <a:pt x="29" y="9"/>
                      <a:pt x="28" y="5"/>
                      <a:pt x="29" y="5"/>
                    </a:cubicBezTo>
                    <a:cubicBezTo>
                      <a:pt x="31" y="4"/>
                      <a:pt x="34" y="4"/>
                      <a:pt x="37" y="4"/>
                    </a:cubicBezTo>
                    <a:cubicBezTo>
                      <a:pt x="38" y="3"/>
                      <a:pt x="39" y="2"/>
                      <a:pt x="39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62" name="iśliďé"/>
              <p:cNvSpPr/>
              <p:nvPr/>
            </p:nvSpPr>
            <p:spPr bwMode="auto">
              <a:xfrm>
                <a:off x="3799366" y="2490245"/>
                <a:ext cx="144339" cy="114826"/>
              </a:xfrm>
              <a:custGeom>
                <a:avLst/>
                <a:gdLst>
                  <a:gd name="T0" fmla="*/ 9 w 33"/>
                  <a:gd name="T1" fmla="*/ 0 h 23"/>
                  <a:gd name="T2" fmla="*/ 16 w 33"/>
                  <a:gd name="T3" fmla="*/ 8 h 23"/>
                  <a:gd name="T4" fmla="*/ 19 w 33"/>
                  <a:gd name="T5" fmla="*/ 6 h 23"/>
                  <a:gd name="T6" fmla="*/ 23 w 33"/>
                  <a:gd name="T7" fmla="*/ 10 h 23"/>
                  <a:gd name="T8" fmla="*/ 28 w 33"/>
                  <a:gd name="T9" fmla="*/ 16 h 23"/>
                  <a:gd name="T10" fmla="*/ 33 w 33"/>
                  <a:gd name="T11" fmla="*/ 18 h 23"/>
                  <a:gd name="T12" fmla="*/ 16 w 33"/>
                  <a:gd name="T13" fmla="*/ 19 h 23"/>
                  <a:gd name="T14" fmla="*/ 10 w 33"/>
                  <a:gd name="T15" fmla="*/ 23 h 23"/>
                  <a:gd name="T16" fmla="*/ 0 w 33"/>
                  <a:gd name="T17" fmla="*/ 19 h 23"/>
                  <a:gd name="T18" fmla="*/ 3 w 33"/>
                  <a:gd name="T19" fmla="*/ 18 h 23"/>
                  <a:gd name="T20" fmla="*/ 4 w 33"/>
                  <a:gd name="T21" fmla="*/ 15 h 23"/>
                  <a:gd name="T22" fmla="*/ 4 w 33"/>
                  <a:gd name="T23" fmla="*/ 4 h 23"/>
                  <a:gd name="T24" fmla="*/ 9 w 33"/>
                  <a:gd name="T2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23">
                    <a:moveTo>
                      <a:pt x="9" y="0"/>
                    </a:moveTo>
                    <a:cubicBezTo>
                      <a:pt x="11" y="3"/>
                      <a:pt x="17" y="2"/>
                      <a:pt x="16" y="8"/>
                    </a:cubicBezTo>
                    <a:cubicBezTo>
                      <a:pt x="18" y="9"/>
                      <a:pt x="19" y="6"/>
                      <a:pt x="19" y="6"/>
                    </a:cubicBezTo>
                    <a:cubicBezTo>
                      <a:pt x="21" y="7"/>
                      <a:pt x="20" y="10"/>
                      <a:pt x="23" y="10"/>
                    </a:cubicBezTo>
                    <a:cubicBezTo>
                      <a:pt x="24" y="10"/>
                      <a:pt x="26" y="15"/>
                      <a:pt x="28" y="16"/>
                    </a:cubicBezTo>
                    <a:cubicBezTo>
                      <a:pt x="32" y="15"/>
                      <a:pt x="30" y="15"/>
                      <a:pt x="33" y="18"/>
                    </a:cubicBezTo>
                    <a:cubicBezTo>
                      <a:pt x="30" y="21"/>
                      <a:pt x="21" y="18"/>
                      <a:pt x="16" y="19"/>
                    </a:cubicBezTo>
                    <a:cubicBezTo>
                      <a:pt x="15" y="20"/>
                      <a:pt x="11" y="20"/>
                      <a:pt x="10" y="23"/>
                    </a:cubicBezTo>
                    <a:cubicBezTo>
                      <a:pt x="7" y="21"/>
                      <a:pt x="6" y="18"/>
                      <a:pt x="0" y="19"/>
                    </a:cubicBezTo>
                    <a:cubicBezTo>
                      <a:pt x="0" y="18"/>
                      <a:pt x="2" y="18"/>
                      <a:pt x="3" y="18"/>
                    </a:cubicBezTo>
                    <a:cubicBezTo>
                      <a:pt x="1" y="16"/>
                      <a:pt x="1" y="15"/>
                      <a:pt x="4" y="15"/>
                    </a:cubicBezTo>
                    <a:cubicBezTo>
                      <a:pt x="1" y="11"/>
                      <a:pt x="4" y="9"/>
                      <a:pt x="4" y="4"/>
                    </a:cubicBezTo>
                    <a:cubicBezTo>
                      <a:pt x="6" y="3"/>
                      <a:pt x="9" y="3"/>
                      <a:pt x="9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63" name="íSľíḓé"/>
              <p:cNvSpPr/>
              <p:nvPr/>
            </p:nvSpPr>
            <p:spPr bwMode="auto">
              <a:xfrm>
                <a:off x="7877451" y="4362414"/>
                <a:ext cx="234819" cy="287067"/>
              </a:xfrm>
              <a:custGeom>
                <a:avLst/>
                <a:gdLst>
                  <a:gd name="T0" fmla="*/ 5 w 54"/>
                  <a:gd name="T1" fmla="*/ 8 h 57"/>
                  <a:gd name="T2" fmla="*/ 3 w 54"/>
                  <a:gd name="T3" fmla="*/ 7 h 57"/>
                  <a:gd name="T4" fmla="*/ 0 w 54"/>
                  <a:gd name="T5" fmla="*/ 3 h 57"/>
                  <a:gd name="T6" fmla="*/ 10 w 54"/>
                  <a:gd name="T7" fmla="*/ 2 h 57"/>
                  <a:gd name="T8" fmla="*/ 15 w 54"/>
                  <a:gd name="T9" fmla="*/ 4 h 57"/>
                  <a:gd name="T10" fmla="*/ 15 w 54"/>
                  <a:gd name="T11" fmla="*/ 7 h 57"/>
                  <a:gd name="T12" fmla="*/ 18 w 54"/>
                  <a:gd name="T13" fmla="*/ 9 h 57"/>
                  <a:gd name="T14" fmla="*/ 23 w 54"/>
                  <a:gd name="T15" fmla="*/ 12 h 57"/>
                  <a:gd name="T16" fmla="*/ 32 w 54"/>
                  <a:gd name="T17" fmla="*/ 19 h 57"/>
                  <a:gd name="T18" fmla="*/ 34 w 54"/>
                  <a:gd name="T19" fmla="*/ 23 h 57"/>
                  <a:gd name="T20" fmla="*/ 38 w 54"/>
                  <a:gd name="T21" fmla="*/ 24 h 57"/>
                  <a:gd name="T22" fmla="*/ 41 w 54"/>
                  <a:gd name="T23" fmla="*/ 27 h 57"/>
                  <a:gd name="T24" fmla="*/ 41 w 54"/>
                  <a:gd name="T25" fmla="*/ 29 h 57"/>
                  <a:gd name="T26" fmla="*/ 43 w 54"/>
                  <a:gd name="T27" fmla="*/ 32 h 57"/>
                  <a:gd name="T28" fmla="*/ 47 w 54"/>
                  <a:gd name="T29" fmla="*/ 35 h 57"/>
                  <a:gd name="T30" fmla="*/ 49 w 54"/>
                  <a:gd name="T31" fmla="*/ 38 h 57"/>
                  <a:gd name="T32" fmla="*/ 52 w 54"/>
                  <a:gd name="T33" fmla="*/ 44 h 57"/>
                  <a:gd name="T34" fmla="*/ 53 w 54"/>
                  <a:gd name="T35" fmla="*/ 49 h 57"/>
                  <a:gd name="T36" fmla="*/ 54 w 54"/>
                  <a:gd name="T37" fmla="*/ 53 h 57"/>
                  <a:gd name="T38" fmla="*/ 48 w 54"/>
                  <a:gd name="T39" fmla="*/ 54 h 57"/>
                  <a:gd name="T40" fmla="*/ 43 w 54"/>
                  <a:gd name="T41" fmla="*/ 54 h 57"/>
                  <a:gd name="T42" fmla="*/ 43 w 54"/>
                  <a:gd name="T43" fmla="*/ 52 h 57"/>
                  <a:gd name="T44" fmla="*/ 41 w 54"/>
                  <a:gd name="T45" fmla="*/ 52 h 57"/>
                  <a:gd name="T46" fmla="*/ 34 w 54"/>
                  <a:gd name="T47" fmla="*/ 47 h 57"/>
                  <a:gd name="T48" fmla="*/ 36 w 54"/>
                  <a:gd name="T49" fmla="*/ 44 h 57"/>
                  <a:gd name="T50" fmla="*/ 34 w 54"/>
                  <a:gd name="T51" fmla="*/ 44 h 57"/>
                  <a:gd name="T52" fmla="*/ 33 w 54"/>
                  <a:gd name="T53" fmla="*/ 42 h 57"/>
                  <a:gd name="T54" fmla="*/ 30 w 54"/>
                  <a:gd name="T55" fmla="*/ 42 h 57"/>
                  <a:gd name="T56" fmla="*/ 25 w 54"/>
                  <a:gd name="T57" fmla="*/ 37 h 57"/>
                  <a:gd name="T58" fmla="*/ 23 w 54"/>
                  <a:gd name="T59" fmla="*/ 28 h 57"/>
                  <a:gd name="T60" fmla="*/ 22 w 54"/>
                  <a:gd name="T61" fmla="*/ 30 h 57"/>
                  <a:gd name="T62" fmla="*/ 19 w 54"/>
                  <a:gd name="T63" fmla="*/ 24 h 57"/>
                  <a:gd name="T64" fmla="*/ 17 w 54"/>
                  <a:gd name="T65" fmla="*/ 22 h 57"/>
                  <a:gd name="T66" fmla="*/ 14 w 54"/>
                  <a:gd name="T67" fmla="*/ 20 h 57"/>
                  <a:gd name="T68" fmla="*/ 13 w 54"/>
                  <a:gd name="T69" fmla="*/ 15 h 57"/>
                  <a:gd name="T70" fmla="*/ 9 w 54"/>
                  <a:gd name="T71" fmla="*/ 13 h 57"/>
                  <a:gd name="T72" fmla="*/ 7 w 54"/>
                  <a:gd name="T73" fmla="*/ 10 h 57"/>
                  <a:gd name="T74" fmla="*/ 5 w 54"/>
                  <a:gd name="T75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4" h="57">
                    <a:moveTo>
                      <a:pt x="5" y="8"/>
                    </a:moveTo>
                    <a:cubicBezTo>
                      <a:pt x="6" y="6"/>
                      <a:pt x="3" y="7"/>
                      <a:pt x="3" y="7"/>
                    </a:cubicBezTo>
                    <a:cubicBezTo>
                      <a:pt x="2" y="5"/>
                      <a:pt x="3" y="2"/>
                      <a:pt x="0" y="3"/>
                    </a:cubicBezTo>
                    <a:cubicBezTo>
                      <a:pt x="4" y="0"/>
                      <a:pt x="6" y="4"/>
                      <a:pt x="10" y="2"/>
                    </a:cubicBezTo>
                    <a:cubicBezTo>
                      <a:pt x="10" y="5"/>
                      <a:pt x="14" y="3"/>
                      <a:pt x="15" y="4"/>
                    </a:cubicBezTo>
                    <a:cubicBezTo>
                      <a:pt x="16" y="4"/>
                      <a:pt x="15" y="6"/>
                      <a:pt x="15" y="7"/>
                    </a:cubicBezTo>
                    <a:cubicBezTo>
                      <a:pt x="16" y="7"/>
                      <a:pt x="19" y="7"/>
                      <a:pt x="18" y="9"/>
                    </a:cubicBezTo>
                    <a:cubicBezTo>
                      <a:pt x="21" y="8"/>
                      <a:pt x="20" y="11"/>
                      <a:pt x="23" y="12"/>
                    </a:cubicBezTo>
                    <a:cubicBezTo>
                      <a:pt x="25" y="12"/>
                      <a:pt x="28" y="19"/>
                      <a:pt x="32" y="19"/>
                    </a:cubicBezTo>
                    <a:cubicBezTo>
                      <a:pt x="34" y="19"/>
                      <a:pt x="33" y="22"/>
                      <a:pt x="34" y="23"/>
                    </a:cubicBezTo>
                    <a:cubicBezTo>
                      <a:pt x="35" y="24"/>
                      <a:pt x="37" y="23"/>
                      <a:pt x="38" y="24"/>
                    </a:cubicBezTo>
                    <a:cubicBezTo>
                      <a:pt x="39" y="25"/>
                      <a:pt x="40" y="26"/>
                      <a:pt x="41" y="27"/>
                    </a:cubicBezTo>
                    <a:cubicBezTo>
                      <a:pt x="41" y="27"/>
                      <a:pt x="40" y="29"/>
                      <a:pt x="41" y="29"/>
                    </a:cubicBezTo>
                    <a:cubicBezTo>
                      <a:pt x="41" y="30"/>
                      <a:pt x="42" y="31"/>
                      <a:pt x="43" y="32"/>
                    </a:cubicBezTo>
                    <a:cubicBezTo>
                      <a:pt x="44" y="33"/>
                      <a:pt x="45" y="35"/>
                      <a:pt x="47" y="35"/>
                    </a:cubicBezTo>
                    <a:cubicBezTo>
                      <a:pt x="47" y="35"/>
                      <a:pt x="49" y="38"/>
                      <a:pt x="49" y="38"/>
                    </a:cubicBezTo>
                    <a:cubicBezTo>
                      <a:pt x="51" y="39"/>
                      <a:pt x="50" y="44"/>
                      <a:pt x="52" y="44"/>
                    </a:cubicBezTo>
                    <a:cubicBezTo>
                      <a:pt x="53" y="44"/>
                      <a:pt x="53" y="48"/>
                      <a:pt x="53" y="49"/>
                    </a:cubicBezTo>
                    <a:cubicBezTo>
                      <a:pt x="53" y="51"/>
                      <a:pt x="50" y="53"/>
                      <a:pt x="54" y="53"/>
                    </a:cubicBezTo>
                    <a:cubicBezTo>
                      <a:pt x="54" y="57"/>
                      <a:pt x="50" y="55"/>
                      <a:pt x="48" y="54"/>
                    </a:cubicBezTo>
                    <a:cubicBezTo>
                      <a:pt x="47" y="54"/>
                      <a:pt x="44" y="55"/>
                      <a:pt x="43" y="54"/>
                    </a:cubicBezTo>
                    <a:cubicBezTo>
                      <a:pt x="43" y="52"/>
                      <a:pt x="43" y="52"/>
                      <a:pt x="43" y="52"/>
                    </a:cubicBezTo>
                    <a:cubicBezTo>
                      <a:pt x="43" y="51"/>
                      <a:pt x="41" y="52"/>
                      <a:pt x="41" y="52"/>
                    </a:cubicBezTo>
                    <a:cubicBezTo>
                      <a:pt x="39" y="51"/>
                      <a:pt x="37" y="47"/>
                      <a:pt x="34" y="47"/>
                    </a:cubicBezTo>
                    <a:cubicBezTo>
                      <a:pt x="35" y="46"/>
                      <a:pt x="36" y="46"/>
                      <a:pt x="36" y="44"/>
                    </a:cubicBezTo>
                    <a:cubicBezTo>
                      <a:pt x="35" y="43"/>
                      <a:pt x="34" y="44"/>
                      <a:pt x="34" y="44"/>
                    </a:cubicBezTo>
                    <a:cubicBezTo>
                      <a:pt x="33" y="45"/>
                      <a:pt x="34" y="42"/>
                      <a:pt x="33" y="42"/>
                    </a:cubicBezTo>
                    <a:cubicBezTo>
                      <a:pt x="33" y="41"/>
                      <a:pt x="31" y="42"/>
                      <a:pt x="30" y="42"/>
                    </a:cubicBezTo>
                    <a:cubicBezTo>
                      <a:pt x="29" y="40"/>
                      <a:pt x="29" y="37"/>
                      <a:pt x="25" y="37"/>
                    </a:cubicBezTo>
                    <a:cubicBezTo>
                      <a:pt x="27" y="32"/>
                      <a:pt x="23" y="32"/>
                      <a:pt x="23" y="28"/>
                    </a:cubicBezTo>
                    <a:cubicBezTo>
                      <a:pt x="22" y="28"/>
                      <a:pt x="22" y="29"/>
                      <a:pt x="22" y="30"/>
                    </a:cubicBezTo>
                    <a:cubicBezTo>
                      <a:pt x="20" y="29"/>
                      <a:pt x="20" y="26"/>
                      <a:pt x="19" y="24"/>
                    </a:cubicBezTo>
                    <a:cubicBezTo>
                      <a:pt x="19" y="23"/>
                      <a:pt x="17" y="22"/>
                      <a:pt x="17" y="22"/>
                    </a:cubicBezTo>
                    <a:cubicBezTo>
                      <a:pt x="16" y="21"/>
                      <a:pt x="16" y="20"/>
                      <a:pt x="14" y="20"/>
                    </a:cubicBezTo>
                    <a:cubicBezTo>
                      <a:pt x="15" y="18"/>
                      <a:pt x="13" y="17"/>
                      <a:pt x="13" y="15"/>
                    </a:cubicBezTo>
                    <a:cubicBezTo>
                      <a:pt x="12" y="14"/>
                      <a:pt x="10" y="14"/>
                      <a:pt x="9" y="13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6" y="8"/>
                      <a:pt x="10" y="6"/>
                      <a:pt x="5" y="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5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64" name="ísļïďé"/>
              <p:cNvSpPr/>
              <p:nvPr/>
            </p:nvSpPr>
            <p:spPr bwMode="auto">
              <a:xfrm>
                <a:off x="6716285" y="4816727"/>
                <a:ext cx="165882" cy="351969"/>
              </a:xfrm>
              <a:custGeom>
                <a:avLst/>
                <a:gdLst>
                  <a:gd name="T0" fmla="*/ 29 w 38"/>
                  <a:gd name="T1" fmla="*/ 0 h 70"/>
                  <a:gd name="T2" fmla="*/ 34 w 38"/>
                  <a:gd name="T3" fmla="*/ 1 h 70"/>
                  <a:gd name="T4" fmla="*/ 31 w 38"/>
                  <a:gd name="T5" fmla="*/ 24 h 70"/>
                  <a:gd name="T6" fmla="*/ 29 w 38"/>
                  <a:gd name="T7" fmla="*/ 39 h 70"/>
                  <a:gd name="T8" fmla="*/ 25 w 38"/>
                  <a:gd name="T9" fmla="*/ 45 h 70"/>
                  <a:gd name="T10" fmla="*/ 24 w 38"/>
                  <a:gd name="T11" fmla="*/ 52 h 70"/>
                  <a:gd name="T12" fmla="*/ 24 w 38"/>
                  <a:gd name="T13" fmla="*/ 55 h 70"/>
                  <a:gd name="T14" fmla="*/ 21 w 38"/>
                  <a:gd name="T15" fmla="*/ 56 h 70"/>
                  <a:gd name="T16" fmla="*/ 20 w 38"/>
                  <a:gd name="T17" fmla="*/ 64 h 70"/>
                  <a:gd name="T18" fmla="*/ 19 w 38"/>
                  <a:gd name="T19" fmla="*/ 65 h 70"/>
                  <a:gd name="T20" fmla="*/ 18 w 38"/>
                  <a:gd name="T21" fmla="*/ 69 h 70"/>
                  <a:gd name="T22" fmla="*/ 5 w 38"/>
                  <a:gd name="T23" fmla="*/ 70 h 70"/>
                  <a:gd name="T24" fmla="*/ 4 w 38"/>
                  <a:gd name="T25" fmla="*/ 64 h 70"/>
                  <a:gd name="T26" fmla="*/ 2 w 38"/>
                  <a:gd name="T27" fmla="*/ 61 h 70"/>
                  <a:gd name="T28" fmla="*/ 0 w 38"/>
                  <a:gd name="T29" fmla="*/ 60 h 70"/>
                  <a:gd name="T30" fmla="*/ 0 w 38"/>
                  <a:gd name="T31" fmla="*/ 55 h 70"/>
                  <a:gd name="T32" fmla="*/ 1 w 38"/>
                  <a:gd name="T33" fmla="*/ 54 h 70"/>
                  <a:gd name="T34" fmla="*/ 0 w 38"/>
                  <a:gd name="T35" fmla="*/ 52 h 70"/>
                  <a:gd name="T36" fmla="*/ 2 w 38"/>
                  <a:gd name="T37" fmla="*/ 47 h 70"/>
                  <a:gd name="T38" fmla="*/ 2 w 38"/>
                  <a:gd name="T39" fmla="*/ 45 h 70"/>
                  <a:gd name="T40" fmla="*/ 5 w 38"/>
                  <a:gd name="T41" fmla="*/ 44 h 70"/>
                  <a:gd name="T42" fmla="*/ 7 w 38"/>
                  <a:gd name="T43" fmla="*/ 37 h 70"/>
                  <a:gd name="T44" fmla="*/ 5 w 38"/>
                  <a:gd name="T45" fmla="*/ 34 h 70"/>
                  <a:gd name="T46" fmla="*/ 5 w 38"/>
                  <a:gd name="T47" fmla="*/ 26 h 70"/>
                  <a:gd name="T48" fmla="*/ 7 w 38"/>
                  <a:gd name="T49" fmla="*/ 24 h 70"/>
                  <a:gd name="T50" fmla="*/ 11 w 38"/>
                  <a:gd name="T51" fmla="*/ 21 h 70"/>
                  <a:gd name="T52" fmla="*/ 18 w 38"/>
                  <a:gd name="T53" fmla="*/ 16 h 70"/>
                  <a:gd name="T54" fmla="*/ 21 w 38"/>
                  <a:gd name="T55" fmla="*/ 17 h 70"/>
                  <a:gd name="T56" fmla="*/ 23 w 38"/>
                  <a:gd name="T57" fmla="*/ 10 h 70"/>
                  <a:gd name="T58" fmla="*/ 26 w 38"/>
                  <a:gd name="T59" fmla="*/ 8 h 70"/>
                  <a:gd name="T60" fmla="*/ 29 w 38"/>
                  <a:gd name="T6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8" h="70">
                    <a:moveTo>
                      <a:pt x="29" y="0"/>
                    </a:moveTo>
                    <a:cubicBezTo>
                      <a:pt x="30" y="1"/>
                      <a:pt x="32" y="1"/>
                      <a:pt x="34" y="1"/>
                    </a:cubicBezTo>
                    <a:cubicBezTo>
                      <a:pt x="32" y="7"/>
                      <a:pt x="38" y="19"/>
                      <a:pt x="31" y="24"/>
                    </a:cubicBezTo>
                    <a:cubicBezTo>
                      <a:pt x="32" y="29"/>
                      <a:pt x="31" y="34"/>
                      <a:pt x="29" y="39"/>
                    </a:cubicBezTo>
                    <a:cubicBezTo>
                      <a:pt x="28" y="41"/>
                      <a:pt x="28" y="45"/>
                      <a:pt x="25" y="45"/>
                    </a:cubicBezTo>
                    <a:cubicBezTo>
                      <a:pt x="26" y="48"/>
                      <a:pt x="24" y="50"/>
                      <a:pt x="24" y="52"/>
                    </a:cubicBezTo>
                    <a:cubicBezTo>
                      <a:pt x="24" y="53"/>
                      <a:pt x="24" y="54"/>
                      <a:pt x="24" y="55"/>
                    </a:cubicBezTo>
                    <a:cubicBezTo>
                      <a:pt x="24" y="55"/>
                      <a:pt x="21" y="56"/>
                      <a:pt x="21" y="56"/>
                    </a:cubicBezTo>
                    <a:cubicBezTo>
                      <a:pt x="20" y="58"/>
                      <a:pt x="21" y="61"/>
                      <a:pt x="20" y="64"/>
                    </a:cubicBezTo>
                    <a:cubicBezTo>
                      <a:pt x="20" y="64"/>
                      <a:pt x="19" y="64"/>
                      <a:pt x="19" y="65"/>
                    </a:cubicBezTo>
                    <a:cubicBezTo>
                      <a:pt x="19" y="66"/>
                      <a:pt x="17" y="67"/>
                      <a:pt x="18" y="69"/>
                    </a:cubicBezTo>
                    <a:cubicBezTo>
                      <a:pt x="14" y="70"/>
                      <a:pt x="10" y="70"/>
                      <a:pt x="5" y="70"/>
                    </a:cubicBezTo>
                    <a:cubicBezTo>
                      <a:pt x="5" y="67"/>
                      <a:pt x="3" y="67"/>
                      <a:pt x="4" y="64"/>
                    </a:cubicBezTo>
                    <a:cubicBezTo>
                      <a:pt x="2" y="64"/>
                      <a:pt x="3" y="62"/>
                      <a:pt x="2" y="61"/>
                    </a:cubicBezTo>
                    <a:cubicBezTo>
                      <a:pt x="1" y="61"/>
                      <a:pt x="0" y="61"/>
                      <a:pt x="0" y="60"/>
                    </a:cubicBezTo>
                    <a:cubicBezTo>
                      <a:pt x="0" y="58"/>
                      <a:pt x="0" y="57"/>
                      <a:pt x="0" y="55"/>
                    </a:cubicBezTo>
                    <a:cubicBezTo>
                      <a:pt x="0" y="54"/>
                      <a:pt x="1" y="54"/>
                      <a:pt x="1" y="54"/>
                    </a:cubicBezTo>
                    <a:cubicBezTo>
                      <a:pt x="1" y="53"/>
                      <a:pt x="0" y="52"/>
                      <a:pt x="0" y="52"/>
                    </a:cubicBezTo>
                    <a:cubicBezTo>
                      <a:pt x="0" y="50"/>
                      <a:pt x="2" y="49"/>
                      <a:pt x="2" y="47"/>
                    </a:cubicBezTo>
                    <a:cubicBezTo>
                      <a:pt x="3" y="47"/>
                      <a:pt x="2" y="45"/>
                      <a:pt x="2" y="45"/>
                    </a:cubicBezTo>
                    <a:cubicBezTo>
                      <a:pt x="5" y="44"/>
                      <a:pt x="5" y="44"/>
                      <a:pt x="5" y="44"/>
                    </a:cubicBezTo>
                    <a:cubicBezTo>
                      <a:pt x="6" y="41"/>
                      <a:pt x="3" y="33"/>
                      <a:pt x="7" y="37"/>
                    </a:cubicBezTo>
                    <a:cubicBezTo>
                      <a:pt x="8" y="35"/>
                      <a:pt x="5" y="36"/>
                      <a:pt x="5" y="34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7" y="26"/>
                      <a:pt x="7" y="25"/>
                      <a:pt x="7" y="24"/>
                    </a:cubicBezTo>
                    <a:cubicBezTo>
                      <a:pt x="10" y="24"/>
                      <a:pt x="10" y="22"/>
                      <a:pt x="11" y="21"/>
                    </a:cubicBezTo>
                    <a:cubicBezTo>
                      <a:pt x="13" y="20"/>
                      <a:pt x="18" y="21"/>
                      <a:pt x="18" y="16"/>
                    </a:cubicBezTo>
                    <a:cubicBezTo>
                      <a:pt x="20" y="16"/>
                      <a:pt x="20" y="17"/>
                      <a:pt x="21" y="17"/>
                    </a:cubicBezTo>
                    <a:cubicBezTo>
                      <a:pt x="20" y="13"/>
                      <a:pt x="23" y="13"/>
                      <a:pt x="23" y="10"/>
                    </a:cubicBezTo>
                    <a:cubicBezTo>
                      <a:pt x="26" y="12"/>
                      <a:pt x="25" y="1"/>
                      <a:pt x="26" y="8"/>
                    </a:cubicBezTo>
                    <a:cubicBezTo>
                      <a:pt x="31" y="7"/>
                      <a:pt x="27" y="2"/>
                      <a:pt x="29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7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865" name="ïšḷíḑe"/>
              <p:cNvSpPr/>
              <p:nvPr/>
            </p:nvSpPr>
            <p:spPr bwMode="auto">
              <a:xfrm>
                <a:off x="8273841" y="4796758"/>
                <a:ext cx="902651" cy="766342"/>
              </a:xfrm>
              <a:custGeom>
                <a:avLst/>
                <a:gdLst>
                  <a:gd name="T0" fmla="*/ 121 w 208"/>
                  <a:gd name="T1" fmla="*/ 12 h 152"/>
                  <a:gd name="T2" fmla="*/ 116 w 208"/>
                  <a:gd name="T3" fmla="*/ 15 h 152"/>
                  <a:gd name="T4" fmla="*/ 122 w 208"/>
                  <a:gd name="T5" fmla="*/ 22 h 152"/>
                  <a:gd name="T6" fmla="*/ 140 w 208"/>
                  <a:gd name="T7" fmla="*/ 33 h 152"/>
                  <a:gd name="T8" fmla="*/ 145 w 208"/>
                  <a:gd name="T9" fmla="*/ 25 h 152"/>
                  <a:gd name="T10" fmla="*/ 146 w 208"/>
                  <a:gd name="T11" fmla="*/ 20 h 152"/>
                  <a:gd name="T12" fmla="*/ 148 w 208"/>
                  <a:gd name="T13" fmla="*/ 9 h 152"/>
                  <a:gd name="T14" fmla="*/ 151 w 208"/>
                  <a:gd name="T15" fmla="*/ 2 h 152"/>
                  <a:gd name="T16" fmla="*/ 155 w 208"/>
                  <a:gd name="T17" fmla="*/ 7 h 152"/>
                  <a:gd name="T18" fmla="*/ 161 w 208"/>
                  <a:gd name="T19" fmla="*/ 20 h 152"/>
                  <a:gd name="T20" fmla="*/ 168 w 208"/>
                  <a:gd name="T21" fmla="*/ 29 h 152"/>
                  <a:gd name="T22" fmla="*/ 174 w 208"/>
                  <a:gd name="T23" fmla="*/ 38 h 152"/>
                  <a:gd name="T24" fmla="*/ 178 w 208"/>
                  <a:gd name="T25" fmla="*/ 48 h 152"/>
                  <a:gd name="T26" fmla="*/ 182 w 208"/>
                  <a:gd name="T27" fmla="*/ 50 h 152"/>
                  <a:gd name="T28" fmla="*/ 189 w 208"/>
                  <a:gd name="T29" fmla="*/ 55 h 152"/>
                  <a:gd name="T30" fmla="*/ 195 w 208"/>
                  <a:gd name="T31" fmla="*/ 68 h 152"/>
                  <a:gd name="T32" fmla="*/ 198 w 208"/>
                  <a:gd name="T33" fmla="*/ 70 h 152"/>
                  <a:gd name="T34" fmla="*/ 206 w 208"/>
                  <a:gd name="T35" fmla="*/ 75 h 152"/>
                  <a:gd name="T36" fmla="*/ 208 w 208"/>
                  <a:gd name="T37" fmla="*/ 97 h 152"/>
                  <a:gd name="T38" fmla="*/ 204 w 208"/>
                  <a:gd name="T39" fmla="*/ 107 h 152"/>
                  <a:gd name="T40" fmla="*/ 204 w 208"/>
                  <a:gd name="T41" fmla="*/ 111 h 152"/>
                  <a:gd name="T42" fmla="*/ 202 w 208"/>
                  <a:gd name="T43" fmla="*/ 118 h 152"/>
                  <a:gd name="T44" fmla="*/ 194 w 208"/>
                  <a:gd name="T45" fmla="*/ 124 h 152"/>
                  <a:gd name="T46" fmla="*/ 188 w 208"/>
                  <a:gd name="T47" fmla="*/ 143 h 152"/>
                  <a:gd name="T48" fmla="*/ 177 w 208"/>
                  <a:gd name="T49" fmla="*/ 148 h 152"/>
                  <a:gd name="T50" fmla="*/ 172 w 208"/>
                  <a:gd name="T51" fmla="*/ 152 h 152"/>
                  <a:gd name="T52" fmla="*/ 161 w 208"/>
                  <a:gd name="T53" fmla="*/ 150 h 152"/>
                  <a:gd name="T54" fmla="*/ 139 w 208"/>
                  <a:gd name="T55" fmla="*/ 146 h 152"/>
                  <a:gd name="T56" fmla="*/ 137 w 208"/>
                  <a:gd name="T57" fmla="*/ 138 h 152"/>
                  <a:gd name="T58" fmla="*/ 136 w 208"/>
                  <a:gd name="T59" fmla="*/ 134 h 152"/>
                  <a:gd name="T60" fmla="*/ 126 w 208"/>
                  <a:gd name="T61" fmla="*/ 127 h 152"/>
                  <a:gd name="T62" fmla="*/ 121 w 208"/>
                  <a:gd name="T63" fmla="*/ 121 h 152"/>
                  <a:gd name="T64" fmla="*/ 111 w 208"/>
                  <a:gd name="T65" fmla="*/ 117 h 152"/>
                  <a:gd name="T66" fmla="*/ 106 w 208"/>
                  <a:gd name="T67" fmla="*/ 114 h 152"/>
                  <a:gd name="T68" fmla="*/ 82 w 208"/>
                  <a:gd name="T69" fmla="*/ 109 h 152"/>
                  <a:gd name="T70" fmla="*/ 69 w 208"/>
                  <a:gd name="T71" fmla="*/ 113 h 152"/>
                  <a:gd name="T72" fmla="*/ 64 w 208"/>
                  <a:gd name="T73" fmla="*/ 116 h 152"/>
                  <a:gd name="T74" fmla="*/ 61 w 208"/>
                  <a:gd name="T75" fmla="*/ 119 h 152"/>
                  <a:gd name="T76" fmla="*/ 58 w 208"/>
                  <a:gd name="T77" fmla="*/ 119 h 152"/>
                  <a:gd name="T78" fmla="*/ 35 w 208"/>
                  <a:gd name="T79" fmla="*/ 123 h 152"/>
                  <a:gd name="T80" fmla="*/ 32 w 208"/>
                  <a:gd name="T81" fmla="*/ 126 h 152"/>
                  <a:gd name="T82" fmla="*/ 10 w 208"/>
                  <a:gd name="T83" fmla="*/ 129 h 152"/>
                  <a:gd name="T84" fmla="*/ 13 w 208"/>
                  <a:gd name="T85" fmla="*/ 116 h 152"/>
                  <a:gd name="T86" fmla="*/ 10 w 208"/>
                  <a:gd name="T87" fmla="*/ 108 h 152"/>
                  <a:gd name="T88" fmla="*/ 10 w 208"/>
                  <a:gd name="T89" fmla="*/ 103 h 152"/>
                  <a:gd name="T90" fmla="*/ 6 w 208"/>
                  <a:gd name="T91" fmla="*/ 95 h 152"/>
                  <a:gd name="T92" fmla="*/ 5 w 208"/>
                  <a:gd name="T93" fmla="*/ 89 h 152"/>
                  <a:gd name="T94" fmla="*/ 3 w 208"/>
                  <a:gd name="T95" fmla="*/ 82 h 152"/>
                  <a:gd name="T96" fmla="*/ 4 w 208"/>
                  <a:gd name="T97" fmla="*/ 75 h 152"/>
                  <a:gd name="T98" fmla="*/ 4 w 208"/>
                  <a:gd name="T99" fmla="*/ 59 h 152"/>
                  <a:gd name="T100" fmla="*/ 18 w 208"/>
                  <a:gd name="T101" fmla="*/ 50 h 152"/>
                  <a:gd name="T102" fmla="*/ 34 w 208"/>
                  <a:gd name="T103" fmla="*/ 46 h 152"/>
                  <a:gd name="T104" fmla="*/ 43 w 208"/>
                  <a:gd name="T105" fmla="*/ 43 h 152"/>
                  <a:gd name="T106" fmla="*/ 47 w 208"/>
                  <a:gd name="T107" fmla="*/ 29 h 152"/>
                  <a:gd name="T108" fmla="*/ 58 w 208"/>
                  <a:gd name="T109" fmla="*/ 29 h 152"/>
                  <a:gd name="T110" fmla="*/ 61 w 208"/>
                  <a:gd name="T111" fmla="*/ 20 h 152"/>
                  <a:gd name="T112" fmla="*/ 71 w 208"/>
                  <a:gd name="T113" fmla="*/ 14 h 152"/>
                  <a:gd name="T114" fmla="*/ 78 w 208"/>
                  <a:gd name="T115" fmla="*/ 17 h 152"/>
                  <a:gd name="T116" fmla="*/ 81 w 208"/>
                  <a:gd name="T117" fmla="*/ 19 h 152"/>
                  <a:gd name="T118" fmla="*/ 83 w 208"/>
                  <a:gd name="T119" fmla="*/ 16 h 152"/>
                  <a:gd name="T120" fmla="*/ 92 w 208"/>
                  <a:gd name="T121" fmla="*/ 9 h 152"/>
                  <a:gd name="T122" fmla="*/ 98 w 208"/>
                  <a:gd name="T123" fmla="*/ 6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08" h="152">
                    <a:moveTo>
                      <a:pt x="121" y="6"/>
                    </a:moveTo>
                    <a:cubicBezTo>
                      <a:pt x="121" y="8"/>
                      <a:pt x="121" y="10"/>
                      <a:pt x="121" y="12"/>
                    </a:cubicBezTo>
                    <a:cubicBezTo>
                      <a:pt x="120" y="12"/>
                      <a:pt x="119" y="12"/>
                      <a:pt x="117" y="12"/>
                    </a:cubicBezTo>
                    <a:cubicBezTo>
                      <a:pt x="119" y="14"/>
                      <a:pt x="118" y="15"/>
                      <a:pt x="116" y="15"/>
                    </a:cubicBezTo>
                    <a:cubicBezTo>
                      <a:pt x="118" y="17"/>
                      <a:pt x="116" y="17"/>
                      <a:pt x="116" y="20"/>
                    </a:cubicBezTo>
                    <a:cubicBezTo>
                      <a:pt x="117" y="22"/>
                      <a:pt x="119" y="23"/>
                      <a:pt x="122" y="22"/>
                    </a:cubicBezTo>
                    <a:cubicBezTo>
                      <a:pt x="123" y="28"/>
                      <a:pt x="131" y="26"/>
                      <a:pt x="131" y="31"/>
                    </a:cubicBezTo>
                    <a:cubicBezTo>
                      <a:pt x="135" y="31"/>
                      <a:pt x="138" y="31"/>
                      <a:pt x="140" y="33"/>
                    </a:cubicBezTo>
                    <a:cubicBezTo>
                      <a:pt x="142" y="32"/>
                      <a:pt x="140" y="27"/>
                      <a:pt x="145" y="29"/>
                    </a:cubicBezTo>
                    <a:cubicBezTo>
                      <a:pt x="144" y="28"/>
                      <a:pt x="143" y="25"/>
                      <a:pt x="145" y="25"/>
                    </a:cubicBezTo>
                    <a:cubicBezTo>
                      <a:pt x="147" y="25"/>
                      <a:pt x="145" y="23"/>
                      <a:pt x="145" y="21"/>
                    </a:cubicBezTo>
                    <a:cubicBezTo>
                      <a:pt x="145" y="21"/>
                      <a:pt x="146" y="21"/>
                      <a:pt x="146" y="20"/>
                    </a:cubicBezTo>
                    <a:cubicBezTo>
                      <a:pt x="146" y="19"/>
                      <a:pt x="148" y="17"/>
                      <a:pt x="148" y="15"/>
                    </a:cubicBezTo>
                    <a:cubicBezTo>
                      <a:pt x="147" y="14"/>
                      <a:pt x="146" y="12"/>
                      <a:pt x="148" y="9"/>
                    </a:cubicBezTo>
                    <a:cubicBezTo>
                      <a:pt x="150" y="9"/>
                      <a:pt x="150" y="9"/>
                      <a:pt x="150" y="9"/>
                    </a:cubicBezTo>
                    <a:cubicBezTo>
                      <a:pt x="151" y="7"/>
                      <a:pt x="150" y="3"/>
                      <a:pt x="151" y="2"/>
                    </a:cubicBezTo>
                    <a:cubicBezTo>
                      <a:pt x="154" y="2"/>
                      <a:pt x="152" y="6"/>
                      <a:pt x="154" y="7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6" y="9"/>
                      <a:pt x="157" y="12"/>
                      <a:pt x="158" y="14"/>
                    </a:cubicBezTo>
                    <a:cubicBezTo>
                      <a:pt x="159" y="16"/>
                      <a:pt x="162" y="17"/>
                      <a:pt x="161" y="20"/>
                    </a:cubicBezTo>
                    <a:cubicBezTo>
                      <a:pt x="165" y="17"/>
                      <a:pt x="162" y="22"/>
                      <a:pt x="166" y="21"/>
                    </a:cubicBezTo>
                    <a:cubicBezTo>
                      <a:pt x="166" y="24"/>
                      <a:pt x="166" y="27"/>
                      <a:pt x="168" y="29"/>
                    </a:cubicBezTo>
                    <a:cubicBezTo>
                      <a:pt x="170" y="31"/>
                      <a:pt x="168" y="33"/>
                      <a:pt x="169" y="38"/>
                    </a:cubicBezTo>
                    <a:cubicBezTo>
                      <a:pt x="172" y="34"/>
                      <a:pt x="170" y="37"/>
                      <a:pt x="174" y="38"/>
                    </a:cubicBezTo>
                    <a:cubicBezTo>
                      <a:pt x="174" y="40"/>
                      <a:pt x="173" y="40"/>
                      <a:pt x="173" y="41"/>
                    </a:cubicBezTo>
                    <a:cubicBezTo>
                      <a:pt x="175" y="43"/>
                      <a:pt x="178" y="43"/>
                      <a:pt x="178" y="48"/>
                    </a:cubicBezTo>
                    <a:cubicBezTo>
                      <a:pt x="179" y="48"/>
                      <a:pt x="181" y="47"/>
                      <a:pt x="182" y="48"/>
                    </a:cubicBezTo>
                    <a:cubicBezTo>
                      <a:pt x="182" y="48"/>
                      <a:pt x="181" y="50"/>
                      <a:pt x="182" y="50"/>
                    </a:cubicBezTo>
                    <a:cubicBezTo>
                      <a:pt x="182" y="51"/>
                      <a:pt x="184" y="50"/>
                      <a:pt x="184" y="50"/>
                    </a:cubicBezTo>
                    <a:cubicBezTo>
                      <a:pt x="186" y="52"/>
                      <a:pt x="185" y="56"/>
                      <a:pt x="189" y="55"/>
                    </a:cubicBezTo>
                    <a:cubicBezTo>
                      <a:pt x="189" y="58"/>
                      <a:pt x="191" y="62"/>
                      <a:pt x="193" y="64"/>
                    </a:cubicBezTo>
                    <a:cubicBezTo>
                      <a:pt x="194" y="65"/>
                      <a:pt x="194" y="67"/>
                      <a:pt x="195" y="68"/>
                    </a:cubicBezTo>
                    <a:cubicBezTo>
                      <a:pt x="196" y="68"/>
                      <a:pt x="198" y="67"/>
                      <a:pt x="198" y="68"/>
                    </a:cubicBezTo>
                    <a:cubicBezTo>
                      <a:pt x="198" y="68"/>
                      <a:pt x="198" y="70"/>
                      <a:pt x="198" y="70"/>
                    </a:cubicBezTo>
                    <a:cubicBezTo>
                      <a:pt x="199" y="71"/>
                      <a:pt x="201" y="71"/>
                      <a:pt x="201" y="70"/>
                    </a:cubicBezTo>
                    <a:cubicBezTo>
                      <a:pt x="203" y="73"/>
                      <a:pt x="201" y="76"/>
                      <a:pt x="206" y="75"/>
                    </a:cubicBezTo>
                    <a:cubicBezTo>
                      <a:pt x="203" y="79"/>
                      <a:pt x="206" y="84"/>
                      <a:pt x="207" y="89"/>
                    </a:cubicBezTo>
                    <a:cubicBezTo>
                      <a:pt x="207" y="92"/>
                      <a:pt x="205" y="95"/>
                      <a:pt x="208" y="97"/>
                    </a:cubicBezTo>
                    <a:cubicBezTo>
                      <a:pt x="206" y="99"/>
                      <a:pt x="206" y="100"/>
                      <a:pt x="206" y="105"/>
                    </a:cubicBezTo>
                    <a:cubicBezTo>
                      <a:pt x="206" y="105"/>
                      <a:pt x="203" y="106"/>
                      <a:pt x="204" y="107"/>
                    </a:cubicBezTo>
                    <a:cubicBezTo>
                      <a:pt x="206" y="107"/>
                      <a:pt x="206" y="107"/>
                      <a:pt x="206" y="107"/>
                    </a:cubicBezTo>
                    <a:cubicBezTo>
                      <a:pt x="205" y="107"/>
                      <a:pt x="205" y="110"/>
                      <a:pt x="204" y="111"/>
                    </a:cubicBezTo>
                    <a:cubicBezTo>
                      <a:pt x="202" y="112"/>
                      <a:pt x="202" y="112"/>
                      <a:pt x="202" y="112"/>
                    </a:cubicBezTo>
                    <a:cubicBezTo>
                      <a:pt x="201" y="113"/>
                      <a:pt x="204" y="115"/>
                      <a:pt x="202" y="118"/>
                    </a:cubicBezTo>
                    <a:cubicBezTo>
                      <a:pt x="199" y="118"/>
                      <a:pt x="200" y="121"/>
                      <a:pt x="197" y="121"/>
                    </a:cubicBezTo>
                    <a:cubicBezTo>
                      <a:pt x="197" y="123"/>
                      <a:pt x="196" y="125"/>
                      <a:pt x="194" y="124"/>
                    </a:cubicBezTo>
                    <a:cubicBezTo>
                      <a:pt x="195" y="130"/>
                      <a:pt x="192" y="131"/>
                      <a:pt x="193" y="136"/>
                    </a:cubicBezTo>
                    <a:cubicBezTo>
                      <a:pt x="188" y="135"/>
                      <a:pt x="189" y="140"/>
                      <a:pt x="188" y="143"/>
                    </a:cubicBezTo>
                    <a:cubicBezTo>
                      <a:pt x="186" y="143"/>
                      <a:pt x="184" y="143"/>
                      <a:pt x="184" y="145"/>
                    </a:cubicBezTo>
                    <a:cubicBezTo>
                      <a:pt x="184" y="147"/>
                      <a:pt x="179" y="147"/>
                      <a:pt x="177" y="148"/>
                    </a:cubicBezTo>
                    <a:cubicBezTo>
                      <a:pt x="176" y="149"/>
                      <a:pt x="175" y="150"/>
                      <a:pt x="174" y="151"/>
                    </a:cubicBezTo>
                    <a:cubicBezTo>
                      <a:pt x="173" y="151"/>
                      <a:pt x="171" y="150"/>
                      <a:pt x="172" y="152"/>
                    </a:cubicBezTo>
                    <a:cubicBezTo>
                      <a:pt x="169" y="151"/>
                      <a:pt x="167" y="148"/>
                      <a:pt x="164" y="147"/>
                    </a:cubicBezTo>
                    <a:cubicBezTo>
                      <a:pt x="161" y="146"/>
                      <a:pt x="162" y="149"/>
                      <a:pt x="161" y="150"/>
                    </a:cubicBezTo>
                    <a:cubicBezTo>
                      <a:pt x="159" y="151"/>
                      <a:pt x="154" y="149"/>
                      <a:pt x="153" y="152"/>
                    </a:cubicBezTo>
                    <a:cubicBezTo>
                      <a:pt x="148" y="150"/>
                      <a:pt x="145" y="146"/>
                      <a:pt x="139" y="146"/>
                    </a:cubicBezTo>
                    <a:cubicBezTo>
                      <a:pt x="140" y="144"/>
                      <a:pt x="140" y="143"/>
                      <a:pt x="139" y="139"/>
                    </a:cubicBezTo>
                    <a:cubicBezTo>
                      <a:pt x="138" y="139"/>
                      <a:pt x="138" y="140"/>
                      <a:pt x="137" y="138"/>
                    </a:cubicBezTo>
                    <a:cubicBezTo>
                      <a:pt x="137" y="137"/>
                      <a:pt x="137" y="137"/>
                      <a:pt x="137" y="137"/>
                    </a:cubicBezTo>
                    <a:cubicBezTo>
                      <a:pt x="137" y="136"/>
                      <a:pt x="134" y="135"/>
                      <a:pt x="136" y="134"/>
                    </a:cubicBezTo>
                    <a:cubicBezTo>
                      <a:pt x="135" y="133"/>
                      <a:pt x="130" y="131"/>
                      <a:pt x="130" y="133"/>
                    </a:cubicBezTo>
                    <a:cubicBezTo>
                      <a:pt x="128" y="132"/>
                      <a:pt x="128" y="128"/>
                      <a:pt x="126" y="127"/>
                    </a:cubicBezTo>
                    <a:cubicBezTo>
                      <a:pt x="126" y="124"/>
                      <a:pt x="127" y="124"/>
                      <a:pt x="127" y="122"/>
                    </a:cubicBezTo>
                    <a:cubicBezTo>
                      <a:pt x="126" y="120"/>
                      <a:pt x="125" y="121"/>
                      <a:pt x="121" y="121"/>
                    </a:cubicBezTo>
                    <a:cubicBezTo>
                      <a:pt x="118" y="122"/>
                      <a:pt x="119" y="127"/>
                      <a:pt x="114" y="126"/>
                    </a:cubicBezTo>
                    <a:cubicBezTo>
                      <a:pt x="115" y="121"/>
                      <a:pt x="110" y="122"/>
                      <a:pt x="111" y="117"/>
                    </a:cubicBezTo>
                    <a:cubicBezTo>
                      <a:pt x="108" y="117"/>
                      <a:pt x="107" y="115"/>
                      <a:pt x="103" y="116"/>
                    </a:cubicBezTo>
                    <a:cubicBezTo>
                      <a:pt x="103" y="114"/>
                      <a:pt x="105" y="115"/>
                      <a:pt x="106" y="114"/>
                    </a:cubicBezTo>
                    <a:cubicBezTo>
                      <a:pt x="103" y="110"/>
                      <a:pt x="100" y="114"/>
                      <a:pt x="93" y="113"/>
                    </a:cubicBezTo>
                    <a:cubicBezTo>
                      <a:pt x="89" y="112"/>
                      <a:pt x="86" y="111"/>
                      <a:pt x="82" y="109"/>
                    </a:cubicBezTo>
                    <a:cubicBezTo>
                      <a:pt x="79" y="110"/>
                      <a:pt x="75" y="110"/>
                      <a:pt x="74" y="113"/>
                    </a:cubicBezTo>
                    <a:cubicBezTo>
                      <a:pt x="73" y="113"/>
                      <a:pt x="71" y="113"/>
                      <a:pt x="69" y="113"/>
                    </a:cubicBezTo>
                    <a:cubicBezTo>
                      <a:pt x="68" y="113"/>
                      <a:pt x="68" y="114"/>
                      <a:pt x="68" y="114"/>
                    </a:cubicBezTo>
                    <a:cubicBezTo>
                      <a:pt x="66" y="115"/>
                      <a:pt x="67" y="112"/>
                      <a:pt x="64" y="116"/>
                    </a:cubicBezTo>
                    <a:cubicBezTo>
                      <a:pt x="64" y="116"/>
                      <a:pt x="63" y="117"/>
                      <a:pt x="63" y="118"/>
                    </a:cubicBezTo>
                    <a:cubicBezTo>
                      <a:pt x="61" y="116"/>
                      <a:pt x="60" y="114"/>
                      <a:pt x="61" y="119"/>
                    </a:cubicBezTo>
                    <a:cubicBezTo>
                      <a:pt x="60" y="119"/>
                      <a:pt x="59" y="118"/>
                      <a:pt x="58" y="118"/>
                    </a:cubicBezTo>
                    <a:cubicBezTo>
                      <a:pt x="56" y="118"/>
                      <a:pt x="58" y="120"/>
                      <a:pt x="58" y="119"/>
                    </a:cubicBezTo>
                    <a:cubicBezTo>
                      <a:pt x="56" y="122"/>
                      <a:pt x="53" y="121"/>
                      <a:pt x="52" y="124"/>
                    </a:cubicBezTo>
                    <a:cubicBezTo>
                      <a:pt x="48" y="122"/>
                      <a:pt x="41" y="124"/>
                      <a:pt x="35" y="123"/>
                    </a:cubicBezTo>
                    <a:cubicBezTo>
                      <a:pt x="34" y="123"/>
                      <a:pt x="35" y="125"/>
                      <a:pt x="34" y="126"/>
                    </a:cubicBezTo>
                    <a:cubicBezTo>
                      <a:pt x="33" y="126"/>
                      <a:pt x="32" y="125"/>
                      <a:pt x="32" y="126"/>
                    </a:cubicBezTo>
                    <a:cubicBezTo>
                      <a:pt x="30" y="126"/>
                      <a:pt x="29" y="126"/>
                      <a:pt x="28" y="127"/>
                    </a:cubicBezTo>
                    <a:cubicBezTo>
                      <a:pt x="24" y="128"/>
                      <a:pt x="18" y="131"/>
                      <a:pt x="10" y="129"/>
                    </a:cubicBezTo>
                    <a:cubicBezTo>
                      <a:pt x="11" y="126"/>
                      <a:pt x="10" y="122"/>
                      <a:pt x="14" y="122"/>
                    </a:cubicBezTo>
                    <a:cubicBezTo>
                      <a:pt x="13" y="120"/>
                      <a:pt x="16" y="116"/>
                      <a:pt x="13" y="116"/>
                    </a:cubicBezTo>
                    <a:cubicBezTo>
                      <a:pt x="9" y="115"/>
                      <a:pt x="14" y="114"/>
                      <a:pt x="13" y="111"/>
                    </a:cubicBezTo>
                    <a:cubicBezTo>
                      <a:pt x="11" y="107"/>
                      <a:pt x="12" y="113"/>
                      <a:pt x="10" y="108"/>
                    </a:cubicBezTo>
                    <a:cubicBezTo>
                      <a:pt x="10" y="108"/>
                      <a:pt x="10" y="106"/>
                      <a:pt x="10" y="105"/>
                    </a:cubicBezTo>
                    <a:cubicBezTo>
                      <a:pt x="8" y="104"/>
                      <a:pt x="10" y="105"/>
                      <a:pt x="10" y="103"/>
                    </a:cubicBezTo>
                    <a:cubicBezTo>
                      <a:pt x="10" y="100"/>
                      <a:pt x="7" y="98"/>
                      <a:pt x="9" y="97"/>
                    </a:cubicBezTo>
                    <a:cubicBezTo>
                      <a:pt x="9" y="95"/>
                      <a:pt x="7" y="96"/>
                      <a:pt x="6" y="95"/>
                    </a:cubicBezTo>
                    <a:cubicBezTo>
                      <a:pt x="6" y="95"/>
                      <a:pt x="6" y="93"/>
                      <a:pt x="6" y="93"/>
                    </a:cubicBezTo>
                    <a:cubicBezTo>
                      <a:pt x="5" y="89"/>
                      <a:pt x="5" y="89"/>
                      <a:pt x="5" y="89"/>
                    </a:cubicBezTo>
                    <a:cubicBezTo>
                      <a:pt x="3" y="88"/>
                      <a:pt x="6" y="89"/>
                      <a:pt x="5" y="87"/>
                    </a:cubicBezTo>
                    <a:cubicBezTo>
                      <a:pt x="5" y="85"/>
                      <a:pt x="2" y="84"/>
                      <a:pt x="3" y="82"/>
                    </a:cubicBezTo>
                    <a:cubicBezTo>
                      <a:pt x="6" y="82"/>
                      <a:pt x="4" y="77"/>
                      <a:pt x="6" y="77"/>
                    </a:cubicBezTo>
                    <a:cubicBezTo>
                      <a:pt x="7" y="75"/>
                      <a:pt x="4" y="76"/>
                      <a:pt x="4" y="75"/>
                    </a:cubicBezTo>
                    <a:cubicBezTo>
                      <a:pt x="3" y="74"/>
                      <a:pt x="5" y="71"/>
                      <a:pt x="1" y="72"/>
                    </a:cubicBezTo>
                    <a:cubicBezTo>
                      <a:pt x="0" y="66"/>
                      <a:pt x="3" y="63"/>
                      <a:pt x="4" y="59"/>
                    </a:cubicBezTo>
                    <a:cubicBezTo>
                      <a:pt x="5" y="61"/>
                      <a:pt x="10" y="60"/>
                      <a:pt x="10" y="56"/>
                    </a:cubicBezTo>
                    <a:cubicBezTo>
                      <a:pt x="10" y="54"/>
                      <a:pt x="18" y="56"/>
                      <a:pt x="18" y="50"/>
                    </a:cubicBezTo>
                    <a:cubicBezTo>
                      <a:pt x="25" y="51"/>
                      <a:pt x="28" y="48"/>
                      <a:pt x="34" y="48"/>
                    </a:cubicBezTo>
                    <a:cubicBezTo>
                      <a:pt x="36" y="48"/>
                      <a:pt x="34" y="46"/>
                      <a:pt x="34" y="46"/>
                    </a:cubicBezTo>
                    <a:cubicBezTo>
                      <a:pt x="36" y="44"/>
                      <a:pt x="40" y="46"/>
                      <a:pt x="40" y="41"/>
                    </a:cubicBezTo>
                    <a:cubicBezTo>
                      <a:pt x="41" y="42"/>
                      <a:pt x="42" y="43"/>
                      <a:pt x="43" y="43"/>
                    </a:cubicBezTo>
                    <a:cubicBezTo>
                      <a:pt x="46" y="43"/>
                      <a:pt x="42" y="37"/>
                      <a:pt x="47" y="39"/>
                    </a:cubicBezTo>
                    <a:cubicBezTo>
                      <a:pt x="46" y="34"/>
                      <a:pt x="46" y="34"/>
                      <a:pt x="47" y="29"/>
                    </a:cubicBezTo>
                    <a:cubicBezTo>
                      <a:pt x="50" y="29"/>
                      <a:pt x="52" y="30"/>
                      <a:pt x="54" y="31"/>
                    </a:cubicBezTo>
                    <a:cubicBezTo>
                      <a:pt x="56" y="30"/>
                      <a:pt x="56" y="28"/>
                      <a:pt x="58" y="29"/>
                    </a:cubicBezTo>
                    <a:cubicBezTo>
                      <a:pt x="56" y="26"/>
                      <a:pt x="61" y="24"/>
                      <a:pt x="58" y="24"/>
                    </a:cubicBezTo>
                    <a:cubicBezTo>
                      <a:pt x="59" y="22"/>
                      <a:pt x="61" y="22"/>
                      <a:pt x="61" y="20"/>
                    </a:cubicBezTo>
                    <a:cubicBezTo>
                      <a:pt x="64" y="21"/>
                      <a:pt x="62" y="16"/>
                      <a:pt x="67" y="17"/>
                    </a:cubicBezTo>
                    <a:cubicBezTo>
                      <a:pt x="68" y="16"/>
                      <a:pt x="69" y="15"/>
                      <a:pt x="71" y="14"/>
                    </a:cubicBezTo>
                    <a:cubicBezTo>
                      <a:pt x="72" y="15"/>
                      <a:pt x="74" y="15"/>
                      <a:pt x="77" y="15"/>
                    </a:cubicBezTo>
                    <a:cubicBezTo>
                      <a:pt x="74" y="17"/>
                      <a:pt x="77" y="16"/>
                      <a:pt x="78" y="17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9" y="19"/>
                      <a:pt x="80" y="18"/>
                      <a:pt x="81" y="19"/>
                    </a:cubicBezTo>
                    <a:cubicBezTo>
                      <a:pt x="81" y="19"/>
                      <a:pt x="82" y="22"/>
                      <a:pt x="86" y="21"/>
                    </a:cubicBezTo>
                    <a:cubicBezTo>
                      <a:pt x="87" y="22"/>
                      <a:pt x="86" y="15"/>
                      <a:pt x="83" y="16"/>
                    </a:cubicBezTo>
                    <a:cubicBezTo>
                      <a:pt x="84" y="15"/>
                      <a:pt x="86" y="14"/>
                      <a:pt x="87" y="14"/>
                    </a:cubicBezTo>
                    <a:cubicBezTo>
                      <a:pt x="87" y="10"/>
                      <a:pt x="89" y="9"/>
                      <a:pt x="92" y="9"/>
                    </a:cubicBezTo>
                    <a:cubicBezTo>
                      <a:pt x="92" y="6"/>
                      <a:pt x="93" y="5"/>
                      <a:pt x="96" y="5"/>
                    </a:cubicBezTo>
                    <a:cubicBezTo>
                      <a:pt x="94" y="9"/>
                      <a:pt x="95" y="6"/>
                      <a:pt x="98" y="6"/>
                    </a:cubicBezTo>
                    <a:cubicBezTo>
                      <a:pt x="104" y="0"/>
                      <a:pt x="114" y="6"/>
                      <a:pt x="121" y="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</p:grpSp>
        <p:sp>
          <p:nvSpPr>
            <p:cNvPr id="749" name="ïSľiďê"/>
            <p:cNvSpPr/>
            <p:nvPr/>
          </p:nvSpPr>
          <p:spPr>
            <a:xfrm>
              <a:off x="669925" y="2605071"/>
              <a:ext cx="2865628" cy="45585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</a:pP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019175" y="1196975"/>
          <a:ext cx="10182225" cy="532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15"/>
                <a:gridCol w="2037715"/>
                <a:gridCol w="2038350"/>
                <a:gridCol w="2037715"/>
                <a:gridCol w="2030730"/>
              </a:tblGrid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ym typeface="+mn-ea"/>
                        </a:rPr>
                        <a:t>数据集</a:t>
                      </a:r>
                      <a:endParaRPr sz="14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ym typeface="+mn-ea"/>
                        </a:rPr>
                        <a:t>来源</a:t>
                      </a:r>
                      <a:endParaRPr sz="14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ym typeface="+mn-ea"/>
                        </a:rPr>
                        <a:t>许可</a:t>
                      </a:r>
                      <a:endParaRPr sz="14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ym typeface="+mn-ea"/>
                        </a:rPr>
                        <a:t>内容</a:t>
                      </a:r>
                      <a:endParaRPr sz="14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ym typeface="+mn-ea"/>
                        </a:rPr>
                        <a:t>用途</a:t>
                      </a:r>
                      <a:endParaRPr sz="14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</a:tr>
              <a:tr h="8686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Date1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组委会百度网盘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赛事提供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26座泵站(A-Z)设计能力约40.5 m³/s，含服务范围、泵站系统图、分布地图</a:t>
                      </a:r>
                      <a:endParaRPr lang="en-US" sz="1200" dirty="0"/>
                    </a:p>
                    <a:p>
                      <a:pPr algn="l">
                        <a:buNone/>
                      </a:pP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约束模拟管网拓扑与调控对象清单</a:t>
                      </a:r>
                      <a:endParaRPr 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</a:txBody>
                  <a:tcPr/>
                </a:tc>
              </a:tr>
              <a:tr h="8686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水情信息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data.sh.gov.cn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无条件开放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52站10~15min雨量/水位/潮位，2021-2025，约1150万行原始记录</a:t>
                      </a:r>
                      <a:endParaRPr lang="en-US" sz="1200" dirty="0"/>
                    </a:p>
                    <a:p>
                      <a:pPr algn="l">
                        <a:buNone/>
                      </a:pP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模拟场景实测降雨驱动，替代CMA分钟级降雨</a:t>
                      </a:r>
                      <a:endParaRPr 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</a:txBody>
                  <a:tcPr/>
                </a:tc>
              </a:tr>
              <a:tr h="8686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Köln-Weiden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Zenodo 6992694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CC-BY-4.0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厂前进水流量+上游3处管网液位+调蓄液位+降雨，15min，2017全年，105120行</a:t>
                      </a:r>
                      <a:endParaRPr lang="en-US" sz="1200" dirty="0"/>
                    </a:p>
                    <a:p>
                      <a:pPr algn="l">
                        <a:buNone/>
                      </a:pP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方法验证主数据集，与赛题结构同构</a:t>
                      </a:r>
                      <a:endParaRPr 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BSM2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GitHub fau-evt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BSD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旱天/雨天动态进水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>
                          <a:sym typeface="+mn-ea"/>
                        </a:rPr>
                        <a:t>进水基准参照</a:t>
                      </a:r>
                      <a:endParaRPr sz="1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826770"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NOAA/ERA5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NOAA NCEI/Open-Meteo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公共领域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CC-BY-4.0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逐日/逐小时降水、气温、湿度，多年覆盖，公共领域/CC-BY-4.0</a:t>
                      </a:r>
                      <a:endParaRPr lang="en-US" sz="1200" dirty="0"/>
                    </a:p>
                    <a:p>
                      <a:pPr algn="l">
                        <a:buNone/>
                      </a:pP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降雨驱动正规来源，与水情信息互校</a:t>
                      </a:r>
                      <a:endParaRPr 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SWMM示例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GitHub pyswmm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>
                          <a:sym typeface="+mn-ea"/>
                        </a:rPr>
                        <a:t>MIT</a:t>
                      </a:r>
                      <a:endParaRPr sz="12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含泵/堰.inp示例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>
                          <a:sym typeface="+mn-ea"/>
                        </a:rPr>
                        <a:t>建模范式参考</a:t>
                      </a:r>
                      <a:endParaRPr sz="1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UCI日运行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UCI ML Repository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 sz="1200"/>
                      </a:pPr>
                      <a:r>
                        <a:rPr sz="1200">
                          <a:sym typeface="+mn-ea"/>
                        </a:rPr>
                        <a:t>公开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527天逐日进水/出水38项指标+故障标注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进水-出水关系与异常检测对照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35" y="0"/>
            <a:ext cx="930719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模拟数据生成方法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745067" y="1465459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865602" y="1585994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管网拓扑</a:t>
            </a:r>
            <a:endParaRPr lang="en-US" sz="20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65602" y="2007868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3节点，干线12节点(间距0.8km)，6支线各5节点，管径400~2400mm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796925" y="1465580"/>
            <a:ext cx="2466975" cy="76200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3517381" y="1465459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3637916" y="1585994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旱天基流</a:t>
            </a:r>
            <a:endParaRPr lang="en-US" sz="20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3637916" y="2007868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日均10万m³/d，双峰日变化(9:00/20:00峰，3:30谷)，周末降8%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536315" y="1465580"/>
            <a:ext cx="2499995" cy="76200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289695" y="1465459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410230" y="1585994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降雨-径流</a:t>
            </a:r>
            <a:endParaRPr lang="en-US" sz="20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410230" y="2007868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径流系数0.35，降雨经单位线卷积转化为入流，实测降雨驱动</a:t>
            </a:r>
            <a:endParaRPr lang="en-US" sz="1400" dirty="0"/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354445" y="1465580"/>
            <a:ext cx="2454275" cy="76200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9062009" y="1465459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9182544" y="1585994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输送延迟</a:t>
            </a:r>
            <a:endParaRPr lang="en-US" sz="20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9182544" y="2007868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管内流速0.8m/s，每km约4.17步(≈20.8min)，上游领先0.5~3h</a:t>
            </a:r>
            <a:endParaRPr lang="en-US" sz="140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9126855" y="1465580"/>
            <a:ext cx="2454275" cy="76200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745067" y="3454293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65602" y="3574828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水质指标</a:t>
            </a:r>
            <a:endParaRPr lang="en-US" sz="20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865602" y="3996702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 320mg/L，氨氮28mg/L，TN 42mg/L，雨天稀释+初期冲刷脉冲</a:t>
            </a:r>
            <a:endParaRPr lang="en-US" sz="1400" dirty="0"/>
          </a:p>
        </p:txBody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817388" y="3454293"/>
            <a:ext cx="2446869" cy="60268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3517381" y="3454293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3637916" y="3574828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异常冲击</a:t>
            </a:r>
            <a:endParaRPr lang="en-US" sz="20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3637916" y="3996702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单日5%概率，历时0.5~3h，COD突增1.8~4.0倍，pH下移约0.3</a:t>
            </a:r>
            <a:endParaRPr lang="en-US" sz="1400" dirty="0"/>
          </a:p>
        </p:txBody>
      </p:sp>
      <p:sp>
        <p:nvSpPr>
          <p:cNvPr id="31" name="Shape 29"/>
          <p:cNvSpPr/>
          <p:nvPr>
            <p:custDataLst>
              <p:tags r:id="rId24"/>
            </p:custDataLst>
          </p:nvPr>
        </p:nvSpPr>
        <p:spPr>
          <a:xfrm>
            <a:off x="3589702" y="3454293"/>
            <a:ext cx="2446869" cy="60268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32" name="Shape 30"/>
          <p:cNvSpPr/>
          <p:nvPr>
            <p:custDataLst>
              <p:tags r:id="rId25"/>
            </p:custDataLst>
          </p:nvPr>
        </p:nvSpPr>
        <p:spPr>
          <a:xfrm>
            <a:off x="6289695" y="3454293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>
            <p:custDataLst>
              <p:tags r:id="rId26"/>
            </p:custDataLst>
          </p:nvPr>
        </p:nvSpPr>
        <p:spPr>
          <a:xfrm>
            <a:off x="6410230" y="3574828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泵站运行</a:t>
            </a:r>
            <a:endParaRPr lang="en-US" sz="2000" dirty="0"/>
          </a:p>
        </p:txBody>
      </p:sp>
      <p:sp>
        <p:nvSpPr>
          <p:cNvPr id="34" name="Text 32"/>
          <p:cNvSpPr/>
          <p:nvPr>
            <p:custDataLst>
              <p:tags r:id="rId27"/>
            </p:custDataLst>
          </p:nvPr>
        </p:nvSpPr>
        <p:spPr>
          <a:xfrm>
            <a:off x="6410230" y="3996702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前池液位触发式启停，3~5台泵，单泵600~1500 m³/h</a:t>
            </a:r>
            <a:endParaRPr lang="en-US" sz="1400" dirty="0"/>
          </a:p>
        </p:txBody>
      </p:sp>
      <p:sp>
        <p:nvSpPr>
          <p:cNvPr id="35" name="Shape 33"/>
          <p:cNvSpPr/>
          <p:nvPr>
            <p:custDataLst>
              <p:tags r:id="rId28"/>
            </p:custDataLst>
          </p:nvPr>
        </p:nvSpPr>
        <p:spPr>
          <a:xfrm>
            <a:off x="6342380" y="3454400"/>
            <a:ext cx="2466340" cy="76200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36" name="Shape 34"/>
          <p:cNvSpPr/>
          <p:nvPr>
            <p:custDataLst>
              <p:tags r:id="rId29"/>
            </p:custDataLst>
          </p:nvPr>
        </p:nvSpPr>
        <p:spPr>
          <a:xfrm>
            <a:off x="9062009" y="3454293"/>
            <a:ext cx="2591511" cy="180803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9182544" y="3574828"/>
            <a:ext cx="2350440" cy="3616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设计暴雨</a:t>
            </a:r>
            <a:endParaRPr lang="en-US" sz="2000" dirty="0"/>
          </a:p>
        </p:txBody>
      </p:sp>
      <p:sp>
        <p:nvSpPr>
          <p:cNvPr id="38" name="Text 36"/>
          <p:cNvSpPr/>
          <p:nvPr>
            <p:custDataLst>
              <p:tags r:id="rId31"/>
            </p:custDataLst>
          </p:nvPr>
        </p:nvSpPr>
        <p:spPr>
          <a:xfrm>
            <a:off x="9182544" y="3996702"/>
            <a:ext cx="2350440" cy="10848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上海暴雨强度公式，芝加哥雨型，P=5/50/100年，历时120min</a:t>
            </a:r>
            <a:endParaRPr lang="en-US" sz="1400" dirty="0"/>
          </a:p>
        </p:txBody>
      </p:sp>
      <p:sp>
        <p:nvSpPr>
          <p:cNvPr id="39" name="Shape 37"/>
          <p:cNvSpPr/>
          <p:nvPr>
            <p:custDataLst>
              <p:tags r:id="rId32"/>
            </p:custDataLst>
          </p:nvPr>
        </p:nvSpPr>
        <p:spPr>
          <a:xfrm>
            <a:off x="9134475" y="3454400"/>
            <a:ext cx="2446655" cy="76200"/>
          </a:xfrm>
          <a:prstGeom prst="rect">
            <a:avLst/>
          </a:prstGeom>
          <a:solidFill>
            <a:srgbClr val="D4A574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817610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数据预处理与特征工程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 5"/>
          <p:cNvSpPr/>
          <p:nvPr/>
        </p:nvSpPr>
        <p:spPr>
          <a:xfrm>
            <a:off x="914400" y="1141095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数据清洗与对齐</a:t>
            </a:r>
            <a:endParaRPr lang="en-US" sz="2800" b="1" dirty="0">
              <a:solidFill>
                <a:srgbClr val="8711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669925" y="1873885"/>
            <a:ext cx="4878705" cy="4137025"/>
            <a:chOff x="1601" y="2951"/>
            <a:chExt cx="6048" cy="3888"/>
          </a:xfrm>
        </p:grpSpPr>
        <p:sp>
          <p:nvSpPr>
            <p:cNvPr id="6" name="Shape 6"/>
            <p:cNvSpPr/>
            <p:nvPr/>
          </p:nvSpPr>
          <p:spPr>
            <a:xfrm>
              <a:off x="1601" y="2951"/>
              <a:ext cx="6048" cy="864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5" name="Text 7"/>
            <p:cNvSpPr/>
            <p:nvPr/>
          </p:nvSpPr>
          <p:spPr>
            <a:xfrm>
              <a:off x="1817" y="3023"/>
              <a:ext cx="172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时间对齐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6" name="Text 8"/>
            <p:cNvSpPr/>
            <p:nvPr/>
          </p:nvSpPr>
          <p:spPr>
            <a:xfrm>
              <a:off x="3617" y="3023"/>
              <a:ext cx="388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统一重采样至5min/10min，线性插值处理缺失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7" name="Shape 9"/>
            <p:cNvSpPr/>
            <p:nvPr/>
          </p:nvSpPr>
          <p:spPr>
            <a:xfrm>
              <a:off x="1601" y="3037"/>
              <a:ext cx="72" cy="691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48" name="Shape 10"/>
            <p:cNvSpPr/>
            <p:nvPr/>
          </p:nvSpPr>
          <p:spPr>
            <a:xfrm>
              <a:off x="1601" y="3959"/>
              <a:ext cx="6048" cy="864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9" name="Text 11"/>
            <p:cNvSpPr/>
            <p:nvPr/>
          </p:nvSpPr>
          <p:spPr>
            <a:xfrm>
              <a:off x="1817" y="4031"/>
              <a:ext cx="172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缺失值处理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0" name="Text 12"/>
            <p:cNvSpPr/>
            <p:nvPr/>
          </p:nvSpPr>
          <p:spPr>
            <a:xfrm>
              <a:off x="3617" y="4031"/>
              <a:ext cx="388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短期(&lt;3h)线性插值，长期前后同期均值填充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1" name="Shape 13"/>
            <p:cNvSpPr/>
            <p:nvPr/>
          </p:nvSpPr>
          <p:spPr>
            <a:xfrm>
              <a:off x="1601" y="4045"/>
              <a:ext cx="72" cy="691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52" name="Shape 14"/>
            <p:cNvSpPr/>
            <p:nvPr/>
          </p:nvSpPr>
          <p:spPr>
            <a:xfrm>
              <a:off x="1601" y="4967"/>
              <a:ext cx="6048" cy="864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3" name="Text 15"/>
            <p:cNvSpPr/>
            <p:nvPr/>
          </p:nvSpPr>
          <p:spPr>
            <a:xfrm>
              <a:off x="1817" y="5039"/>
              <a:ext cx="172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异常值检测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4" name="Text 16"/>
            <p:cNvSpPr/>
            <p:nvPr/>
          </p:nvSpPr>
          <p:spPr>
            <a:xfrm>
              <a:off x="3617" y="5039"/>
              <a:ext cx="388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3σ原则+滑动窗口中位数，修正故障零值/极值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5" name="Shape 17"/>
            <p:cNvSpPr/>
            <p:nvPr/>
          </p:nvSpPr>
          <p:spPr>
            <a:xfrm>
              <a:off x="1601" y="5053"/>
              <a:ext cx="72" cy="691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56" name="Shape 18"/>
            <p:cNvSpPr/>
            <p:nvPr/>
          </p:nvSpPr>
          <p:spPr>
            <a:xfrm>
              <a:off x="1601" y="5975"/>
              <a:ext cx="6048" cy="864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7" name="Text 19"/>
            <p:cNvSpPr/>
            <p:nvPr/>
          </p:nvSpPr>
          <p:spPr>
            <a:xfrm>
              <a:off x="1817" y="6047"/>
              <a:ext cx="172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数据集划分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8" name="Text 20"/>
            <p:cNvSpPr/>
            <p:nvPr/>
          </p:nvSpPr>
          <p:spPr>
            <a:xfrm>
              <a:off x="3617" y="6047"/>
              <a:ext cx="388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严格时间顺序75%/25%划分，杜绝信息泄漏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9" name="Shape 21"/>
            <p:cNvSpPr/>
            <p:nvPr/>
          </p:nvSpPr>
          <p:spPr>
            <a:xfrm>
              <a:off x="1601" y="6061"/>
              <a:ext cx="72" cy="691"/>
            </a:xfrm>
            <a:prstGeom prst="rect">
              <a:avLst/>
            </a:prstGeom>
            <a:solidFill>
              <a:srgbClr val="87111D"/>
            </a:solidFill>
          </p:spPr>
        </p:sp>
      </p:grpSp>
      <p:sp>
        <p:nvSpPr>
          <p:cNvPr id="60" name="Text 22"/>
          <p:cNvSpPr/>
          <p:nvPr/>
        </p:nvSpPr>
        <p:spPr>
          <a:xfrm>
            <a:off x="5735320" y="11887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特征工程构建</a:t>
            </a:r>
            <a:endParaRPr lang="en-US" sz="2800" b="1" dirty="0">
              <a:solidFill>
                <a:srgbClr val="8711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5826760" y="1873885"/>
            <a:ext cx="5460365" cy="4221480"/>
            <a:chOff x="9176" y="3384"/>
            <a:chExt cx="6192" cy="4003"/>
          </a:xfrm>
        </p:grpSpPr>
        <p:sp>
          <p:nvSpPr>
            <p:cNvPr id="61" name="Shape 23"/>
            <p:cNvSpPr/>
            <p:nvPr/>
          </p:nvSpPr>
          <p:spPr>
            <a:xfrm>
              <a:off x="9176" y="3384"/>
              <a:ext cx="6192" cy="72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62" name="Text 24"/>
            <p:cNvSpPr/>
            <p:nvPr/>
          </p:nvSpPr>
          <p:spPr>
            <a:xfrm>
              <a:off x="9392" y="3427"/>
              <a:ext cx="1872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多滞后特征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63" name="Text 25"/>
            <p:cNvSpPr/>
            <p:nvPr/>
          </p:nvSpPr>
          <p:spPr>
            <a:xfrm>
              <a:off x="11336" y="3427"/>
              <a:ext cx="3888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滞后步数{1,2,3,4,6,8,12,24}，捕捉不同时间尺度依赖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64" name="Shape 26"/>
            <p:cNvSpPr/>
            <p:nvPr/>
          </p:nvSpPr>
          <p:spPr>
            <a:xfrm>
              <a:off x="9176" y="3470"/>
              <a:ext cx="72" cy="547"/>
            </a:xfrm>
            <a:prstGeom prst="rect">
              <a:avLst/>
            </a:prstGeom>
            <a:solidFill>
              <a:srgbClr val="D4A574"/>
            </a:solidFill>
          </p:spPr>
        </p:sp>
        <p:sp>
          <p:nvSpPr>
            <p:cNvPr id="65" name="Shape 27"/>
            <p:cNvSpPr/>
            <p:nvPr/>
          </p:nvSpPr>
          <p:spPr>
            <a:xfrm>
              <a:off x="9176" y="4205"/>
              <a:ext cx="6192" cy="72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66" name="Text 28"/>
            <p:cNvSpPr/>
            <p:nvPr/>
          </p:nvSpPr>
          <p:spPr>
            <a:xfrm>
              <a:off x="9392" y="4248"/>
              <a:ext cx="1872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一阶差分特征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67" name="Text 29"/>
            <p:cNvSpPr/>
            <p:nvPr/>
          </p:nvSpPr>
          <p:spPr>
            <a:xfrm>
              <a:off x="11336" y="4248"/>
              <a:ext cx="3888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相邻时刻差值，捕捉涨落趋势与变化速率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68" name="Shape 30"/>
            <p:cNvSpPr/>
            <p:nvPr/>
          </p:nvSpPr>
          <p:spPr>
            <a:xfrm>
              <a:off x="9176" y="4291"/>
              <a:ext cx="72" cy="547"/>
            </a:xfrm>
            <a:prstGeom prst="rect">
              <a:avLst/>
            </a:prstGeom>
            <a:solidFill>
              <a:srgbClr val="D4A574"/>
            </a:solidFill>
          </p:spPr>
        </p:sp>
        <p:sp>
          <p:nvSpPr>
            <p:cNvPr id="69" name="Shape 31"/>
            <p:cNvSpPr/>
            <p:nvPr/>
          </p:nvSpPr>
          <p:spPr>
            <a:xfrm>
              <a:off x="9176" y="5026"/>
              <a:ext cx="6192" cy="72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0" name="Text 32"/>
            <p:cNvSpPr/>
            <p:nvPr/>
          </p:nvSpPr>
          <p:spPr>
            <a:xfrm>
              <a:off x="9392" y="5069"/>
              <a:ext cx="1872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滑动统计特征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71" name="Text 33"/>
            <p:cNvSpPr/>
            <p:nvPr/>
          </p:nvSpPr>
          <p:spPr>
            <a:xfrm>
              <a:off x="11336" y="5069"/>
              <a:ext cx="3888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6步窗口均值/最大值/最小值/方差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72" name="Shape 34"/>
            <p:cNvSpPr/>
            <p:nvPr/>
          </p:nvSpPr>
          <p:spPr>
            <a:xfrm>
              <a:off x="9176" y="5112"/>
              <a:ext cx="72" cy="547"/>
            </a:xfrm>
            <a:prstGeom prst="rect">
              <a:avLst/>
            </a:prstGeom>
            <a:solidFill>
              <a:srgbClr val="D4A574"/>
            </a:solidFill>
          </p:spPr>
        </p:sp>
        <p:sp>
          <p:nvSpPr>
            <p:cNvPr id="73" name="Shape 35"/>
            <p:cNvSpPr/>
            <p:nvPr/>
          </p:nvSpPr>
          <p:spPr>
            <a:xfrm>
              <a:off x="9176" y="5846"/>
              <a:ext cx="6192" cy="72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4" name="Text 36"/>
            <p:cNvSpPr/>
            <p:nvPr/>
          </p:nvSpPr>
          <p:spPr>
            <a:xfrm>
              <a:off x="9392" y="5890"/>
              <a:ext cx="1872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时间特征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75" name="Text 37"/>
            <p:cNvSpPr/>
            <p:nvPr/>
          </p:nvSpPr>
          <p:spPr>
            <a:xfrm>
              <a:off x="11336" y="5890"/>
              <a:ext cx="3888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小时与星期编码，表征日变化周期与周内差异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76" name="Shape 38"/>
            <p:cNvSpPr/>
            <p:nvPr/>
          </p:nvSpPr>
          <p:spPr>
            <a:xfrm>
              <a:off x="9176" y="5933"/>
              <a:ext cx="72" cy="547"/>
            </a:xfrm>
            <a:prstGeom prst="rect">
              <a:avLst/>
            </a:prstGeom>
            <a:solidFill>
              <a:srgbClr val="D4A574"/>
            </a:solidFill>
          </p:spPr>
        </p:sp>
        <p:sp>
          <p:nvSpPr>
            <p:cNvPr id="77" name="Shape 39"/>
            <p:cNvSpPr/>
            <p:nvPr/>
          </p:nvSpPr>
          <p:spPr>
            <a:xfrm>
              <a:off x="9176" y="6667"/>
              <a:ext cx="6192" cy="72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8" name="Text 40"/>
            <p:cNvSpPr/>
            <p:nvPr/>
          </p:nvSpPr>
          <p:spPr>
            <a:xfrm>
              <a:off x="9392" y="6710"/>
              <a:ext cx="1872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降雨特征</a:t>
              </a:r>
              <a:endPara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79" name="Text 41"/>
            <p:cNvSpPr/>
            <p:nvPr/>
          </p:nvSpPr>
          <p:spPr>
            <a:xfrm>
              <a:off x="11336" y="6710"/>
              <a:ext cx="3888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当前雨量、1h/3h/6h累计雨量、降雨强度等级</a:t>
              </a:r>
              <a:endPara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80" name="Shape 42"/>
            <p:cNvSpPr/>
            <p:nvPr/>
          </p:nvSpPr>
          <p:spPr>
            <a:xfrm>
              <a:off x="9176" y="6754"/>
              <a:ext cx="72" cy="547"/>
            </a:xfrm>
            <a:prstGeom prst="rect">
              <a:avLst/>
            </a:prstGeom>
            <a:solidFill>
              <a:srgbClr val="D4A574"/>
            </a:solid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079990" cy="1028700"/>
          </a:xfrm>
          <a:solidFill>
            <a:schemeClr val="accent1"/>
          </a:solidFill>
        </p:spPr>
        <p:txBody>
          <a:bodyPr/>
          <a:p>
            <a:r>
              <a:rPr lang="en-US" sz="4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超前预测模型与验证</a:t>
            </a:r>
            <a:endParaRPr lang="en-US" altLang="en-US" sz="4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0" y="1353185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5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LightGBM梯度提升树</a:t>
            </a:r>
            <a:endParaRPr lang="en-US" altLang="en-US" sz="1500" b="1" dirty="0">
              <a:solidFill>
                <a:srgbClr val="8711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025" y="1675130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树数量：400棵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学习率：0.05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最大叶子数：63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最大深度：8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特征/样本采样：0.8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L2正则化：0.1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早停策略：验证集损失连续50轮不下降则停止</a:t>
            </a:r>
            <a:endParaRPr lang="en-US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69025" y="14262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5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概率预测与评价指标</a:t>
            </a:r>
            <a:endParaRPr lang="en-US" altLang="en-US" sz="1500" b="1" dirty="0">
              <a:solidFill>
                <a:srgbClr val="8711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41390" y="1943735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LightGBM分位数回归实现概率预测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输出P10–P90预测区间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评价指标：NSE、MAE、MAPE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统一基线：persistence（现值持续）</a:t>
            </a:r>
            <a:endParaRPr lang="en-US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1305" y="3970655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5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对比基线模型</a:t>
            </a:r>
            <a:endParaRPr lang="en-US" altLang="en-US" sz="1500" b="1" dirty="0">
              <a:solidFill>
                <a:srgbClr val="8711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1305" y="47498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Persistence（现值持续） | 季节朴素（昨日同刻） | MLP神经网络（64-32双隐层） | LSTM（2层×64隐层）</a:t>
            </a:r>
            <a:endParaRPr lang="en-US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73640" cy="102108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3" name="Text 1"/>
          <p:cNvSpPr/>
          <p:nvPr/>
        </p:nvSpPr>
        <p:spPr>
          <a:xfrm>
            <a:off x="0" y="4572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真实数据验证（Köln-Weiden）</a:t>
            </a:r>
            <a:endParaRPr lang="en-US" sz="3735" dirty="0"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Köln-Weiden数据集：德国科隆Weiden污水厂，厂前进水流量+上游3处管网液位+调蓄池液位+降雨监测（15min，2017全年，105120行，来源Zenodo 6992694，CC-BY-4.0）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0185" y="2755265"/>
          <a:ext cx="11582400" cy="1480820"/>
        </p:xfrm>
        <a:graphic>
          <a:graphicData uri="http://schemas.openxmlformats.org/drawingml/2006/table">
            <a:tbl>
              <a:tblPr/>
              <a:tblGrid>
                <a:gridCol w="2205990"/>
                <a:gridCol w="2206625"/>
                <a:gridCol w="2757170"/>
                <a:gridCol w="2206625"/>
                <a:gridCol w="220599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提前量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模型MAE (L/s)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persistence 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NSE提升量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+60 min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0.942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15.4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0.839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+0.103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+120 min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0.809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29.4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0.623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+0.186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+180 min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0.677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40.0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0.424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+0.253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600" y="463296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模型在全部提前量下显著优于persistence基线，且随提前量增加优势扩大。+1h时NSE达到0.942，+3h时NSE仍保持在0.677。</a:t>
            </a:r>
            <a:endParaRPr lang="en-US" sz="1735" dirty="0"/>
          </a:p>
        </p:txBody>
      </p:sp>
      <p:sp>
        <p:nvSpPr>
          <p:cNvPr id="8" name="Text 5"/>
          <p:cNvSpPr/>
          <p:nvPr/>
        </p:nvSpPr>
        <p:spPr>
          <a:xfrm>
            <a:off x="609600" y="536448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E94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特征重要性分析显示上游管网液位滞后项与降雨滞后项贡献主导，验证了"厂站网一体化信号融合"的信息增益。</a:t>
            </a:r>
            <a:endParaRPr lang="en-US" sz="1735" dirty="0"/>
          </a:p>
        </p:txBody>
      </p:sp>
      <p:sp>
        <p:nvSpPr>
          <p:cNvPr id="10" name="Text 7"/>
          <p:cNvSpPr/>
          <p:nvPr/>
        </p:nvSpPr>
        <p:spPr>
          <a:xfrm>
            <a:off x="609600" y="8351520"/>
            <a:ext cx="975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35" dirty="0"/>
          </a:p>
        </p:txBody>
      </p:sp>
      <p:sp>
        <p:nvSpPr>
          <p:cNvPr id="11" name="Text 8"/>
          <p:cNvSpPr/>
          <p:nvPr/>
        </p:nvSpPr>
        <p:spPr>
          <a:xfrm>
            <a:off x="10972800" y="8351520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65" dirty="0"/>
          </a:p>
        </p:txBody>
      </p:sp>
      <p:sp>
        <p:nvSpPr>
          <p:cNvPr id="12" name="文本框 11"/>
          <p:cNvSpPr txBox="1"/>
          <p:nvPr/>
        </p:nvSpPr>
        <p:spPr>
          <a:xfrm>
            <a:off x="8277225" y="6316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fld id="{5DD3DB80-B894-403A-B48E-6FDC1A72010E}" type="slidenum">
              <a:rPr lang="zh-CN" altLang="en-US" smtClean="0">
                <a:solidFill>
                  <a:schemeClr val="bg2"/>
                </a:solidFill>
              </a:rPr>
            </a:fld>
            <a:endParaRPr lang="zh-CN" altLang="en-US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25380" cy="10363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Text 1"/>
          <p:cNvSpPr/>
          <p:nvPr/>
        </p:nvSpPr>
        <p:spPr>
          <a:xfrm>
            <a:off x="50800" y="6096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厂站网一体化建模</a:t>
            </a:r>
            <a:endParaRPr lang="en-US" sz="3735" dirty="0"/>
          </a:p>
        </p:txBody>
      </p:sp>
      <p:sp>
        <p:nvSpPr>
          <p:cNvPr id="5" name="Text 3"/>
          <p:cNvSpPr/>
          <p:nvPr/>
        </p:nvSpPr>
        <p:spPr>
          <a:xfrm>
            <a:off x="609600" y="103632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35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管网拓扑概化</a:t>
            </a:r>
            <a:endParaRPr lang="en-US" sz="2135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依据Date1系统图，将泰和系统概化为沿程干线+支线接入的树状拓扑：43个节点、42条管段（管径800~2400 mm）、6级泵站串联汇流。</a:t>
            </a:r>
            <a:endParaRPr lang="en-US" sz="1735" dirty="0"/>
          </a:p>
        </p:txBody>
      </p:sp>
      <p:sp>
        <p:nvSpPr>
          <p:cNvPr id="7" name="Text 5"/>
          <p:cNvSpPr/>
          <p:nvPr/>
        </p:nvSpPr>
        <p:spPr>
          <a:xfrm>
            <a:off x="609600" y="237744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35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核心物理机制</a:t>
            </a:r>
            <a:endParaRPr lang="en-US" sz="2135" dirty="0"/>
          </a:p>
        </p:txBody>
      </p:sp>
      <p:sp>
        <p:nvSpPr>
          <p:cNvPr id="8" name="Shape 6"/>
          <p:cNvSpPr/>
          <p:nvPr/>
        </p:nvSpPr>
        <p:spPr>
          <a:xfrm>
            <a:off x="609600" y="2865120"/>
            <a:ext cx="2682240" cy="3657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9" name="Text 7"/>
          <p:cNvSpPr/>
          <p:nvPr/>
        </p:nvSpPr>
        <p:spPr>
          <a:xfrm>
            <a:off x="609600" y="2865120"/>
            <a:ext cx="2682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旱天基流</a:t>
            </a:r>
            <a:endParaRPr lang="en-US" sz="1465" dirty="0"/>
          </a:p>
        </p:txBody>
      </p:sp>
      <p:sp>
        <p:nvSpPr>
          <p:cNvPr id="10" name="Text 8"/>
          <p:cNvSpPr/>
          <p:nvPr/>
        </p:nvSpPr>
        <p:spPr>
          <a:xfrm>
            <a:off x="3535680" y="2865120"/>
            <a:ext cx="7924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双峰日变化（9:00/20:00峰，3:30谷），日均10万m³/d</a:t>
            </a:r>
            <a:endParaRPr lang="en-US" sz="1465" dirty="0"/>
          </a:p>
        </p:txBody>
      </p:sp>
      <p:sp>
        <p:nvSpPr>
          <p:cNvPr id="11" name="Shape 9"/>
          <p:cNvSpPr/>
          <p:nvPr/>
        </p:nvSpPr>
        <p:spPr>
          <a:xfrm>
            <a:off x="609600" y="3535680"/>
            <a:ext cx="2682240" cy="3657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2" name="Text 10"/>
          <p:cNvSpPr/>
          <p:nvPr/>
        </p:nvSpPr>
        <p:spPr>
          <a:xfrm>
            <a:off x="609600" y="3535680"/>
            <a:ext cx="2682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降雨入流入渗(RDII)</a:t>
            </a:r>
            <a:endParaRPr lang="en-US" sz="1465" dirty="0"/>
          </a:p>
        </p:txBody>
      </p:sp>
      <p:sp>
        <p:nvSpPr>
          <p:cNvPr id="13" name="Text 11"/>
          <p:cNvSpPr/>
          <p:nvPr/>
        </p:nvSpPr>
        <p:spPr>
          <a:xfrm>
            <a:off x="3535680" y="3535680"/>
            <a:ext cx="7924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径流系数0.35，降雨经单位线卷积转化为入流过程</a:t>
            </a:r>
            <a:endParaRPr lang="en-US" sz="1465" dirty="0"/>
          </a:p>
        </p:txBody>
      </p:sp>
      <p:sp>
        <p:nvSpPr>
          <p:cNvPr id="14" name="Shape 12"/>
          <p:cNvSpPr/>
          <p:nvPr/>
        </p:nvSpPr>
        <p:spPr>
          <a:xfrm>
            <a:off x="609600" y="4206240"/>
            <a:ext cx="2682240" cy="3657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5" name="Text 13"/>
          <p:cNvSpPr/>
          <p:nvPr/>
        </p:nvSpPr>
        <p:spPr>
          <a:xfrm>
            <a:off x="609600" y="4206240"/>
            <a:ext cx="2682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输送延迟</a:t>
            </a:r>
            <a:endParaRPr lang="en-US" sz="1465" dirty="0"/>
          </a:p>
        </p:txBody>
      </p:sp>
      <p:sp>
        <p:nvSpPr>
          <p:cNvPr id="16" name="Text 14"/>
          <p:cNvSpPr/>
          <p:nvPr/>
        </p:nvSpPr>
        <p:spPr>
          <a:xfrm>
            <a:off x="3535680" y="4206240"/>
            <a:ext cx="7924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按管段长度与0.8 m/s设计流速计算传播时间，上游领先厂前0.5~3小时</a:t>
            </a:r>
            <a:endParaRPr lang="en-US" sz="1465" dirty="0"/>
          </a:p>
        </p:txBody>
      </p:sp>
      <p:sp>
        <p:nvSpPr>
          <p:cNvPr id="17" name="Shape 15"/>
          <p:cNvSpPr/>
          <p:nvPr/>
        </p:nvSpPr>
        <p:spPr>
          <a:xfrm>
            <a:off x="609600" y="4876800"/>
            <a:ext cx="2682240" cy="3657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18" name="Text 16"/>
          <p:cNvSpPr/>
          <p:nvPr/>
        </p:nvSpPr>
        <p:spPr>
          <a:xfrm>
            <a:off x="609600" y="4876800"/>
            <a:ext cx="2682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泵站启停</a:t>
            </a:r>
            <a:endParaRPr lang="en-US" sz="1465" dirty="0"/>
          </a:p>
        </p:txBody>
      </p:sp>
      <p:sp>
        <p:nvSpPr>
          <p:cNvPr id="19" name="Text 17"/>
          <p:cNvSpPr/>
          <p:nvPr/>
        </p:nvSpPr>
        <p:spPr>
          <a:xfrm>
            <a:off x="3535680" y="4876800"/>
            <a:ext cx="7924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前池液位触发式启停逻辑，产生阶梯状输送流量与液位锯齿</a:t>
            </a:r>
            <a:endParaRPr lang="en-US" sz="1465" dirty="0"/>
          </a:p>
        </p:txBody>
      </p:sp>
      <p:sp>
        <p:nvSpPr>
          <p:cNvPr id="20" name="Shape 18"/>
          <p:cNvSpPr/>
          <p:nvPr/>
        </p:nvSpPr>
        <p:spPr>
          <a:xfrm>
            <a:off x="609600" y="5547360"/>
            <a:ext cx="2682240" cy="36576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21" name="Text 19"/>
          <p:cNvSpPr/>
          <p:nvPr/>
        </p:nvSpPr>
        <p:spPr>
          <a:xfrm>
            <a:off x="609600" y="5547360"/>
            <a:ext cx="2682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水质过程</a:t>
            </a:r>
            <a:endParaRPr lang="en-US" sz="1465" dirty="0"/>
          </a:p>
        </p:txBody>
      </p:sp>
      <p:sp>
        <p:nvSpPr>
          <p:cNvPr id="22" name="Text 20"/>
          <p:cNvSpPr/>
          <p:nvPr/>
        </p:nvSpPr>
        <p:spPr>
          <a:xfrm>
            <a:off x="3535680" y="5547360"/>
            <a:ext cx="7924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COD/氨氮等按"旱天浓度×雨天稀释×初期冲刷脉冲"合成</a:t>
            </a:r>
            <a:endParaRPr lang="en-US" sz="1465" dirty="0"/>
          </a:p>
        </p:txBody>
      </p:sp>
      <p:sp>
        <p:nvSpPr>
          <p:cNvPr id="23" name="Text 21"/>
          <p:cNvSpPr/>
          <p:nvPr/>
        </p:nvSpPr>
        <p:spPr>
          <a:xfrm>
            <a:off x="609600" y="621792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4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上海实测降雨耦合场景：2024年汛期（6–8月，92天）上海全市平均雨量驱动模拟，进水流量范围2388~15087 m³/h。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" y="7741920"/>
            <a:ext cx="975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35" dirty="0"/>
          </a:p>
        </p:txBody>
      </p:sp>
      <p:sp>
        <p:nvSpPr>
          <p:cNvPr id="26" name="Text 24"/>
          <p:cNvSpPr/>
          <p:nvPr/>
        </p:nvSpPr>
        <p:spPr>
          <a:xfrm>
            <a:off x="10972800" y="7741920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65" dirty="0"/>
          </a:p>
        </p:txBody>
      </p:sp>
      <p:sp>
        <p:nvSpPr>
          <p:cNvPr id="27" name="Watermark"/>
          <p:cNvSpPr txBox="1"/>
          <p:nvPr/>
        </p:nvSpPr>
        <p:spPr>
          <a:xfrm>
            <a:off x="9114667" y="5454853"/>
            <a:ext cx="2933333" cy="4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21920" bIns="60960" rtlCol="0" anchor="b"/>
          <a:lstStyle/>
          <a:p>
            <a:pPr algn="r"/>
            <a:endParaRPr lang="zh-CN" sz="2135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79660" cy="1024255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3" name="Text 1"/>
          <p:cNvSpPr/>
          <p:nvPr/>
        </p:nvSpPr>
        <p:spPr>
          <a:xfrm>
            <a:off x="0" y="4826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泰和模拟场景迁移验证</a:t>
            </a:r>
            <a:endParaRPr lang="en-US" sz="3735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609600" y="1458595"/>
          <a:ext cx="10363200" cy="1463040"/>
        </p:xfrm>
        <a:graphic>
          <a:graphicData uri="http://schemas.openxmlformats.org/drawingml/2006/table">
            <a:tbl>
              <a:tblPr/>
              <a:tblGrid>
                <a:gridCol w="3048000"/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提前量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persistence 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进水流量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+60 min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0.687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进水流量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+120 min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0.140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进水流量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+180 min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-0.539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600" y="3531235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进水流量超前3小时NSE仍稳定在0.92，此时persistence基线已崩溃为负值，说明"骨架+实测降雨"场景下的因果链可被模型学习。</a:t>
            </a:r>
            <a:endParaRPr lang="en-US" sz="1735" dirty="0"/>
          </a:p>
        </p:txBody>
      </p:sp>
      <p:sp>
        <p:nvSpPr>
          <p:cNvPr id="7" name="Text 4"/>
          <p:cNvSpPr/>
          <p:nvPr/>
        </p:nvSpPr>
        <p:spPr>
          <a:xfrm>
            <a:off x="609600" y="4384675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水质预测口径优化</a:t>
            </a:r>
            <a:endParaRPr lang="en-US" sz="20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/>
        </p:nvGraphicFramePr>
        <p:xfrm>
          <a:off x="609600" y="4872355"/>
          <a:ext cx="10972800" cy="1219200"/>
        </p:xfrm>
        <a:graphic>
          <a:graphicData uri="http://schemas.openxmlformats.org/drawingml/2006/table">
            <a:tbl>
              <a:tblPr/>
              <a:tblGrid>
                <a:gridCol w="3657600"/>
                <a:gridCol w="2438400"/>
                <a:gridCol w="2438400"/>
                <a:gridCol w="2438400"/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预测口径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+1h 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+2h 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+3h 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COD浓度（模拟）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0.035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-0.131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-0.144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COD负荷（模拟）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0.841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0.805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0.782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09600" y="6335395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4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氨氮负荷+1h/+2h/+3h预测NSE均约0.92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9600" y="8351520"/>
            <a:ext cx="975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3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33635" cy="1036320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3" name="Text 1"/>
          <p:cNvSpPr/>
          <p:nvPr/>
        </p:nvSpPr>
        <p:spPr>
          <a:xfrm>
            <a:off x="0" y="2032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多模型对标与概率预测</a:t>
            </a:r>
            <a:endParaRPr lang="en-US" sz="3735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828800"/>
          <a:ext cx="11350625" cy="1727200"/>
        </p:xfrm>
        <a:graphic>
          <a:graphicData uri="http://schemas.openxmlformats.org/drawingml/2006/table">
            <a:tbl>
              <a:tblPr/>
              <a:tblGrid>
                <a:gridCol w="2533650"/>
                <a:gridCol w="1520190"/>
                <a:gridCol w="1824355"/>
                <a:gridCol w="1823720"/>
                <a:gridCol w="1824355"/>
                <a:gridCol w="1824355"/>
              </a:tblGrid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数据场景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提前量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LightGBM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MLP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季节朴素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persistence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Köln（真实）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+1h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0.942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0.642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-0.734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0.839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Köln（真实）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+3h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0.677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0.241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-0.734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0.424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泰和（模拟）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+1h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0.926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0.924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0.743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0.687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泰和（模拟）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+3h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0.923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0.920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0.743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-0.539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600" y="438912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LightGBM在全部工况保持最优或并列最优。LSTM泰和场景+2h测试段NSE为0.913，仍略低于LightGBM（0.922），且训练成本高出一个量级。</a:t>
            </a:r>
            <a:endParaRPr lang="en-US" sz="1735" dirty="0"/>
          </a:p>
        </p:txBody>
      </p:sp>
      <p:sp>
        <p:nvSpPr>
          <p:cNvPr id="7" name="Text 4"/>
          <p:cNvSpPr/>
          <p:nvPr/>
        </p:nvSpPr>
        <p:spPr>
          <a:xfrm>
            <a:off x="609600" y="51206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E94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概率预测：Köln +1h测试集PICP≈72%（名义80%，轻度欠覆盖），预测区间在暴雨事件段自动放宽、旱天收窄。</a:t>
            </a:r>
            <a:endParaRPr lang="en-US" sz="1735" dirty="0"/>
          </a:p>
        </p:txBody>
      </p:sp>
      <p:sp>
        <p:nvSpPr>
          <p:cNvPr id="24" name="Watermark"/>
          <p:cNvSpPr txBox="1"/>
          <p:nvPr/>
        </p:nvSpPr>
        <p:spPr>
          <a:xfrm>
            <a:off x="9114667" y="6247333"/>
            <a:ext cx="2933333" cy="4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21920" bIns="60960" rtlCol="0" anchor="b"/>
          <a:lstStyle/>
          <a:p>
            <a:pPr algn="r"/>
            <a:endParaRPr lang="zh-CN" sz="2135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888220" cy="995045"/>
          </a:xfrm>
          <a:prstGeom prst="rect">
            <a:avLst/>
          </a:prstGeom>
          <a:solidFill>
            <a:srgbClr val="87111D"/>
          </a:solidFill>
        </p:spPr>
      </p:sp>
      <p:sp>
        <p:nvSpPr>
          <p:cNvPr id="3" name="Text 1"/>
          <p:cNvSpPr/>
          <p:nvPr/>
        </p:nvSpPr>
        <p:spPr>
          <a:xfrm>
            <a:off x="0" y="2032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极端场景压力测试</a:t>
            </a:r>
            <a:endParaRPr lang="en-US" sz="3735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828800"/>
          <a:ext cx="11264900" cy="1727200"/>
        </p:xfrm>
        <a:graphic>
          <a:graphicData uri="http://schemas.openxmlformats.org/drawingml/2006/table">
            <a:tbl>
              <a:tblPr/>
              <a:tblGrid>
                <a:gridCol w="3285490"/>
                <a:gridCol w="2346960"/>
                <a:gridCol w="2346960"/>
                <a:gridCol w="3285490"/>
              </a:tblGrid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基准训练NSE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洪峰相对误差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增广后NSE / 峰值误差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P=5a设计暴雨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0.228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-90%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（进入训练集）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P=50a设计暴雨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0.149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-93%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（进入训练集）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P=100a设计暴雨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0.134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-94%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0.935 / -28%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台风烟花（2021实测）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0.705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-5%~-23%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0.701 / -4%~-21%</a:t>
                      </a:r>
                      <a:endParaRPr lang="en-US" sz="146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600" y="43891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</a:t>
            </a:r>
            <a:endParaRPr lang="en-US" sz="1865" dirty="0"/>
          </a:p>
        </p:txBody>
      </p:sp>
      <p:sp>
        <p:nvSpPr>
          <p:cNvPr id="7" name="Text 4"/>
          <p:cNvSpPr/>
          <p:nvPr/>
        </p:nvSpPr>
        <p:spPr>
          <a:xfrm>
            <a:off x="609600" y="4754880"/>
            <a:ext cx="109728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数据驱动模型对远超训练分布的极端暴雨会系统性低估洪峰（最高−94%）；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在训练集中混入P5+P50设计暴雨增广样本后，P=100a场景NSE从0.134提升至0.935；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台风长历时过程因雨强接近训练分布，模型泛化较好（NSE 0.705）。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9600" y="8351520"/>
            <a:ext cx="975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35" dirty="0"/>
          </a:p>
        </p:txBody>
      </p:sp>
      <p:sp>
        <p:nvSpPr>
          <p:cNvPr id="10" name="Text 7"/>
          <p:cNvSpPr/>
          <p:nvPr/>
        </p:nvSpPr>
        <p:spPr>
          <a:xfrm>
            <a:off x="10972800" y="8351520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65" dirty="0"/>
          </a:p>
        </p:txBody>
      </p:sp>
      <p:sp>
        <p:nvSpPr>
          <p:cNvPr id="25" name="Watermark"/>
          <p:cNvSpPr txBox="1"/>
          <p:nvPr/>
        </p:nvSpPr>
        <p:spPr>
          <a:xfrm>
            <a:off x="9114667" y="6247333"/>
            <a:ext cx="2933333" cy="4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21920" bIns="60960" rtlCol="0" anchor="b"/>
          <a:lstStyle/>
          <a:p>
            <a:pPr algn="r"/>
            <a:endParaRPr lang="zh-CN" sz="2135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979660" cy="1024255"/>
          </a:xfrm>
          <a:prstGeom prst="rect">
            <a:avLst/>
          </a:prstGeom>
          <a:solidFill>
            <a:srgbClr val="87111D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0" y="4826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降雨预报输入增益与预警命中评估</a:t>
            </a:r>
            <a:endParaRPr lang="en-US" sz="3735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609600" y="1458595"/>
          <a:ext cx="10363200" cy="1463040"/>
        </p:xfrm>
        <a:graphic>
          <a:graphicData uri="http://schemas.openxmlformats.org/drawingml/2006/table">
            <a:tbl>
              <a:tblPr/>
              <a:tblGrid>
                <a:gridCol w="3048000"/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+2h NSE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黄色事件召回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橙色事件召回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无雨预报（仅历史）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0.922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69%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含噪雨预报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0.949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理想雨预报（上限）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0.956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600" y="3531235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即使是含误差的短临雨预报，也能把黄/橙色预警事件召回从69%/25%提升到100%——接入气象短临降雨预报（如CMA-SH9/雷达外推）是实用化部署的第一优先级工程接口。</a:t>
            </a:r>
            <a:endParaRPr lang="en-US" sz="1735" dirty="0"/>
          </a:p>
        </p:txBody>
      </p:sp>
      <p:sp>
        <p:nvSpPr>
          <p:cNvPr id="7" name="Text 4"/>
          <p:cNvSpPr/>
          <p:nvPr/>
        </p:nvSpPr>
        <p:spPr>
          <a:xfrm>
            <a:off x="609600" y="4384675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预警事件命中评估（测试段约23天，P90口径）</a:t>
            </a:r>
            <a:endParaRPr lang="en-US" sz="20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/>
        </p:nvGraphicFramePr>
        <p:xfrm>
          <a:off x="609600" y="4872355"/>
          <a:ext cx="10972800" cy="1219200"/>
        </p:xfrm>
        <a:graphic>
          <a:graphicData uri="http://schemas.openxmlformats.org/drawingml/2006/table">
            <a:tbl>
              <a:tblPr/>
              <a:tblGrid>
                <a:gridCol w="3657600"/>
                <a:gridCol w="2438400"/>
                <a:gridCol w="2438400"/>
                <a:gridCol w="2438400"/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预警级别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事件数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P90严格口径召回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P90运行口径召回*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黄色（≥0.80）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23%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69%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橙色（≥0.95）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4A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09600" y="6335395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4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未命中事件均为5~85分钟短历时降雨尖峰，其致因降雨发生在预测发布之后，仅凭历史信号原理上不可预知；测试段预警时间线（提前量120 min）：蓝色2953步、黄色15步。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9600" y="8351520"/>
            <a:ext cx="975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3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1052488" y="1233805"/>
            <a:ext cx="10621179" cy="5542380"/>
            <a:chOff x="5661" y="1584"/>
            <a:chExt cx="8868" cy="6111"/>
          </a:xfrm>
        </p:grpSpPr>
        <p:sp>
          <p:nvSpPr>
            <p:cNvPr id="9" name="Shape 6"/>
            <p:cNvSpPr/>
            <p:nvPr>
              <p:custDataLst>
                <p:tags r:id="rId2"/>
              </p:custDataLst>
            </p:nvPr>
          </p:nvSpPr>
          <p:spPr>
            <a:xfrm>
              <a:off x="6192" y="1584"/>
              <a:ext cx="7632" cy="1224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0" name="Shape 7"/>
            <p:cNvSpPr/>
            <p:nvPr>
              <p:custDataLst>
                <p:tags r:id="rId3"/>
              </p:custDataLst>
            </p:nvPr>
          </p:nvSpPr>
          <p:spPr>
            <a:xfrm>
              <a:off x="6278" y="1728"/>
              <a:ext cx="504" cy="936"/>
            </a:xfrm>
            <a:prstGeom prst="rect">
              <a:avLst/>
            </a:prstGeom>
            <a:solidFill>
              <a:srgbClr val="2196F3"/>
            </a:solidFill>
          </p:spPr>
        </p:sp>
        <p:sp>
          <p:nvSpPr>
            <p:cNvPr id="11" name="Text 8"/>
            <p:cNvSpPr/>
            <p:nvPr>
              <p:custDataLst>
                <p:tags r:id="rId4"/>
              </p:custDataLst>
            </p:nvPr>
          </p:nvSpPr>
          <p:spPr>
            <a:xfrm>
              <a:off x="6912" y="1728"/>
              <a:ext cx="115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2196F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蓝色</a:t>
              </a:r>
              <a:endParaRPr lang="en-US" sz="2800" b="1" dirty="0">
                <a:solidFill>
                  <a:srgbClr val="2196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2" name="Text 9"/>
            <p:cNvSpPr/>
            <p:nvPr>
              <p:custDataLst>
                <p:tags r:id="rId5"/>
              </p:custDataLst>
            </p:nvPr>
          </p:nvSpPr>
          <p:spPr>
            <a:xfrm>
              <a:off x="6912" y="2160"/>
              <a:ext cx="172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≥ 60%</a:t>
              </a:r>
              <a:endParaRPr lang="en-US" sz="2000" dirty="0"/>
            </a:p>
          </p:txBody>
        </p:sp>
        <p:sp>
          <p:nvSpPr>
            <p:cNvPr id="13" name="Text 10"/>
            <p:cNvSpPr/>
            <p:nvPr>
              <p:custDataLst>
                <p:tags r:id="rId6"/>
              </p:custDataLst>
            </p:nvPr>
          </p:nvSpPr>
          <p:spPr>
            <a:xfrm>
              <a:off x="8784" y="1728"/>
              <a:ext cx="4752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加强监视：关注上游液位与雨量变化趋势</a:t>
              </a:r>
              <a:endParaRPr lang="en-US" sz="2400" dirty="0"/>
            </a:p>
          </p:txBody>
        </p:sp>
        <p:sp>
          <p:nvSpPr>
            <p:cNvPr id="14" name="Shape 11"/>
            <p:cNvSpPr/>
            <p:nvPr>
              <p:custDataLst>
                <p:tags r:id="rId7"/>
              </p:custDataLst>
            </p:nvPr>
          </p:nvSpPr>
          <p:spPr>
            <a:xfrm>
              <a:off x="6192" y="1670"/>
              <a:ext cx="72" cy="1051"/>
            </a:xfrm>
            <a:prstGeom prst="rect">
              <a:avLst/>
            </a:prstGeom>
            <a:solidFill>
              <a:srgbClr val="2196F3"/>
            </a:solidFill>
          </p:spPr>
        </p:sp>
        <p:sp>
          <p:nvSpPr>
            <p:cNvPr id="15" name="Shape 12"/>
            <p:cNvSpPr/>
            <p:nvPr>
              <p:custDataLst>
                <p:tags r:id="rId8"/>
              </p:custDataLst>
            </p:nvPr>
          </p:nvSpPr>
          <p:spPr>
            <a:xfrm>
              <a:off x="6192" y="2952"/>
              <a:ext cx="7632" cy="1224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6" name="Shape 13"/>
            <p:cNvSpPr/>
            <p:nvPr>
              <p:custDataLst>
                <p:tags r:id="rId9"/>
              </p:custDataLst>
            </p:nvPr>
          </p:nvSpPr>
          <p:spPr>
            <a:xfrm>
              <a:off x="6278" y="3096"/>
              <a:ext cx="504" cy="936"/>
            </a:xfrm>
            <a:prstGeom prst="rect">
              <a:avLst/>
            </a:prstGeom>
            <a:solidFill>
              <a:srgbClr val="FFC107"/>
            </a:solidFill>
          </p:spPr>
        </p:sp>
        <p:sp>
          <p:nvSpPr>
            <p:cNvPr id="17" name="Text 14"/>
            <p:cNvSpPr/>
            <p:nvPr>
              <p:custDataLst>
                <p:tags r:id="rId10"/>
              </p:custDataLst>
            </p:nvPr>
          </p:nvSpPr>
          <p:spPr>
            <a:xfrm>
              <a:off x="6912" y="3096"/>
              <a:ext cx="115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C10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黄色</a:t>
              </a:r>
              <a:endParaRPr lang="en-US" sz="2800" b="1" dirty="0">
                <a:solidFill>
                  <a:srgbClr val="FFC1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8" name="Text 15"/>
            <p:cNvSpPr/>
            <p:nvPr>
              <p:custDataLst>
                <p:tags r:id="rId11"/>
              </p:custDataLst>
            </p:nvPr>
          </p:nvSpPr>
          <p:spPr>
            <a:xfrm>
              <a:off x="6912" y="3528"/>
              <a:ext cx="172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≥ 80%</a:t>
              </a:r>
              <a:endParaRPr lang="en-US" sz="2000" dirty="0"/>
            </a:p>
          </p:txBody>
        </p:sp>
        <p:sp>
          <p:nvSpPr>
            <p:cNvPr id="19" name="Text 16"/>
            <p:cNvSpPr/>
            <p:nvPr>
              <p:custDataLst>
                <p:tags r:id="rId12"/>
              </p:custDataLst>
            </p:nvPr>
          </p:nvSpPr>
          <p:spPr>
            <a:xfrm>
              <a:off x="8784" y="3096"/>
              <a:ext cx="4752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雨前预抽空：预降各泵站前池液位，腾出调蓄容积</a:t>
              </a:r>
              <a:endParaRPr lang="en-US" sz="2400" dirty="0"/>
            </a:p>
          </p:txBody>
        </p:sp>
        <p:sp>
          <p:nvSpPr>
            <p:cNvPr id="20" name="Shape 17"/>
            <p:cNvSpPr/>
            <p:nvPr>
              <p:custDataLst>
                <p:tags r:id="rId13"/>
              </p:custDataLst>
            </p:nvPr>
          </p:nvSpPr>
          <p:spPr>
            <a:xfrm>
              <a:off x="6192" y="3038"/>
              <a:ext cx="72" cy="1051"/>
            </a:xfrm>
            <a:prstGeom prst="rect">
              <a:avLst/>
            </a:prstGeom>
            <a:solidFill>
              <a:srgbClr val="FFC107"/>
            </a:solidFill>
          </p:spPr>
        </p:sp>
        <p:sp>
          <p:nvSpPr>
            <p:cNvPr id="21" name="Shape 18"/>
            <p:cNvSpPr/>
            <p:nvPr>
              <p:custDataLst>
                <p:tags r:id="rId14"/>
              </p:custDataLst>
            </p:nvPr>
          </p:nvSpPr>
          <p:spPr>
            <a:xfrm>
              <a:off x="6192" y="4320"/>
              <a:ext cx="7632" cy="1224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2" name="Shape 19"/>
            <p:cNvSpPr/>
            <p:nvPr>
              <p:custDataLst>
                <p:tags r:id="rId15"/>
              </p:custDataLst>
            </p:nvPr>
          </p:nvSpPr>
          <p:spPr>
            <a:xfrm>
              <a:off x="6278" y="4464"/>
              <a:ext cx="504" cy="936"/>
            </a:xfrm>
            <a:prstGeom prst="rect">
              <a:avLst/>
            </a:prstGeom>
            <a:solidFill>
              <a:srgbClr val="FF5722"/>
            </a:solidFill>
          </p:spPr>
        </p:sp>
        <p:sp>
          <p:nvSpPr>
            <p:cNvPr id="23" name="Text 20"/>
            <p:cNvSpPr/>
            <p:nvPr>
              <p:custDataLst>
                <p:tags r:id="rId16"/>
              </p:custDataLst>
            </p:nvPr>
          </p:nvSpPr>
          <p:spPr>
            <a:xfrm>
              <a:off x="6912" y="4464"/>
              <a:ext cx="115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57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橙色</a:t>
              </a:r>
              <a:endParaRPr lang="en-US" sz="28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4" name="Text 21"/>
            <p:cNvSpPr/>
            <p:nvPr>
              <p:custDataLst>
                <p:tags r:id="rId17"/>
              </p:custDataLst>
            </p:nvPr>
          </p:nvSpPr>
          <p:spPr>
            <a:xfrm>
              <a:off x="6912" y="4896"/>
              <a:ext cx="172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≥ 95%</a:t>
              </a:r>
              <a:endParaRPr lang="en-US" sz="2000" dirty="0"/>
            </a:p>
          </p:txBody>
        </p:sp>
        <p:sp>
          <p:nvSpPr>
            <p:cNvPr id="25" name="Text 22"/>
            <p:cNvSpPr/>
            <p:nvPr>
              <p:custDataLst>
                <p:tags r:id="rId18"/>
              </p:custDataLst>
            </p:nvPr>
          </p:nvSpPr>
          <p:spPr>
            <a:xfrm>
              <a:off x="8784" y="4464"/>
              <a:ext cx="4752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彭越浦总站错峰：上游支线泵站延迟30~60min开泵</a:t>
              </a:r>
              <a:endParaRPr lang="en-US" sz="2400" dirty="0"/>
            </a:p>
          </p:txBody>
        </p:sp>
        <p:sp>
          <p:nvSpPr>
            <p:cNvPr id="26" name="Shape 23"/>
            <p:cNvSpPr/>
            <p:nvPr>
              <p:custDataLst>
                <p:tags r:id="rId19"/>
              </p:custDataLst>
            </p:nvPr>
          </p:nvSpPr>
          <p:spPr>
            <a:xfrm>
              <a:off x="6192" y="4406"/>
              <a:ext cx="72" cy="1051"/>
            </a:xfrm>
            <a:prstGeom prst="rect">
              <a:avLst/>
            </a:prstGeom>
            <a:solidFill>
              <a:srgbClr val="FF5722"/>
            </a:solidFill>
          </p:spPr>
        </p:sp>
        <p:sp>
          <p:nvSpPr>
            <p:cNvPr id="27" name="Shape 24"/>
            <p:cNvSpPr/>
            <p:nvPr>
              <p:custDataLst>
                <p:tags r:id="rId20"/>
              </p:custDataLst>
            </p:nvPr>
          </p:nvSpPr>
          <p:spPr>
            <a:xfrm>
              <a:off x="6192" y="5688"/>
              <a:ext cx="7632" cy="1224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8" name="Shape 25"/>
            <p:cNvSpPr/>
            <p:nvPr>
              <p:custDataLst>
                <p:tags r:id="rId21"/>
              </p:custDataLst>
            </p:nvPr>
          </p:nvSpPr>
          <p:spPr>
            <a:xfrm>
              <a:off x="6278" y="5832"/>
              <a:ext cx="504" cy="936"/>
            </a:xfrm>
            <a:prstGeom prst="rect">
              <a:avLst/>
            </a:prstGeom>
            <a:solidFill>
              <a:srgbClr val="D32F2F"/>
            </a:solidFill>
          </p:spPr>
        </p:sp>
        <p:sp>
          <p:nvSpPr>
            <p:cNvPr id="29" name="Text 26"/>
            <p:cNvSpPr/>
            <p:nvPr>
              <p:custDataLst>
                <p:tags r:id="rId22"/>
              </p:custDataLst>
            </p:nvPr>
          </p:nvSpPr>
          <p:spPr>
            <a:xfrm>
              <a:off x="6912" y="5832"/>
              <a:ext cx="115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D32F2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红色</a:t>
              </a:r>
              <a:endParaRPr lang="en-US" sz="2800" b="1" dirty="0">
                <a:solidFill>
                  <a:srgbClr val="D32F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0" name="Text 27"/>
            <p:cNvSpPr/>
            <p:nvPr>
              <p:custDataLst>
                <p:tags r:id="rId23"/>
              </p:custDataLst>
            </p:nvPr>
          </p:nvSpPr>
          <p:spPr>
            <a:xfrm>
              <a:off x="6912" y="6264"/>
              <a:ext cx="172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≥ 110%</a:t>
              </a:r>
              <a:endParaRPr lang="en-US" sz="2000" dirty="0"/>
            </a:p>
          </p:txBody>
        </p:sp>
        <p:sp>
          <p:nvSpPr>
            <p:cNvPr id="31" name="Text 28"/>
            <p:cNvSpPr/>
            <p:nvPr>
              <p:custDataLst>
                <p:tags r:id="rId24"/>
              </p:custDataLst>
            </p:nvPr>
          </p:nvSpPr>
          <p:spPr>
            <a:xfrm>
              <a:off x="8784" y="5832"/>
              <a:ext cx="4752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全网限流：上游泵站按能力70%限排，启用调蓄</a:t>
              </a:r>
              <a:endParaRPr lang="en-US" sz="2400" dirty="0"/>
            </a:p>
          </p:txBody>
        </p:sp>
        <p:sp>
          <p:nvSpPr>
            <p:cNvPr id="32" name="Shape 29"/>
            <p:cNvSpPr/>
            <p:nvPr>
              <p:custDataLst>
                <p:tags r:id="rId25"/>
              </p:custDataLst>
            </p:nvPr>
          </p:nvSpPr>
          <p:spPr>
            <a:xfrm>
              <a:off x="6192" y="5774"/>
              <a:ext cx="72" cy="1051"/>
            </a:xfrm>
            <a:prstGeom prst="rect">
              <a:avLst/>
            </a:prstGeom>
            <a:solidFill>
              <a:srgbClr val="D32F2F"/>
            </a:solidFill>
          </p:spPr>
        </p:sp>
        <p:sp>
          <p:nvSpPr>
            <p:cNvPr id="33" name="Shape 30"/>
            <p:cNvSpPr/>
            <p:nvPr/>
          </p:nvSpPr>
          <p:spPr>
            <a:xfrm>
              <a:off x="5661" y="6974"/>
              <a:ext cx="8868" cy="721"/>
            </a:xfrm>
            <a:prstGeom prst="roundRect">
              <a:avLst>
                <a:gd name="adj" fmla="val 15000"/>
              </a:avLst>
            </a:prstGeom>
            <a:solidFill>
              <a:srgbClr val="87111D"/>
            </a:solidFill>
          </p:spPr>
        </p:sp>
        <p:sp>
          <p:nvSpPr>
            <p:cNvPr id="34" name="Text 31"/>
            <p:cNvSpPr/>
            <p:nvPr/>
          </p:nvSpPr>
          <p:spPr>
            <a:xfrm>
              <a:off x="5728" y="7141"/>
              <a:ext cx="8801" cy="48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效益推算：雨前预抽空可腾出调蓄容积约4.4万m³，4次橙色超阈事件全部可被错峰消纳</a:t>
              </a:r>
              <a:r>
                <a:rPr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（以上为模拟场景推算，非泰和实测）</a:t>
              </a: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3975" y="13335"/>
            <a:ext cx="9484360" cy="9810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marL="0" indent="0" algn="l">
              <a:buNone/>
            </a:pPr>
            <a:r>
              <a:rPr lang="en-US" sz="44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四级预警体系与协同调控</a:t>
            </a:r>
            <a:endParaRPr lang="zh-CN" altLang="en-US" sz="4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50800"/>
            <a:ext cx="10057765" cy="97917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US" altLang="zh-CN" sz="4400" b="1"/>
              <a:t>SWMM</a:t>
            </a:r>
            <a:r>
              <a:rPr lang="zh-CN" altLang="en-US" sz="4400" b="1"/>
              <a:t>在环调度对比（物理模型验证）</a:t>
            </a:r>
            <a:endParaRPr lang="zh-CN" altLang="en-US" sz="4400" b="1"/>
          </a:p>
        </p:txBody>
      </p:sp>
      <p:sp>
        <p:nvSpPr>
          <p:cNvPr id="3" name="文本框 2"/>
          <p:cNvSpPr txBox="1"/>
          <p:nvPr/>
        </p:nvSpPr>
        <p:spPr>
          <a:xfrm>
            <a:off x="696595" y="1132840"/>
            <a:ext cx="1086929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构建概化</a:t>
            </a:r>
            <a:r>
              <a:rPr lang="en-US" altLang="zh-CN"/>
              <a:t>EPA-SWMM 5</a:t>
            </a:r>
            <a:r>
              <a:rPr lang="zh-CN" altLang="en-US"/>
              <a:t>模型（6泵站汇流单元，动力波演算），用</a:t>
            </a:r>
            <a:r>
              <a:rPr lang="en-US" altLang="zh-CN"/>
              <a:t>P=50a</a:t>
            </a:r>
            <a:r>
              <a:rPr lang="zh-CN" altLang="en-US"/>
              <a:t>设计暴雨驱动、</a:t>
            </a:r>
            <a:r>
              <a:rPr lang="en-US" altLang="zh-CN"/>
              <a:t>pyswmm</a:t>
            </a:r>
            <a:r>
              <a:rPr lang="zh-CN" altLang="en-US"/>
              <a:t>逐步仿真、每5</a:t>
            </a:r>
            <a:r>
              <a:rPr lang="en-US" altLang="zh-CN"/>
              <a:t>min</a:t>
            </a:r>
            <a:r>
              <a:rPr lang="zh-CN" altLang="en-US"/>
              <a:t>下发泵指令，对比四种调度策略</a:t>
            </a:r>
            <a:endParaRPr lang="zh-CN" alt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812165" y="1787525"/>
          <a:ext cx="10593705" cy="3343275"/>
        </p:xfrm>
        <a:graphic>
          <a:graphicData uri="http://schemas.openxmlformats.org/drawingml/2006/table">
            <a:tbl>
              <a:tblPr/>
              <a:tblGrid>
                <a:gridCol w="2353945"/>
                <a:gridCol w="2118995"/>
                <a:gridCol w="1765935"/>
                <a:gridCol w="2235835"/>
                <a:gridCol w="2118995"/>
              </a:tblGrid>
              <a:tr h="668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策略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峰值入流(m³/s)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超阈历时(h)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超阈体积(万m³)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前池冒溢(万m³)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111D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无调控(泵常开)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5.80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5.6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2.09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19.73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本地液位规则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5.80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4.9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1.76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20.38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预见性(防冒溢)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5.80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4.6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1.50 (-28%)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19.73(不增)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预见性(激进限排)</a:t>
                      </a:r>
                      <a:endParaRPr lang="en-US" sz="1400" dirty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4.99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2.8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0.22 (-89%)</a:t>
                      </a:r>
                      <a:endParaRPr lang="en-US" sz="1400" b="1" dirty="0">
                        <a:solidFill>
                          <a:srgbClr val="2E7D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32F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20.95 (+6.2%)</a:t>
                      </a:r>
                      <a:endParaRPr lang="en-US" sz="1400" b="1" dirty="0">
                        <a:solidFill>
                          <a:srgbClr val="D32F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D"/>
                    </a:solidFill>
                  </a:tcPr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879475" y="5283200"/>
            <a:ext cx="8183880" cy="1060450"/>
            <a:chOff x="720" y="5544"/>
            <a:chExt cx="12888" cy="1670"/>
          </a:xfrm>
        </p:grpSpPr>
        <p:sp>
          <p:nvSpPr>
            <p:cNvPr id="9" name="Shape 6"/>
            <p:cNvSpPr/>
            <p:nvPr/>
          </p:nvSpPr>
          <p:spPr>
            <a:xfrm>
              <a:off x="720" y="5659"/>
              <a:ext cx="216" cy="216"/>
            </a:xfrm>
            <a:prstGeom prst="ellipse">
              <a:avLst/>
            </a:prstGeom>
            <a:solidFill>
              <a:srgbClr val="FF5722"/>
            </a:solidFill>
          </p:spPr>
        </p:sp>
        <p:sp>
          <p:nvSpPr>
            <p:cNvPr id="10" name="Text 7"/>
            <p:cNvSpPr/>
            <p:nvPr/>
          </p:nvSpPr>
          <p:spPr>
            <a:xfrm>
              <a:off x="1080" y="5544"/>
              <a:ext cx="1252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激进限排可削减89%超阈体积，但上游冒溢增加6.2%</a:t>
              </a:r>
              <a:endParaRPr lang="en-US" sz="16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720" y="6264"/>
              <a:ext cx="216" cy="216"/>
            </a:xfrm>
            <a:prstGeom prst="ellipse">
              <a:avLst/>
            </a:prstGeom>
            <a:solidFill>
              <a:srgbClr val="2E7D32"/>
            </a:solidFill>
          </p:spPr>
        </p:sp>
        <p:sp>
          <p:nvSpPr>
            <p:cNvPr id="12" name="Text 9"/>
            <p:cNvSpPr/>
            <p:nvPr/>
          </p:nvSpPr>
          <p:spPr>
            <a:xfrm>
              <a:off x="1080" y="6149"/>
              <a:ext cx="1252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带防冒溢保护的稳健版在冒溢不增的约束下削减28%超阈体积</a:t>
              </a:r>
              <a:endParaRPr lang="en-US" sz="16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720" y="6869"/>
              <a:ext cx="216" cy="216"/>
            </a:xfrm>
            <a:prstGeom prst="ellipse">
              <a:avLst/>
            </a:prstGeom>
            <a:solidFill>
              <a:srgbClr val="666666"/>
            </a:solidFill>
          </p:spPr>
        </p:sp>
        <p:sp>
          <p:nvSpPr>
            <p:cNvPr id="14" name="Text 11"/>
            <p:cNvSpPr/>
            <p:nvPr/>
          </p:nvSpPr>
          <p:spPr>
            <a:xfrm>
              <a:off x="1080" y="6754"/>
              <a:ext cx="1252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SWMM为概化参数，结论价值在于策略间相对比较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" y="0"/>
            <a:ext cx="979487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系统原型与全链路复现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226103" y="1176020"/>
            <a:ext cx="5521282" cy="5435471"/>
            <a:chOff x="664" y="1296"/>
            <a:chExt cx="6536" cy="7044"/>
          </a:xfrm>
        </p:grpSpPr>
        <p:sp>
          <p:nvSpPr>
            <p:cNvPr id="7" name="Text 5"/>
            <p:cNvSpPr/>
            <p:nvPr/>
          </p:nvSpPr>
          <p:spPr>
            <a:xfrm>
              <a:off x="720" y="1296"/>
              <a:ext cx="648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全链路一键复现</a:t>
              </a:r>
              <a:endParaRPr lang="en-US" sz="2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720" y="1872"/>
              <a:ext cx="6480" cy="60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936" y="1872"/>
              <a:ext cx="460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00000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pip install -r requirements.txt</a:t>
              </a:r>
              <a:endParaRPr lang="en-US" sz="1400" dirty="0">
                <a:solidFill>
                  <a:srgbClr val="C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616" y="1872"/>
              <a:ext cx="144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r">
                <a:buNone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依赖安装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720" y="1958"/>
              <a:ext cx="72" cy="432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720" y="2563"/>
              <a:ext cx="6480" cy="60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936" y="2563"/>
              <a:ext cx="460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00000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python -m src.data.shanghai_rain</a:t>
              </a:r>
              <a:endParaRPr lang="en-US" sz="1400" dirty="0">
                <a:solidFill>
                  <a:srgbClr val="C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341" y="2563"/>
              <a:ext cx="1715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① 数据融合</a:t>
              </a:r>
              <a:endPara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720" y="2650"/>
              <a:ext cx="72" cy="432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16" name="Shape 14"/>
            <p:cNvSpPr/>
            <p:nvPr/>
          </p:nvSpPr>
          <p:spPr>
            <a:xfrm>
              <a:off x="720" y="3254"/>
              <a:ext cx="6480" cy="60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936" y="3254"/>
              <a:ext cx="460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0000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python -m src.simulation.generate</a:t>
              </a:r>
              <a:endParaRPr lang="en-US" sz="1200" dirty="0">
                <a:solidFill>
                  <a:srgbClr val="C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3888" y="3254"/>
              <a:ext cx="316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② 实测降雨驱动场景</a:t>
              </a:r>
              <a:endPara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720" y="3341"/>
              <a:ext cx="72" cy="432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720" y="3946"/>
              <a:ext cx="6480" cy="60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1" name="Text 19"/>
            <p:cNvSpPr/>
            <p:nvPr/>
          </p:nvSpPr>
          <p:spPr>
            <a:xfrm>
              <a:off x="936" y="3946"/>
              <a:ext cx="460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0000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python -m src.models.forecast --dataset koeln</a:t>
              </a:r>
              <a:endParaRPr lang="en-US" sz="1000" dirty="0">
                <a:solidFill>
                  <a:srgbClr val="C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798" y="3946"/>
              <a:ext cx="225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25000"/>
            </a:bodyPr>
            <a:lstStyle/>
            <a:p>
              <a:pPr marL="0" indent="0" algn="r">
                <a:buNone/>
              </a:pPr>
              <a:r>
                <a:rPr lang="en-US" sz="8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③ 真实数据验</a:t>
              </a:r>
              <a:r>
                <a:rPr lang="en-US" sz="9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证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20" y="4032"/>
              <a:ext cx="72" cy="432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24" name="Shape 22"/>
            <p:cNvSpPr/>
            <p:nvPr/>
          </p:nvSpPr>
          <p:spPr>
            <a:xfrm>
              <a:off x="720" y="4637"/>
              <a:ext cx="6480" cy="60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5" name="Text 23"/>
            <p:cNvSpPr/>
            <p:nvPr/>
          </p:nvSpPr>
          <p:spPr>
            <a:xfrm>
              <a:off x="936" y="4637"/>
              <a:ext cx="460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0000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python -m src.models.forecast --dataset taihe</a:t>
              </a:r>
              <a:endParaRPr lang="en-US" sz="1000" dirty="0">
                <a:solidFill>
                  <a:srgbClr val="C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4441" y="4637"/>
              <a:ext cx="2615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④ 泰和场景迁移</a:t>
              </a:r>
              <a:endPara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720" y="4723"/>
              <a:ext cx="72" cy="432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28" name="Shape 26"/>
            <p:cNvSpPr/>
            <p:nvPr/>
          </p:nvSpPr>
          <p:spPr>
            <a:xfrm>
              <a:off x="720" y="5328"/>
              <a:ext cx="6480" cy="60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936" y="5328"/>
              <a:ext cx="460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python -m src.control.warning</a:t>
              </a:r>
              <a:endParaRPr lang="en-US" sz="1600" dirty="0">
                <a:solidFill>
                  <a:srgbClr val="C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4440" y="5328"/>
              <a:ext cx="2616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25000"/>
            </a:bodyPr>
            <a:lstStyle/>
            <a:p>
              <a:pPr marL="0" indent="0" algn="r">
                <a:buNone/>
              </a:pPr>
              <a:r>
                <a:rPr lang="en-US" sz="8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⑤ 预警调控演</a:t>
              </a:r>
              <a:r>
                <a:rPr lang="en-US" sz="9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示</a:t>
              </a:r>
              <a:endParaRPr lang="en-US" sz="9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20" y="5414"/>
              <a:ext cx="72" cy="432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32" name="Shape 30"/>
            <p:cNvSpPr/>
            <p:nvPr/>
          </p:nvSpPr>
          <p:spPr>
            <a:xfrm>
              <a:off x="720" y="6729"/>
              <a:ext cx="6480" cy="60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3" name="Text 31"/>
            <p:cNvSpPr/>
            <p:nvPr/>
          </p:nvSpPr>
          <p:spPr>
            <a:xfrm>
              <a:off x="792" y="6729"/>
              <a:ext cx="460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00000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streamlit run deliverables/demo/app.py</a:t>
              </a:r>
              <a:endParaRPr lang="en-US" sz="1400" dirty="0">
                <a:solidFill>
                  <a:srgbClr val="C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4887" y="6729"/>
              <a:ext cx="2258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⑦ 交互式看板</a:t>
              </a:r>
              <a:endPara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719" y="6816"/>
              <a:ext cx="72" cy="432"/>
            </a:xfrm>
            <a:prstGeom prst="rect">
              <a:avLst/>
            </a:prstGeom>
            <a:solidFill>
              <a:srgbClr val="D4A574"/>
            </a:solidFill>
          </p:spPr>
        </p:sp>
        <p:sp>
          <p:nvSpPr>
            <p:cNvPr id="36" name="Shape 34"/>
            <p:cNvSpPr/>
            <p:nvPr/>
          </p:nvSpPr>
          <p:spPr>
            <a:xfrm>
              <a:off x="665" y="7764"/>
              <a:ext cx="6480" cy="576"/>
            </a:xfrm>
            <a:prstGeom prst="roundRect">
              <a:avLst>
                <a:gd name="adj" fmla="val 15000"/>
              </a:avLst>
            </a:prstGeom>
            <a:solidFill>
              <a:srgbClr val="E8F5E9"/>
            </a:solidFill>
            <a:ln w="12700">
              <a:solidFill>
                <a:srgbClr val="2E7D32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664" y="7764"/>
              <a:ext cx="619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✓ 7项单元测试 + GitHub Actions CI + 依赖锁定</a:t>
              </a:r>
              <a:endParaRPr lang="en-US" sz="1600" dirty="0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563360" y="1188720"/>
            <a:ext cx="5345430" cy="5423317"/>
            <a:chOff x="7632" y="1296"/>
            <a:chExt cx="6048" cy="5155"/>
          </a:xfrm>
        </p:grpSpPr>
        <p:sp>
          <p:nvSpPr>
            <p:cNvPr id="38" name="Text 36"/>
            <p:cNvSpPr/>
            <p:nvPr/>
          </p:nvSpPr>
          <p:spPr>
            <a:xfrm>
              <a:off x="7632" y="1296"/>
              <a:ext cx="6048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交互式演示看板 (Streamlit)</a:t>
              </a:r>
              <a:endParaRPr lang="en-US" sz="2000" dirty="0"/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7632" y="1872"/>
              <a:ext cx="6048" cy="4579"/>
              <a:chOff x="7632" y="1872"/>
              <a:chExt cx="6048" cy="4579"/>
            </a:xfrm>
          </p:grpSpPr>
          <p:sp>
            <p:nvSpPr>
              <p:cNvPr id="39" name="Shape 37"/>
              <p:cNvSpPr/>
              <p:nvPr/>
            </p:nvSpPr>
            <p:spPr>
              <a:xfrm>
                <a:off x="7632" y="1872"/>
                <a:ext cx="6048" cy="1037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40" name="Shape 38"/>
              <p:cNvSpPr/>
              <p:nvPr/>
            </p:nvSpPr>
            <p:spPr>
              <a:xfrm>
                <a:off x="7848" y="2131"/>
                <a:ext cx="518" cy="518"/>
              </a:xfrm>
              <a:prstGeom prst="ellipse">
                <a:avLst/>
              </a:prstGeom>
              <a:solidFill>
                <a:srgbClr val="D4A574"/>
              </a:solidFill>
            </p:spPr>
          </p:sp>
          <p:sp>
            <p:nvSpPr>
              <p:cNvPr id="41" name="Text 39"/>
              <p:cNvSpPr/>
              <p:nvPr/>
            </p:nvSpPr>
            <p:spPr>
              <a:xfrm>
                <a:off x="7848" y="2131"/>
                <a:ext cx="518" cy="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1</a:t>
                </a:r>
                <a:endParaRPr lang="en-US" sz="12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8568" y="1987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超前感知总览</a:t>
                </a:r>
                <a:endParaRPr lang="en-US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8568" y="2419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指标卡+主图+P10~P90不确定性带+四级阈值线</a:t>
                </a:r>
                <a:endParaRPr lang="en-US" sz="1400" dirty="0"/>
              </a:p>
            </p:txBody>
          </p:sp>
          <p:sp>
            <p:nvSpPr>
              <p:cNvPr id="44" name="Shape 42"/>
              <p:cNvSpPr/>
              <p:nvPr/>
            </p:nvSpPr>
            <p:spPr>
              <a:xfrm>
                <a:off x="7632" y="1958"/>
                <a:ext cx="72" cy="864"/>
              </a:xfrm>
              <a:prstGeom prst="rect">
                <a:avLst/>
              </a:prstGeom>
              <a:solidFill>
                <a:srgbClr val="D4A574"/>
              </a:solidFill>
            </p:spPr>
          </p:sp>
          <p:sp>
            <p:nvSpPr>
              <p:cNvPr id="45" name="Shape 43"/>
              <p:cNvSpPr/>
              <p:nvPr/>
            </p:nvSpPr>
            <p:spPr>
              <a:xfrm>
                <a:off x="7632" y="3077"/>
                <a:ext cx="6048" cy="1037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46" name="Shape 44"/>
              <p:cNvSpPr/>
              <p:nvPr/>
            </p:nvSpPr>
            <p:spPr>
              <a:xfrm>
                <a:off x="7848" y="3312"/>
                <a:ext cx="518" cy="518"/>
              </a:xfrm>
              <a:prstGeom prst="ellipse">
                <a:avLst/>
              </a:prstGeom>
              <a:solidFill>
                <a:srgbClr val="87111D"/>
              </a:solidFill>
            </p:spPr>
          </p:sp>
          <p:sp>
            <p:nvSpPr>
              <p:cNvPr id="47" name="Text 45"/>
              <p:cNvSpPr/>
              <p:nvPr/>
            </p:nvSpPr>
            <p:spPr>
              <a:xfrm>
                <a:off x="7848" y="3312"/>
                <a:ext cx="518" cy="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2</a:t>
                </a:r>
                <a:endParaRPr lang="en-US" sz="1200" dirty="0"/>
              </a:p>
            </p:txBody>
          </p:sp>
          <p:sp>
            <p:nvSpPr>
              <p:cNvPr id="48" name="Text 46"/>
              <p:cNvSpPr/>
              <p:nvPr/>
            </p:nvSpPr>
            <p:spPr>
              <a:xfrm>
                <a:off x="8568" y="3168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厂网一张图</a:t>
                </a:r>
                <a:endParaRPr lang="en-US" dirty="0"/>
              </a:p>
            </p:txBody>
          </p:sp>
          <p:sp>
            <p:nvSpPr>
              <p:cNvPr id="49" name="Text 47"/>
              <p:cNvSpPr/>
              <p:nvPr/>
            </p:nvSpPr>
            <p:spPr>
              <a:xfrm>
                <a:off x="8568" y="3600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43节点拓扑动态视图</a:t>
                </a:r>
                <a:endParaRPr lang="en-US" sz="1400" dirty="0"/>
              </a:p>
            </p:txBody>
          </p:sp>
          <p:sp>
            <p:nvSpPr>
              <p:cNvPr id="50" name="Shape 48"/>
              <p:cNvSpPr/>
              <p:nvPr/>
            </p:nvSpPr>
            <p:spPr>
              <a:xfrm>
                <a:off x="7632" y="3139"/>
                <a:ext cx="72" cy="864"/>
              </a:xfrm>
              <a:prstGeom prst="rect">
                <a:avLst/>
              </a:prstGeom>
              <a:solidFill>
                <a:srgbClr val="87111D"/>
              </a:solidFill>
            </p:spPr>
          </p:sp>
          <p:sp>
            <p:nvSpPr>
              <p:cNvPr id="51" name="Shape 49"/>
              <p:cNvSpPr/>
              <p:nvPr/>
            </p:nvSpPr>
            <p:spPr>
              <a:xfrm>
                <a:off x="7632" y="4234"/>
                <a:ext cx="6048" cy="1037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52" name="Shape 50"/>
              <p:cNvSpPr/>
              <p:nvPr/>
            </p:nvSpPr>
            <p:spPr>
              <a:xfrm>
                <a:off x="7848" y="4493"/>
                <a:ext cx="518" cy="518"/>
              </a:xfrm>
              <a:prstGeom prst="ellipse">
                <a:avLst/>
              </a:prstGeom>
              <a:solidFill>
                <a:srgbClr val="87111D"/>
              </a:solidFill>
            </p:spPr>
          </p:sp>
          <p:sp>
            <p:nvSpPr>
              <p:cNvPr id="53" name="Text 51"/>
              <p:cNvSpPr/>
              <p:nvPr/>
            </p:nvSpPr>
            <p:spPr>
              <a:xfrm>
                <a:off x="7848" y="4493"/>
                <a:ext cx="518" cy="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3</a:t>
                </a:r>
                <a:endParaRPr lang="en-US" sz="1200" dirty="0"/>
              </a:p>
            </p:txBody>
          </p:sp>
          <p:sp>
            <p:nvSpPr>
              <p:cNvPr id="54" name="Text 52"/>
              <p:cNvSpPr/>
              <p:nvPr/>
            </p:nvSpPr>
            <p:spPr>
              <a:xfrm>
                <a:off x="8568" y="4349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暴雨事件复盘</a:t>
                </a:r>
                <a:endParaRPr lang="en-US" sz="2000" dirty="0"/>
              </a:p>
            </p:txBody>
          </p:sp>
          <p:sp>
            <p:nvSpPr>
              <p:cNvPr id="55" name="Text 53"/>
              <p:cNvSpPr/>
              <p:nvPr/>
            </p:nvSpPr>
            <p:spPr>
              <a:xfrm>
                <a:off x="8568" y="4781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回放感知→预测→预警全过程</a:t>
                </a:r>
                <a:endParaRPr lang="en-US" sz="1400" dirty="0"/>
              </a:p>
            </p:txBody>
          </p:sp>
          <p:sp>
            <p:nvSpPr>
              <p:cNvPr id="56" name="Shape 54"/>
              <p:cNvSpPr/>
              <p:nvPr/>
            </p:nvSpPr>
            <p:spPr>
              <a:xfrm>
                <a:off x="7632" y="4320"/>
                <a:ext cx="72" cy="864"/>
              </a:xfrm>
              <a:prstGeom prst="rect">
                <a:avLst/>
              </a:prstGeom>
              <a:solidFill>
                <a:srgbClr val="87111D"/>
              </a:solidFill>
            </p:spPr>
          </p:sp>
          <p:sp>
            <p:nvSpPr>
              <p:cNvPr id="57" name="Shape 55"/>
              <p:cNvSpPr/>
              <p:nvPr/>
            </p:nvSpPr>
            <p:spPr>
              <a:xfrm>
                <a:off x="7632" y="5414"/>
                <a:ext cx="6048" cy="1037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58" name="Shape 56"/>
              <p:cNvSpPr/>
              <p:nvPr/>
            </p:nvSpPr>
            <p:spPr>
              <a:xfrm>
                <a:off x="7848" y="5674"/>
                <a:ext cx="518" cy="518"/>
              </a:xfrm>
              <a:prstGeom prst="ellipse">
                <a:avLst/>
              </a:prstGeom>
              <a:solidFill>
                <a:srgbClr val="87111D"/>
              </a:solidFill>
            </p:spPr>
          </p:sp>
          <p:sp>
            <p:nvSpPr>
              <p:cNvPr id="59" name="Text 57"/>
              <p:cNvSpPr/>
              <p:nvPr/>
            </p:nvSpPr>
            <p:spPr>
              <a:xfrm>
                <a:off x="7848" y="5674"/>
                <a:ext cx="518" cy="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4</a:t>
                </a:r>
                <a:endParaRPr lang="en-US" sz="1200" dirty="0"/>
              </a:p>
            </p:txBody>
          </p:sp>
          <p:sp>
            <p:nvSpPr>
              <p:cNvPr id="60" name="Text 58"/>
              <p:cNvSpPr/>
              <p:nvPr/>
            </p:nvSpPr>
            <p:spPr>
              <a:xfrm>
                <a:off x="8568" y="5530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调控策略对比</a:t>
                </a:r>
                <a:endParaRPr lang="en-US" sz="2000" dirty="0"/>
              </a:p>
            </p:txBody>
          </p:sp>
          <p:sp>
            <p:nvSpPr>
              <p:cNvPr id="61" name="Text 59"/>
              <p:cNvSpPr/>
              <p:nvPr/>
            </p:nvSpPr>
            <p:spPr>
              <a:xfrm>
                <a:off x="8568" y="5962"/>
                <a:ext cx="4896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SWMM四策略厂前入流曲线+削峰/冒溢权衡指标表</a:t>
                </a:r>
                <a:endParaRPr lang="en-US" sz="1400" dirty="0"/>
              </a:p>
            </p:txBody>
          </p:sp>
          <p:sp>
            <p:nvSpPr>
              <p:cNvPr id="62" name="Shape 60"/>
              <p:cNvSpPr/>
              <p:nvPr/>
            </p:nvSpPr>
            <p:spPr>
              <a:xfrm>
                <a:off x="7632" y="5501"/>
                <a:ext cx="72" cy="864"/>
              </a:xfrm>
              <a:prstGeom prst="rect">
                <a:avLst/>
              </a:prstGeom>
              <a:solidFill>
                <a:srgbClr val="87111D"/>
              </a:solidFill>
            </p:spPr>
          </p:sp>
        </p:grpSp>
      </p:grpSp>
      <p:sp>
        <p:nvSpPr>
          <p:cNvPr id="3" name="Shape 26"/>
          <p:cNvSpPr/>
          <p:nvPr/>
        </p:nvSpPr>
        <p:spPr>
          <a:xfrm>
            <a:off x="273409" y="4830855"/>
            <a:ext cx="5473976" cy="46684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r>
              <a:rPr lang="en-US" altLang="zh-CN" sz="1600">
                <a:solidFill>
                  <a:srgbClr val="C00000"/>
                </a:solidFill>
                <a:latin typeface="Consolas" panose="020B0609020204030204" pitchFamily="34" charset="0"/>
                <a:cs typeface="Consolas" panose="020B0609020204030204" pitchFamily="34" charset="0"/>
              </a:rPr>
              <a:t>python -m src.viz.make_figures</a:t>
            </a:r>
            <a:endParaRPr lang="en-US" altLang="zh-CN" sz="1600">
              <a:solidFill>
                <a:srgbClr val="C00000"/>
              </a:solidFill>
              <a:latin typeface="Consolas" panose="020B0609020204030204" pitchFamily="34" charset="0"/>
              <a:cs typeface="Consolas" panose="020B0609020204030204" pitchFamily="34" charset="0"/>
            </a:endParaRPr>
          </a:p>
        </p:txBody>
      </p:sp>
      <p:sp>
        <p:nvSpPr>
          <p:cNvPr id="4" name="Shape 29"/>
          <p:cNvSpPr/>
          <p:nvPr/>
        </p:nvSpPr>
        <p:spPr>
          <a:xfrm>
            <a:off x="272774" y="4878166"/>
            <a:ext cx="60822" cy="333351"/>
          </a:xfrm>
          <a:prstGeom prst="rect">
            <a:avLst/>
          </a:prstGeom>
          <a:solidFill>
            <a:srgbClr val="87111D"/>
          </a:solidFill>
        </p:spPr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56610" y="4877435"/>
            <a:ext cx="2662555" cy="363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>
                    <a:lumMod val="75000"/>
                  </a:schemeClr>
                </a:solidFill>
              </a:rPr>
              <a:t>     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⑥ 本报告全部图表</a:t>
            </a:r>
            <a:endParaRPr lang="zh-CN" altLang="en-US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35" y="0"/>
            <a:ext cx="995362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主要结论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51" name="组合 150"/>
          <p:cNvGrpSpPr/>
          <p:nvPr/>
        </p:nvGrpSpPr>
        <p:grpSpPr>
          <a:xfrm>
            <a:off x="52705" y="1193165"/>
            <a:ext cx="12000865" cy="4895850"/>
            <a:chOff x="720" y="1512"/>
            <a:chExt cx="12960" cy="5687"/>
          </a:xfrm>
        </p:grpSpPr>
        <p:sp>
          <p:nvSpPr>
            <p:cNvPr id="122" name="Shape 6"/>
            <p:cNvSpPr/>
            <p:nvPr/>
          </p:nvSpPr>
          <p:spPr>
            <a:xfrm>
              <a:off x="936" y="1656"/>
              <a:ext cx="605" cy="605"/>
            </a:xfrm>
            <a:prstGeom prst="ellipse">
              <a:avLst/>
            </a:prstGeom>
            <a:solidFill>
              <a:srgbClr val="87111D"/>
            </a:solidFill>
          </p:spPr>
        </p:sp>
        <p:sp>
          <p:nvSpPr>
            <p:cNvPr id="123" name="Text 7"/>
            <p:cNvSpPr/>
            <p:nvPr/>
          </p:nvSpPr>
          <p:spPr>
            <a:xfrm>
              <a:off x="936" y="1656"/>
              <a:ext cx="605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124" name="Text 8"/>
            <p:cNvSpPr/>
            <p:nvPr/>
          </p:nvSpPr>
          <p:spPr>
            <a:xfrm>
              <a:off x="1728" y="1512"/>
              <a:ext cx="288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严格的数据体系</a:t>
              </a:r>
              <a:endParaRPr lang="en-US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25" name="Text 9"/>
            <p:cNvSpPr/>
            <p:nvPr/>
          </p:nvSpPr>
          <p:spPr>
            <a:xfrm>
              <a:off x="4752" y="1512"/>
              <a:ext cx="864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真实数据(Date1骨架、上海实测降雨、Köln等6类国际公开数据集)下载入库并标注来源许可；模拟数据明确标注生成方式与全部参数，诚实声明证明边界。</a:t>
              </a:r>
              <a:endParaRPr lang="en-US" sz="16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26" name="Shape 10"/>
            <p:cNvSpPr/>
            <p:nvPr/>
          </p:nvSpPr>
          <p:spPr>
            <a:xfrm>
              <a:off x="720" y="1526"/>
              <a:ext cx="72" cy="864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127" name="Shape 11"/>
            <p:cNvSpPr/>
            <p:nvPr/>
          </p:nvSpPr>
          <p:spPr>
            <a:xfrm>
              <a:off x="720" y="2621"/>
              <a:ext cx="12960" cy="103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28" name="Shape 12"/>
            <p:cNvSpPr/>
            <p:nvPr/>
          </p:nvSpPr>
          <p:spPr>
            <a:xfrm>
              <a:off x="936" y="2837"/>
              <a:ext cx="605" cy="605"/>
            </a:xfrm>
            <a:prstGeom prst="ellipse">
              <a:avLst/>
            </a:prstGeom>
            <a:solidFill>
              <a:srgbClr val="87111D"/>
            </a:solidFill>
          </p:spPr>
        </p:sp>
        <p:sp>
          <p:nvSpPr>
            <p:cNvPr id="129" name="Text 13"/>
            <p:cNvSpPr/>
            <p:nvPr/>
          </p:nvSpPr>
          <p:spPr>
            <a:xfrm>
              <a:off x="936" y="2837"/>
              <a:ext cx="605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30" name="Text 14"/>
            <p:cNvSpPr/>
            <p:nvPr/>
          </p:nvSpPr>
          <p:spPr>
            <a:xfrm>
              <a:off x="1728" y="2693"/>
              <a:ext cx="288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真实数据验证有效</a:t>
              </a:r>
              <a:endParaRPr lang="en-US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31" name="Text 15"/>
            <p:cNvSpPr/>
            <p:nvPr/>
          </p:nvSpPr>
          <p:spPr>
            <a:xfrm>
              <a:off x="4752" y="2693"/>
              <a:ext cx="864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Köln真实厂网数据+1h NSE 0.942，胜过MLP、季节朴素、persistence三重基线；迁移泰和模拟场景+3h NSE 0.92，COD负荷0.78~0.84，提供P10~P90概率预测区间。</a:t>
              </a:r>
              <a:endParaRPr lang="en-US" sz="16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32" name="Shape 16"/>
            <p:cNvSpPr/>
            <p:nvPr/>
          </p:nvSpPr>
          <p:spPr>
            <a:xfrm>
              <a:off x="720" y="2707"/>
              <a:ext cx="72" cy="864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133" name="Shape 17"/>
            <p:cNvSpPr/>
            <p:nvPr/>
          </p:nvSpPr>
          <p:spPr>
            <a:xfrm>
              <a:off x="720" y="3802"/>
              <a:ext cx="12960" cy="103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34" name="Shape 18"/>
            <p:cNvSpPr/>
            <p:nvPr/>
          </p:nvSpPr>
          <p:spPr>
            <a:xfrm>
              <a:off x="936" y="4018"/>
              <a:ext cx="605" cy="605"/>
            </a:xfrm>
            <a:prstGeom prst="ellipse">
              <a:avLst/>
            </a:prstGeom>
            <a:solidFill>
              <a:srgbClr val="87111D"/>
            </a:solidFill>
          </p:spPr>
        </p:sp>
        <p:sp>
          <p:nvSpPr>
            <p:cNvPr id="135" name="Text 19"/>
            <p:cNvSpPr/>
            <p:nvPr/>
          </p:nvSpPr>
          <p:spPr>
            <a:xfrm>
              <a:off x="936" y="4018"/>
              <a:ext cx="605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36" name="Text 20"/>
            <p:cNvSpPr/>
            <p:nvPr/>
          </p:nvSpPr>
          <p:spPr>
            <a:xfrm>
              <a:off x="1728" y="3874"/>
              <a:ext cx="288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感知-预测-预警-预控闭环</a:t>
              </a:r>
              <a:endParaRPr lang="en-US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37" name="Text 21"/>
            <p:cNvSpPr/>
            <p:nvPr/>
          </p:nvSpPr>
          <p:spPr>
            <a:xfrm>
              <a:off x="4752" y="3874"/>
              <a:ext cx="864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四级预警在汛期模拟场景实现120min提前量；SWMM在环滚动调度验证削峰与冒溢权衡，激进限排削减89%超阈体积。</a:t>
              </a:r>
              <a:endParaRPr lang="en-US" sz="16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38" name="Shape 22"/>
            <p:cNvSpPr/>
            <p:nvPr/>
          </p:nvSpPr>
          <p:spPr>
            <a:xfrm>
              <a:off x="720" y="3888"/>
              <a:ext cx="72" cy="864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139" name="Shape 23"/>
            <p:cNvSpPr/>
            <p:nvPr/>
          </p:nvSpPr>
          <p:spPr>
            <a:xfrm>
              <a:off x="720" y="4982"/>
              <a:ext cx="12960" cy="103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40" name="Shape 24"/>
            <p:cNvSpPr/>
            <p:nvPr/>
          </p:nvSpPr>
          <p:spPr>
            <a:xfrm>
              <a:off x="936" y="5198"/>
              <a:ext cx="605" cy="605"/>
            </a:xfrm>
            <a:prstGeom prst="ellipse">
              <a:avLst/>
            </a:prstGeom>
            <a:solidFill>
              <a:srgbClr val="87111D"/>
            </a:solidFill>
          </p:spPr>
        </p:sp>
        <p:sp>
          <p:nvSpPr>
            <p:cNvPr id="141" name="Text 25"/>
            <p:cNvSpPr/>
            <p:nvPr/>
          </p:nvSpPr>
          <p:spPr>
            <a:xfrm>
              <a:off x="936" y="5198"/>
              <a:ext cx="605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142" name="Text 26"/>
            <p:cNvSpPr/>
            <p:nvPr/>
          </p:nvSpPr>
          <p:spPr>
            <a:xfrm>
              <a:off x="1728" y="5054"/>
              <a:ext cx="288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极端场景与增广提升</a:t>
              </a:r>
              <a:endParaRPr lang="en-US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43" name="Text 27"/>
            <p:cNvSpPr/>
            <p:nvPr/>
          </p:nvSpPr>
          <p:spPr>
            <a:xfrm>
              <a:off x="4752" y="5054"/>
              <a:ext cx="864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量化数据驱动模型分布外局限(P=100a低估94%)，设计暴雨增广将NSE从0.134提升至0.935；雨预报输入将黄/橙事件召回提升至100%。</a:t>
              </a:r>
              <a:endParaRPr lang="en-US" sz="16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44" name="Shape 28"/>
            <p:cNvSpPr/>
            <p:nvPr/>
          </p:nvSpPr>
          <p:spPr>
            <a:xfrm>
              <a:off x="720" y="5069"/>
              <a:ext cx="72" cy="864"/>
            </a:xfrm>
            <a:prstGeom prst="rect">
              <a:avLst/>
            </a:prstGeom>
            <a:solidFill>
              <a:srgbClr val="87111D"/>
            </a:solidFill>
          </p:spPr>
        </p:sp>
        <p:sp>
          <p:nvSpPr>
            <p:cNvPr id="145" name="Shape 29"/>
            <p:cNvSpPr/>
            <p:nvPr/>
          </p:nvSpPr>
          <p:spPr>
            <a:xfrm>
              <a:off x="720" y="6163"/>
              <a:ext cx="12960" cy="103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effectLst>
              <a:outerShdw blurRad="152400" dist="508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46" name="Shape 30"/>
            <p:cNvSpPr/>
            <p:nvPr/>
          </p:nvSpPr>
          <p:spPr>
            <a:xfrm>
              <a:off x="936" y="6379"/>
              <a:ext cx="605" cy="605"/>
            </a:xfrm>
            <a:prstGeom prst="ellipse">
              <a:avLst/>
            </a:prstGeom>
            <a:solidFill>
              <a:srgbClr val="87111D"/>
            </a:solidFill>
          </p:spPr>
        </p:sp>
        <p:sp>
          <p:nvSpPr>
            <p:cNvPr id="147" name="Text 31"/>
            <p:cNvSpPr/>
            <p:nvPr/>
          </p:nvSpPr>
          <p:spPr>
            <a:xfrm>
              <a:off x="936" y="6379"/>
              <a:ext cx="605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148" name="Text 32"/>
            <p:cNvSpPr/>
            <p:nvPr/>
          </p:nvSpPr>
          <p:spPr>
            <a:xfrm>
              <a:off x="1728" y="6235"/>
              <a:ext cx="288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全链路交付</a:t>
              </a:r>
              <a:endParaRPr lang="en-US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49" name="Text 33"/>
            <p:cNvSpPr/>
            <p:nvPr/>
          </p:nvSpPr>
          <p:spPr>
            <a:xfrm>
              <a:off x="4752" y="6235"/>
              <a:ext cx="8640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交付全链路源码、交互式看板与本报告，全部结果一键复现。</a:t>
              </a:r>
              <a:endParaRPr lang="en-US" sz="1600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50" name="Shape 34"/>
            <p:cNvSpPr/>
            <p:nvPr/>
          </p:nvSpPr>
          <p:spPr>
            <a:xfrm>
              <a:off x="720" y="6250"/>
              <a:ext cx="72" cy="864"/>
            </a:xfrm>
            <a:prstGeom prst="rect">
              <a:avLst/>
            </a:prstGeom>
            <a:solidFill>
              <a:srgbClr val="87111D"/>
            </a:solidFill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587865" cy="1028700"/>
          </a:xfr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局限性与展望</a:t>
            </a:r>
            <a:endParaRPr lang="en-US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40030" y="1141095"/>
            <a:ext cx="11349990" cy="4805680"/>
            <a:chOff x="720" y="1296"/>
            <a:chExt cx="12960" cy="4896"/>
          </a:xfrm>
        </p:grpSpPr>
        <p:sp>
          <p:nvSpPr>
            <p:cNvPr id="7" name="Text 5"/>
            <p:cNvSpPr/>
            <p:nvPr/>
          </p:nvSpPr>
          <p:spPr>
            <a:xfrm>
              <a:off x="720" y="1296"/>
              <a:ext cx="6048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57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局限性</a:t>
              </a:r>
              <a:endParaRPr lang="en-US" sz="28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488" y="1296"/>
              <a:ext cx="619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展望</a:t>
              </a:r>
              <a:endParaRPr lang="en-US" sz="280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720" y="2016"/>
              <a:ext cx="12960" cy="4176"/>
              <a:chOff x="720" y="2016"/>
              <a:chExt cx="12960" cy="4176"/>
            </a:xfrm>
          </p:grpSpPr>
          <p:sp>
            <p:nvSpPr>
              <p:cNvPr id="6" name="Shape 6"/>
              <p:cNvSpPr/>
              <p:nvPr/>
            </p:nvSpPr>
            <p:spPr>
              <a:xfrm>
                <a:off x="720" y="2016"/>
                <a:ext cx="6048" cy="1224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48" name="Shape 7"/>
              <p:cNvSpPr/>
              <p:nvPr/>
            </p:nvSpPr>
            <p:spPr>
              <a:xfrm>
                <a:off x="1008" y="2376"/>
                <a:ext cx="504" cy="504"/>
              </a:xfrm>
              <a:prstGeom prst="ellipse">
                <a:avLst/>
              </a:prstGeom>
              <a:solidFill>
                <a:srgbClr val="FF5722"/>
              </a:solidFill>
            </p:spPr>
          </p:sp>
          <p:sp>
            <p:nvSpPr>
              <p:cNvPr id="51" name="Text 8"/>
              <p:cNvSpPr/>
              <p:nvPr/>
            </p:nvSpPr>
            <p:spPr>
              <a:xfrm>
                <a:off x="1008" y="2376"/>
                <a:ext cx="504" cy="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!</a:t>
                </a:r>
                <a:endParaRPr lang="en-US" sz="1400" dirty="0"/>
              </a:p>
            </p:txBody>
          </p:sp>
          <p:sp>
            <p:nvSpPr>
              <p:cNvPr id="52" name="Text 9"/>
              <p:cNvSpPr/>
              <p:nvPr/>
            </p:nvSpPr>
            <p:spPr>
              <a:xfrm>
                <a:off x="1656" y="2160"/>
                <a:ext cx="4896" cy="9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D2D2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泰和场景为模拟验证，不代表泰和厂实测性能；模拟数据未经实测率定</a:t>
                </a:r>
                <a:endParaRPr lang="en-US" sz="20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53" name="Shape 10"/>
              <p:cNvSpPr/>
              <p:nvPr/>
            </p:nvSpPr>
            <p:spPr>
              <a:xfrm>
                <a:off x="720" y="2102"/>
                <a:ext cx="72" cy="1051"/>
              </a:xfrm>
              <a:prstGeom prst="rect">
                <a:avLst/>
              </a:prstGeom>
              <a:solidFill>
                <a:srgbClr val="FF5722"/>
              </a:solidFill>
            </p:spPr>
          </p:sp>
          <p:sp>
            <p:nvSpPr>
              <p:cNvPr id="54" name="Shape 11"/>
              <p:cNvSpPr/>
              <p:nvPr/>
            </p:nvSpPr>
            <p:spPr>
              <a:xfrm>
                <a:off x="720" y="3456"/>
                <a:ext cx="6048" cy="1224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55" name="Shape 12"/>
              <p:cNvSpPr/>
              <p:nvPr/>
            </p:nvSpPr>
            <p:spPr>
              <a:xfrm>
                <a:off x="1008" y="3816"/>
                <a:ext cx="504" cy="504"/>
              </a:xfrm>
              <a:prstGeom prst="ellipse">
                <a:avLst/>
              </a:prstGeom>
              <a:solidFill>
                <a:srgbClr val="FF5722"/>
              </a:solidFill>
            </p:spPr>
          </p:sp>
          <p:sp>
            <p:nvSpPr>
              <p:cNvPr id="56" name="Text 13"/>
              <p:cNvSpPr/>
              <p:nvPr/>
            </p:nvSpPr>
            <p:spPr>
              <a:xfrm>
                <a:off x="1008" y="3816"/>
                <a:ext cx="504" cy="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!</a:t>
                </a:r>
                <a:endParaRPr lang="en-US" sz="1400" dirty="0"/>
              </a:p>
            </p:txBody>
          </p:sp>
          <p:sp>
            <p:nvSpPr>
              <p:cNvPr id="57" name="Text 14"/>
              <p:cNvSpPr/>
              <p:nvPr/>
            </p:nvSpPr>
            <p:spPr>
              <a:xfrm>
                <a:off x="1656" y="3600"/>
                <a:ext cx="4896" cy="9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D2D2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COD等水质预测受当前模拟机理限制，需SWMM水质模块或实测数据支撑</a:t>
                </a:r>
                <a:endParaRPr lang="en-US" sz="20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58" name="Shape 15"/>
              <p:cNvSpPr/>
              <p:nvPr/>
            </p:nvSpPr>
            <p:spPr>
              <a:xfrm>
                <a:off x="720" y="3542"/>
                <a:ext cx="72" cy="1051"/>
              </a:xfrm>
              <a:prstGeom prst="rect">
                <a:avLst/>
              </a:prstGeom>
              <a:solidFill>
                <a:srgbClr val="FF5722"/>
              </a:solidFill>
            </p:spPr>
          </p:sp>
          <p:sp>
            <p:nvSpPr>
              <p:cNvPr id="59" name="Shape 16"/>
              <p:cNvSpPr/>
              <p:nvPr/>
            </p:nvSpPr>
            <p:spPr>
              <a:xfrm>
                <a:off x="720" y="4896"/>
                <a:ext cx="6048" cy="1224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60" name="Shape 17"/>
              <p:cNvSpPr/>
              <p:nvPr/>
            </p:nvSpPr>
            <p:spPr>
              <a:xfrm>
                <a:off x="1008" y="5256"/>
                <a:ext cx="504" cy="504"/>
              </a:xfrm>
              <a:prstGeom prst="ellipse">
                <a:avLst/>
              </a:prstGeom>
              <a:solidFill>
                <a:srgbClr val="FF5722"/>
              </a:solidFill>
            </p:spPr>
          </p:sp>
          <p:sp>
            <p:nvSpPr>
              <p:cNvPr id="61" name="Text 18"/>
              <p:cNvSpPr/>
              <p:nvPr/>
            </p:nvSpPr>
            <p:spPr>
              <a:xfrm>
                <a:off x="1008" y="5256"/>
                <a:ext cx="504" cy="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!</a:t>
                </a:r>
                <a:endParaRPr lang="en-US" sz="1400" dirty="0"/>
              </a:p>
            </p:txBody>
          </p:sp>
          <p:sp>
            <p:nvSpPr>
              <p:cNvPr id="62" name="Text 19"/>
              <p:cNvSpPr/>
              <p:nvPr/>
            </p:nvSpPr>
            <p:spPr>
              <a:xfrm>
                <a:off x="1656" y="5040"/>
                <a:ext cx="4896" cy="9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D2D2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调控策略为规则引擎，尚未做优化调度(如MPC)闭环仿真验证</a:t>
                </a:r>
                <a:endParaRPr lang="en-US" sz="2000" dirty="0">
                  <a:solidFill>
                    <a:srgbClr val="2D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63" name="Shape 20"/>
              <p:cNvSpPr/>
              <p:nvPr/>
            </p:nvSpPr>
            <p:spPr>
              <a:xfrm>
                <a:off x="720" y="4982"/>
                <a:ext cx="72" cy="1051"/>
              </a:xfrm>
              <a:prstGeom prst="rect">
                <a:avLst/>
              </a:prstGeom>
              <a:solidFill>
                <a:srgbClr val="FF5722"/>
              </a:solidFill>
            </p:spPr>
          </p:sp>
          <p:sp>
            <p:nvSpPr>
              <p:cNvPr id="64" name="Shape 22"/>
              <p:cNvSpPr/>
              <p:nvPr/>
            </p:nvSpPr>
            <p:spPr>
              <a:xfrm>
                <a:off x="7488" y="2016"/>
                <a:ext cx="6192" cy="936"/>
              </a:xfrm>
              <a:prstGeom prst="roundRect">
                <a:avLst>
                  <a:gd name="adj" fmla="val 12308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65" name="Shape 23"/>
              <p:cNvSpPr/>
              <p:nvPr/>
            </p:nvSpPr>
            <p:spPr>
              <a:xfrm>
                <a:off x="7704" y="2275"/>
                <a:ext cx="432" cy="432"/>
              </a:xfrm>
              <a:prstGeom prst="ellipse">
                <a:avLst/>
              </a:prstGeom>
              <a:solidFill>
                <a:srgbClr val="2E7D32"/>
              </a:solidFill>
            </p:spPr>
          </p:sp>
          <p:sp>
            <p:nvSpPr>
              <p:cNvPr id="66" name="Text 24"/>
              <p:cNvSpPr/>
              <p:nvPr/>
            </p:nvSpPr>
            <p:spPr>
              <a:xfrm>
                <a:off x="7704" y="2275"/>
                <a:ext cx="432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1</a:t>
                </a:r>
                <a:endParaRPr lang="en-US" sz="1000" dirty="0"/>
              </a:p>
            </p:txBody>
          </p:sp>
          <p:sp>
            <p:nvSpPr>
              <p:cNvPr id="67" name="Text 25"/>
              <p:cNvSpPr/>
              <p:nvPr/>
            </p:nvSpPr>
            <p:spPr>
              <a:xfrm>
                <a:off x="8280" y="2088"/>
                <a:ext cx="2592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SWMM精细化建模</a:t>
                </a:r>
                <a:endPara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68" name="Text 26"/>
              <p:cNvSpPr/>
              <p:nvPr/>
            </p:nvSpPr>
            <p:spPr>
              <a:xfrm>
                <a:off x="10800" y="2088"/>
                <a:ext cx="2736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替代概化模拟，接入泰和实测数据率定模型参数</a:t>
                </a:r>
                <a:endParaRPr lang="en-US" sz="14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69" name="Shape 27"/>
              <p:cNvSpPr/>
              <p:nvPr/>
            </p:nvSpPr>
            <p:spPr>
              <a:xfrm>
                <a:off x="7488" y="2102"/>
                <a:ext cx="72" cy="763"/>
              </a:xfrm>
              <a:prstGeom prst="rect">
                <a:avLst/>
              </a:prstGeom>
              <a:solidFill>
                <a:srgbClr val="2E7D32"/>
              </a:solidFill>
            </p:spPr>
          </p:sp>
          <p:sp>
            <p:nvSpPr>
              <p:cNvPr id="70" name="Shape 28"/>
              <p:cNvSpPr/>
              <p:nvPr/>
            </p:nvSpPr>
            <p:spPr>
              <a:xfrm>
                <a:off x="7488" y="3096"/>
                <a:ext cx="6192" cy="936"/>
              </a:xfrm>
              <a:prstGeom prst="roundRect">
                <a:avLst>
                  <a:gd name="adj" fmla="val 12308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71" name="Shape 29"/>
              <p:cNvSpPr/>
              <p:nvPr/>
            </p:nvSpPr>
            <p:spPr>
              <a:xfrm>
                <a:off x="7704" y="3355"/>
                <a:ext cx="432" cy="432"/>
              </a:xfrm>
              <a:prstGeom prst="ellipse">
                <a:avLst/>
              </a:prstGeom>
              <a:solidFill>
                <a:srgbClr val="2E7D32"/>
              </a:solidFill>
            </p:spPr>
          </p:sp>
          <p:sp>
            <p:nvSpPr>
              <p:cNvPr id="72" name="Text 30"/>
              <p:cNvSpPr/>
              <p:nvPr/>
            </p:nvSpPr>
            <p:spPr>
              <a:xfrm>
                <a:off x="7704" y="3355"/>
                <a:ext cx="432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2</a:t>
                </a:r>
                <a:endParaRPr lang="en-US" sz="1000" dirty="0"/>
              </a:p>
            </p:txBody>
          </p:sp>
          <p:sp>
            <p:nvSpPr>
              <p:cNvPr id="73" name="Text 31"/>
              <p:cNvSpPr/>
              <p:nvPr/>
            </p:nvSpPr>
            <p:spPr>
              <a:xfrm>
                <a:off x="8280" y="3168"/>
                <a:ext cx="2592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申请政务数据</a:t>
                </a:r>
                <a:endPara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74" name="Text 32"/>
              <p:cNvSpPr/>
              <p:nvPr/>
            </p:nvSpPr>
            <p:spPr>
              <a:xfrm>
                <a:off x="10800" y="3168"/>
                <a:ext cx="2736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申请上海政务平台「有条件开放」的各区泵站运行数据</a:t>
                </a:r>
                <a:endParaRPr lang="en-US" sz="14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75" name="Shape 33"/>
              <p:cNvSpPr/>
              <p:nvPr/>
            </p:nvSpPr>
            <p:spPr>
              <a:xfrm>
                <a:off x="7488" y="3182"/>
                <a:ext cx="72" cy="763"/>
              </a:xfrm>
              <a:prstGeom prst="rect">
                <a:avLst/>
              </a:prstGeom>
              <a:solidFill>
                <a:srgbClr val="2E7D32"/>
              </a:solidFill>
            </p:spPr>
          </p:sp>
          <p:sp>
            <p:nvSpPr>
              <p:cNvPr id="76" name="Shape 34"/>
              <p:cNvSpPr/>
              <p:nvPr/>
            </p:nvSpPr>
            <p:spPr>
              <a:xfrm>
                <a:off x="7488" y="4176"/>
                <a:ext cx="6192" cy="936"/>
              </a:xfrm>
              <a:prstGeom prst="roundRect">
                <a:avLst>
                  <a:gd name="adj" fmla="val 12308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77" name="Shape 35"/>
              <p:cNvSpPr/>
              <p:nvPr/>
            </p:nvSpPr>
            <p:spPr>
              <a:xfrm>
                <a:off x="7704" y="4435"/>
                <a:ext cx="432" cy="432"/>
              </a:xfrm>
              <a:prstGeom prst="ellipse">
                <a:avLst/>
              </a:prstGeom>
              <a:solidFill>
                <a:srgbClr val="2E7D32"/>
              </a:solidFill>
            </p:spPr>
          </p:sp>
          <p:sp>
            <p:nvSpPr>
              <p:cNvPr id="78" name="Text 36"/>
              <p:cNvSpPr/>
              <p:nvPr/>
            </p:nvSpPr>
            <p:spPr>
              <a:xfrm>
                <a:off x="7704" y="4435"/>
                <a:ext cx="432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3</a:t>
                </a:r>
                <a:endParaRPr lang="en-US" sz="1000" dirty="0"/>
              </a:p>
            </p:txBody>
          </p:sp>
          <p:sp>
            <p:nvSpPr>
              <p:cNvPr id="79" name="Text 37"/>
              <p:cNvSpPr/>
              <p:nvPr/>
            </p:nvSpPr>
            <p:spPr>
              <a:xfrm>
                <a:off x="8280" y="4248"/>
                <a:ext cx="2592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接入降雨预报</a:t>
                </a:r>
                <a:endPara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80" name="Text 38"/>
              <p:cNvSpPr/>
              <p:nvPr/>
            </p:nvSpPr>
            <p:spPr>
              <a:xfrm>
                <a:off x="10800" y="4248"/>
                <a:ext cx="2736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降雨数值预报作为外生输入与在线学习</a:t>
                </a:r>
                <a:endParaRPr lang="en-US" sz="14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81" name="Shape 39"/>
              <p:cNvSpPr/>
              <p:nvPr/>
            </p:nvSpPr>
            <p:spPr>
              <a:xfrm>
                <a:off x="7488" y="4262"/>
                <a:ext cx="72" cy="763"/>
              </a:xfrm>
              <a:prstGeom prst="rect">
                <a:avLst/>
              </a:prstGeom>
              <a:solidFill>
                <a:srgbClr val="2E7D32"/>
              </a:solidFill>
            </p:spPr>
          </p:sp>
          <p:sp>
            <p:nvSpPr>
              <p:cNvPr id="82" name="Shape 40"/>
              <p:cNvSpPr/>
              <p:nvPr/>
            </p:nvSpPr>
            <p:spPr>
              <a:xfrm>
                <a:off x="7488" y="5256"/>
                <a:ext cx="6192" cy="936"/>
              </a:xfrm>
              <a:prstGeom prst="roundRect">
                <a:avLst>
                  <a:gd name="adj" fmla="val 12308"/>
                </a:avLst>
              </a:prstGeom>
              <a:solidFill>
                <a:srgbClr val="FFFFFF"/>
              </a:solidFill>
              <a:effectLst>
                <a:outerShdw blurRad="152400" dist="508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83" name="Shape 41"/>
              <p:cNvSpPr/>
              <p:nvPr/>
            </p:nvSpPr>
            <p:spPr>
              <a:xfrm>
                <a:off x="7704" y="5515"/>
                <a:ext cx="432" cy="432"/>
              </a:xfrm>
              <a:prstGeom prst="ellipse">
                <a:avLst/>
              </a:prstGeom>
              <a:solidFill>
                <a:srgbClr val="2E7D32"/>
              </a:solidFill>
            </p:spPr>
          </p:sp>
          <p:sp>
            <p:nvSpPr>
              <p:cNvPr id="84" name="Text 42"/>
              <p:cNvSpPr/>
              <p:nvPr/>
            </p:nvSpPr>
            <p:spPr>
              <a:xfrm>
                <a:off x="7704" y="5515"/>
                <a:ext cx="432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4</a:t>
                </a:r>
                <a:endParaRPr lang="en-US" sz="1000" dirty="0"/>
              </a:p>
            </p:txBody>
          </p:sp>
          <p:sp>
            <p:nvSpPr>
              <p:cNvPr id="85" name="Text 43"/>
              <p:cNvSpPr/>
              <p:nvPr/>
            </p:nvSpPr>
            <p:spPr>
              <a:xfrm>
                <a:off x="8280" y="5328"/>
                <a:ext cx="2592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87111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MPC优化调度</a:t>
                </a:r>
                <a:endParaRPr lang="en-US" b="1" dirty="0">
                  <a:solidFill>
                    <a:srgbClr val="87111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86" name="Text 44"/>
              <p:cNvSpPr/>
              <p:nvPr/>
            </p:nvSpPr>
            <p:spPr>
              <a:xfrm>
                <a:off x="10800" y="5328"/>
                <a:ext cx="2736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规则调控升级为基于模型预测控制的泵群优化调度</a:t>
                </a:r>
                <a:endParaRPr lang="en-US" sz="14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87" name="Shape 45"/>
              <p:cNvSpPr/>
              <p:nvPr/>
            </p:nvSpPr>
            <p:spPr>
              <a:xfrm>
                <a:off x="7488" y="5342"/>
                <a:ext cx="72" cy="763"/>
              </a:xfrm>
              <a:prstGeom prst="rect">
                <a:avLst/>
              </a:prstGeom>
              <a:solidFill>
                <a:srgbClr val="2E7D32"/>
              </a:solidFill>
            </p:spPr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3100" y="2208184"/>
            <a:ext cx="10845798" cy="1621509"/>
          </a:xfrm>
        </p:spPr>
        <p:txBody>
          <a:bodyPr/>
          <a:p>
            <a:r>
              <a:rPr lang="en-US" sz="8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感谢聆听</a:t>
            </a:r>
            <a:endParaRPr lang="zh-CN" altLang="en-US" sz="80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673100" y="5065720"/>
            <a:ext cx="10845798" cy="310871"/>
          </a:xfrm>
        </p:spPr>
        <p:txBody>
          <a:bodyPr>
            <a:normAutofit lnSpcReduction="10000"/>
          </a:bodyPr>
          <a:p>
            <a:r>
              <a:rPr lang="en-US" dirty="0">
                <a:solidFill>
                  <a:srgbClr val="E8D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第八届全国大学生市政环境 AI+ 创新实践能力大赛 · 二〇二六年</a:t>
            </a:r>
            <a:endParaRPr lang="en-US" dirty="0"/>
          </a:p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0572" y="3743924"/>
            <a:ext cx="10845798" cy="296271"/>
          </a:xfrm>
        </p:spPr>
        <p:txBody>
          <a:bodyPr/>
          <a:p>
            <a:pPr marL="0" indent="0" algn="ctr">
              <a:buNone/>
            </a:pPr>
            <a:r>
              <a:rPr lang="en-US" sz="1800" dirty="0">
                <a:solidFill>
                  <a:srgbClr val="E8D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基于厂站网一体化的污水厂进厂水量水质超前感知与协同调控模型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2818130" y="4276725"/>
            <a:ext cx="6424930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新疆大学</a:t>
            </a: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2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3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4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5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6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7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8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9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0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1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2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3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4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5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6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7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8.xml><?xml version="1.0" encoding="utf-8"?>
<p:tagLst xmlns:p="http://schemas.openxmlformats.org/presentationml/2006/main">
  <p:tag name="KSO_WM_DIAGRAM_VIRTUALLY_FRAME" val="{&quot;height&quot;:404.2,&quot;left&quot;:37.8,&quot;top&quot;:93.6,&quot;width&quot;:836.370824524313}"/>
</p:tagLst>
</file>

<file path=ppt/tags/tag19.xml><?xml version="1.0" encoding="utf-8"?>
<p:tagLst xmlns:p="http://schemas.openxmlformats.org/presentationml/2006/main">
  <p:tag name="ISLIDE.ICON" val="#438747;#438767;#438742;#438743;#438741;#438744;#438745;#438746;"/>
</p:tagLst>
</file>

<file path=ppt/tags/tag20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1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2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3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4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5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6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7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8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29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0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1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2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3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4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5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6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7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8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39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40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41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42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43.xml><?xml version="1.0" encoding="utf-8"?>
<p:tagLst xmlns:p="http://schemas.openxmlformats.org/presentationml/2006/main">
  <p:tag name="KSO_WM_DIAGRAM_VIRTUALLY_FRAME" val="{&quot;height&quot;:494.2,&quot;left&quot;:25.5,&quot;top&quot;:28.5,&quot;width&quot;:900.7073529411766}"/>
</p:tagLst>
</file>

<file path=ppt/tags/tag44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45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46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47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48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49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50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51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52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53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54.xml><?xml version="1.0" encoding="utf-8"?>
<p:tagLst xmlns:p="http://schemas.openxmlformats.org/presentationml/2006/main">
  <p:tag name="KSO_WM_DIAGRAM_VIRTUALLY_FRAME" val="{&quot;height&quot;:351.4488188976378,&quot;left&quot;:52.999999999999986,&quot;top&quot;:132.30133858267715,&quot;width&quot;:862.15}"/>
</p:tagLst>
</file>

<file path=ppt/tags/tag55.xml><?xml version="1.0" encoding="utf-8"?>
<p:tagLst xmlns:p="http://schemas.openxmlformats.org/presentationml/2006/main">
  <p:tag name="KSO_WM_DIAGRAM_VIRTUALLY_FRAME" val="{&quot;height&quot;:351.4488188976378,&quot;left&quot;:52.999999999999986,&quot;top&quot;:132.30133858267715,&quot;width&quot;:862.15}"/>
</p:tagLst>
</file>

<file path=ppt/tags/tag56.xml><?xml version="1.0" encoding="utf-8"?>
<p:tagLst xmlns:p="http://schemas.openxmlformats.org/presentationml/2006/main">
  <p:tag name="KSO_WM_DIAGRAM_VIRTUALLY_FRAME" val="{&quot;height&quot;:351.4488188976378,&quot;left&quot;:52.999999999999986,&quot;top&quot;:132.30133858267715,&quot;width&quot;:862.15}"/>
</p:tagLst>
</file>

<file path=ppt/tags/tag57.xml><?xml version="1.0" encoding="utf-8"?>
<p:tagLst xmlns:p="http://schemas.openxmlformats.org/presentationml/2006/main">
  <p:tag name="KSO_WM_DIAGRAM_VIRTUALLY_FRAME" val="{&quot;height&quot;:351.4488188976378,&quot;left&quot;:52.999999999999986,&quot;top&quot;:132.30133858267715,&quot;width&quot;:862.15}"/>
</p:tagLst>
</file>

<file path=ppt/tags/tag58.xml><?xml version="1.0" encoding="utf-8"?>
<p:tagLst xmlns:p="http://schemas.openxmlformats.org/presentationml/2006/main">
  <p:tag name="KSO_WM_DIAGRAM_VIRTUALLY_FRAME" val="{&quot;height&quot;:351.4488188976378,&quot;left&quot;:52.999999999999986,&quot;top&quot;:132.30133858267715,&quot;width&quot;:862.15}"/>
</p:tagLst>
</file>

<file path=ppt/tags/tag59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60.xml><?xml version="1.0" encoding="utf-8"?>
<p:tagLst xmlns:p="http://schemas.openxmlformats.org/presentationml/2006/main">
  <p:tag name="KSO_WM_DIAGRAM_VIRTUALLY_FRAME" val="{&quot;height&quot;:375.65,&quot;left&quot;:52.999999999999986,&quot;top&quot;:115.3,&quot;width&quot;:862.15}"/>
</p:tagLst>
</file>

<file path=ppt/tags/tag61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2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3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4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5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6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7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8.xml><?xml version="1.0" encoding="utf-8"?>
<p:tagLst xmlns:p="http://schemas.openxmlformats.org/presentationml/2006/main">
  <p:tag name="KSO_WM_DIAGRAM_VIRTUALLY_FRAME" val="{&quot;height&quot;:259.2,&quot;left&quot;:37.8,&quot;top&quot;:79.2,&quot;width&quot;:644.4}"/>
</p:tagLst>
</file>

<file path=ppt/tags/tag69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0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1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2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3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4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5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6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7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8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79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80.xml><?xml version="1.0" encoding="utf-8"?>
<p:tagLst xmlns:p="http://schemas.openxmlformats.org/presentationml/2006/main">
  <p:tag name="KSO_WM_DIAGRAM_VIRTUALLY_FRAME" val="{&quot;height&quot;:334.5,&quot;left&quot;:52.75,&quot;top&quot;:144.8,&quot;width&quot;:309.05}"/>
</p:tagLst>
</file>

<file path=ppt/tags/tag81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2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3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4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5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6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7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8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89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0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1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2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3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4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5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6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7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8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99.xml><?xml version="1.0" encoding="utf-8"?>
<p:tagLst xmlns:p="http://schemas.openxmlformats.org/presentationml/2006/main">
  <p:tag name="KSO_WM_DIAGRAM_VIRTUALLY_FRAME" val="{&quot;height&quot;:388.3,&quot;left&quot;:583.35,&quot;top&quot;:127.95,&quot;width&quot;:344.7}"/>
</p:tagLst>
</file>

<file path=ppt/tags/tag100.xml><?xml version="1.0" encoding="utf-8"?>
<p:tagLst xmlns:p="http://schemas.openxmlformats.org/presentationml/2006/main">
  <p:tag name="KSO_WM_DIAGRAM_VIRTUALLY_FRAME" val="{&quot;height&quot;:372.8868503937008,&quot;left&quot;:52.72503937007872,&quot;top&quot;:103.1631496062992,&quot;width&quot;:850.8075590551182}"/>
</p:tagLst>
</file>

<file path=ppt/tags/tag101.xml><?xml version="1.0" encoding="utf-8"?>
<p:tagLst xmlns:p="http://schemas.openxmlformats.org/presentationml/2006/main">
  <p:tag name="KSO_WM_DIAGRAM_VIRTUALLY_FRAME" val="{&quot;height&quot;:352.51937007874017,&quot;left&quot;:52.72503937007872,&quot;top&quot;:103.1631496062992,&quot;width&quot;:850.8075590551182}"/>
</p:tagLst>
</file>

<file path=ppt/tags/tag102.xml><?xml version="1.0" encoding="utf-8"?>
<p:tagLst xmlns:p="http://schemas.openxmlformats.org/presentationml/2006/main">
  <p:tag name="KSO_WM_DIAGRAM_VIRTUALLY_FRAME" val="{&quot;height&quot;:404.4368503937008,&quot;left&quot;:52.72503937007872,&quot;top&quot;:103.1631496062992,&quot;width&quot;:907.2749606299212}"/>
</p:tagLst>
</file>

<file path=ppt/tags/tag103.xml><?xml version="1.0" encoding="utf-8"?>
<p:tagLst xmlns:p="http://schemas.openxmlformats.org/presentationml/2006/main">
  <p:tag name="KSO_WM_DIAGRAM_VIRTUALLY_FRAME" val="{&quot;height&quot;:404.4368503937008,&quot;left&quot;:52.72503937007872,&quot;top&quot;:103.1631496062992,&quot;width&quot;:907.2749606299212}"/>
</p:tagLst>
</file>

<file path=ppt/tags/tag104.xml><?xml version="1.0" encoding="utf-8"?>
<p:tagLst xmlns:p="http://schemas.openxmlformats.org/presentationml/2006/main">
  <p:tag name="KSO_WM_DIAGRAM_VIRTUALLY_FRAME" val="{&quot;height&quot;:372.8868503937008,&quot;left&quot;:52.72503937007872,&quot;top&quot;:103.1631496062992,&quot;width&quot;:850.8075590551182}"/>
</p:tagLst>
</file>

<file path=ppt/tags/tag105.xml><?xml version="1.0" encoding="utf-8"?>
<p:tagLst xmlns:p="http://schemas.openxmlformats.org/presentationml/2006/main">
  <p:tag name="KSO_WM_DIAGRAM_VIRTUALLY_FRAME" val="{&quot;height&quot;:404.4368503937008,&quot;left&quot;:52.72503937007872,&quot;top&quot;:103.1631496062992,&quot;width&quot;:907.2749606299212}"/>
</p:tagLst>
</file>

<file path=ppt/tags/tag106.xml><?xml version="1.0" encoding="utf-8"?>
<p:tagLst xmlns:p="http://schemas.openxmlformats.org/presentationml/2006/main">
  <p:tag name="KSO_WM_DIAGRAM_VIRTUALLY_FRAME" val="{&quot;height&quot;:372.8868503937008,&quot;left&quot;:52.72503937007872,&quot;top&quot;:103.1631496062992,&quot;width&quot;:850.8075590551182}"/>
</p:tagLst>
</file>

<file path=ppt/tags/tag107.xml><?xml version="1.0" encoding="utf-8"?>
<p:tagLst xmlns:p="http://schemas.openxmlformats.org/presentationml/2006/main">
  <p:tag name="KSO_WM_DIAGRAM_VIRTUALLY_FRAME" val="{&quot;height&quot;:352.51937007874017,&quot;left&quot;:52.72503937007872,&quot;top&quot;:103.1631496062992,&quot;width&quot;:850.8075590551182}"/>
</p:tagLst>
</file>

<file path=ppt/tags/tag108.xml><?xml version="1.0" encoding="utf-8"?>
<p:tagLst xmlns:p="http://schemas.openxmlformats.org/presentationml/2006/main">
  <p:tag name="KSO_WM_DIAGRAM_VIRTUALLY_FRAME" val="{&quot;height&quot;:404.4368503937008,&quot;left&quot;:52.72503937007872,&quot;top&quot;:103.1631496062992,&quot;width&quot;:907.2749606299212}"/>
</p:tagLst>
</file>

<file path=ppt/tags/tag109.xml><?xml version="1.0" encoding="utf-8"?>
<p:tagLst xmlns:p="http://schemas.openxmlformats.org/presentationml/2006/main">
  <p:tag name="KSO_WM_DIAGRAM_VIRTUALLY_FRAME" val="{&quot;height&quot;:372.8868503937008,&quot;left&quot;:52.72503937007872,&quot;top&quot;:103.1631496062992,&quot;width&quot;:850.8075590551182}"/>
</p:tagLst>
</file>

<file path=ppt/tags/tag110.xml><?xml version="1.0" encoding="utf-8"?>
<p:tagLst xmlns:p="http://schemas.openxmlformats.org/presentationml/2006/main">
  <p:tag name="KSO_WM_DIAGRAM_VIRTUALLY_FRAME" val="{&quot;height&quot;:352.51937007874017,&quot;left&quot;:52.72503937007872,&quot;top&quot;:103.1631496062992,&quot;width&quot;:850.8075590551182}"/>
</p:tagLst>
</file>

<file path=ppt/tags/tag111.xml><?xml version="1.0" encoding="utf-8"?>
<p:tagLst xmlns:p="http://schemas.openxmlformats.org/presentationml/2006/main">
  <p:tag name="KSO_WM_DIAGRAM_VIRTUALLY_FRAME" val="{&quot;height&quot;:404.4368503937008,&quot;left&quot;:52.72503937007872,&quot;top&quot;:103.1631496062992,&quot;width&quot;:907.2749606299212}"/>
</p:tagLst>
</file>

<file path=ppt/tags/tag112.xml><?xml version="1.0" encoding="utf-8"?>
<p:tagLst xmlns:p="http://schemas.openxmlformats.org/presentationml/2006/main">
  <p:tag name="KSO_WM_DIAGRAM_VIRTUALLY_FRAME" val="{&quot;height&quot;:404.4368503937008,&quot;left&quot;:52.72503937007872,&quot;top&quot;:103.1631496062992,&quot;width&quot;:907.2749606299212}"/>
</p:tagLst>
</file>

<file path=ppt/tags/tag113.xml><?xml version="1.0" encoding="utf-8"?>
<p:tagLst xmlns:p="http://schemas.openxmlformats.org/presentationml/2006/main">
  <p:tag name="KSO_WM_DIAGRAM_VIRTUALLY_FRAME" val="{&quot;height&quot;:404.4368503937008,&quot;left&quot;:52.72503937007872,&quot;top&quot;:103.1631496062992,&quot;width&quot;:907.2749606299212}"/>
</p:tagLst>
</file>

<file path=ppt/tags/tag114.xml><?xml version="1.0" encoding="utf-8"?>
<p:tagLst xmlns:p="http://schemas.openxmlformats.org/presentationml/2006/main">
  <p:tag name="KSO_WM_DIAGRAM_VIRTUALLY_FRAME" val="{&quot;height&quot;:343.6487401574803,&quot;left&quot;:52.75,&quot;top&quot;:116.4,&quot;width&quot;:854.0429921259841}"/>
</p:tagLst>
</file>

<file path=ppt/tags/tag115.xml><?xml version="1.0" encoding="utf-8"?>
<p:tagLst xmlns:p="http://schemas.openxmlformats.org/presentationml/2006/main">
  <p:tag name="KSO_WM_DIAGRAM_VIRTUALLY_FRAME" val="{&quot;height&quot;:230.06779527559056,&quot;left&quot;:52,&quot;top&quot;:170.96606299212598,&quot;width&quot;:376.87944881889763}"/>
</p:tagLst>
</file>

<file path=ppt/tags/tag116.xml><?xml version="1.0" encoding="utf-8"?>
<p:tagLst xmlns:p="http://schemas.openxmlformats.org/presentationml/2006/main">
  <p:tag name="ISLIDE.ICON" val="#438743;#438750;#438747;#438746;"/>
</p:tagLst>
</file>

<file path=ppt/tags/tag117.xml><?xml version="1.0" encoding="utf-8"?>
<p:tagLst xmlns:p="http://schemas.openxmlformats.org/presentationml/2006/main">
  <p:tag name="ISLIDE.DIAGRAM" val="#277794;"/>
  <p:tag name="ISLIDE.ICON" val="#438750;#438748;#438746;#438744;#438749;"/>
</p:tagLst>
</file>

<file path=ppt/tags/tag118.xml><?xml version="1.0" encoding="utf-8"?>
<p:tagLst xmlns:p="http://schemas.openxmlformats.org/presentationml/2006/main">
  <p:tag name="TABLE_ENDDRAG_ORIGIN_RECT" val="848*372"/>
  <p:tag name="TABLE_ENDDRAG_RECT" val="43*119*848*372"/>
</p:tagLst>
</file>

<file path=ppt/tags/tag119.xml><?xml version="1.0" encoding="utf-8"?>
<p:tagLst xmlns:p="http://schemas.openxmlformats.org/presentationml/2006/main">
  <p:tag name="TABLE_ENDDRAG_ORIGIN_RECT" val="801*415"/>
  <p:tag name="TABLE_ENDDRAG_RECT" val="80*96*801*415"/>
</p:tagLst>
</file>

<file path=ppt/tags/tag120.xml><?xml version="1.0" encoding="utf-8"?>
<p:tagLst xmlns:p="http://schemas.openxmlformats.org/presentationml/2006/main">
  <p:tag name="ISLIDE.ICON" val="#438745;#438746;#438771;#438750;#438748;#438747;"/>
</p:tagLst>
</file>

<file path=ppt/tags/tag121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2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3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4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5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6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7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8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29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0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1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2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3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4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5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6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7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8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39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0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1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2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3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4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5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6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7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8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49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50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51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52.xml><?xml version="1.0" encoding="utf-8"?>
<p:tagLst xmlns:p="http://schemas.openxmlformats.org/presentationml/2006/main">
  <p:tag name="KSO_WM_DIAGRAM_VIRTUALLY_FRAME" val="{&quot;height&quot;:351.2762430939233,&quot;left&quot;:58.666666666666785,&quot;top&quot;:65.05,&quot;width&quot;:858.9333333333334}"/>
</p:tagLst>
</file>

<file path=ppt/tags/tag153.xml><?xml version="1.0" encoding="utf-8"?>
<p:tagLst xmlns:p="http://schemas.openxmlformats.org/presentationml/2006/main">
  <p:tag name="TABLE_ENDDRAG_ORIGIN_RECT" val="912*116"/>
  <p:tag name="TABLE_ENDDRAG_RECT" val="48*211*912*116"/>
</p:tagLst>
</file>

<file path=ppt/tags/tag154.xml><?xml version="1.0" encoding="utf-8"?>
<p:tagLst xmlns:p="http://schemas.openxmlformats.org/presentationml/2006/main">
  <p:tag name="TABLE_ENDDRAG_ORIGIN_RECT" val="893*114"/>
  <p:tag name="TABLE_ENDDRAG_RECT" val="48*165*893*114"/>
</p:tagLst>
</file>

<file path=ppt/tags/tag155.xml><?xml version="1.0" encoding="utf-8"?>
<p:tagLst xmlns:p="http://schemas.openxmlformats.org/presentationml/2006/main">
  <p:tag name="TABLE_ENDDRAG_ORIGIN_RECT" val="887*136"/>
  <p:tag name="TABLE_ENDDRAG_RECT" val="48*144*887*136"/>
</p:tagLst>
</file>

<file path=ppt/tags/tag156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57.xml><?xml version="1.0" encoding="utf-8"?>
<p:tagLst xmlns:p="http://schemas.openxmlformats.org/presentationml/2006/main">
  <p:tag name="KSO_WM_DIAGRAM_VIRTUALLY_FRAME" val="{&quot;height&quot;:406.2,&quot;left&quot;:246.67281839622643,&quot;top&quot;:79.2,&quot;width&quot;:523.8271816037735}"/>
</p:tagLst>
</file>

<file path=ppt/tags/tag158.xml><?xml version="1.0" encoding="utf-8"?>
<p:tagLst xmlns:p="http://schemas.openxmlformats.org/presentationml/2006/main">
  <p:tag name="KSO_WM_DIAGRAM_VIRTUALLY_FRAME" val="{&quot;height&quot;:406.2,&quot;left&quot;:246.67281839622643,&quot;top&quot;:79.2,&quot;width&quot;:523.8271816037735}"/>
</p:tagLst>
</file>

<file path=ppt/tags/tag159.xml><?xml version="1.0" encoding="utf-8"?>
<p:tagLst xmlns:p="http://schemas.openxmlformats.org/presentationml/2006/main">
  <p:tag name="KSO_WM_DIAGRAM_VIRTUALLY_FRAME" val="{&quot;height&quot;:406.2,&quot;left&quot;:246.67281839622643,&quot;top&quot;:79.2,&quot;width&quot;:523.8271816037735}"/>
</p:tagLst>
</file>

<file path=ppt/tags/tag160.xml><?xml version="1.0" encoding="utf-8"?>
<p:tagLst xmlns:p="http://schemas.openxmlformats.org/presentationml/2006/main">
  <p:tag name="KSO_WM_DIAGRAM_VIRTUALLY_FRAME" val="{&quot;height&quot;:406.2,&quot;left&quot;:246.67281839622643,&quot;top&quot;:79.2,&quot;width&quot;:523.8271816037735}"/>
</p:tagLst>
</file>

<file path=ppt/tags/tag161.xml><?xml version="1.0" encoding="utf-8"?>
<p:tagLst xmlns:p="http://schemas.openxmlformats.org/presentationml/2006/main">
  <p:tag name="KSO_WM_DIAGRAM_VIRTUALLY_FRAME" val="{&quot;height&quot;:406.2,&quot;left&quot;:246.67281839622643,&quot;top&quot;:79.2,&quot;width&quot;:523.8271816037735}"/>
</p:tagLst>
</file>

<file path=ppt/tags/tag162.xml><?xml version="1.0" encoding="utf-8"?>
<p:tagLst xmlns:p="http://schemas.openxmlformats.org/presentationml/2006/main">
  <p:tag name="KSO_WM_DIAGRAM_VIRTUALLY_FRAME" val="{&quot;height&quot;:406.2,&quot;left&quot;:246.67281839622643,&quot;top&quot;:79.2,&quot;width&quot;:523.8271816037735}"/>
</p:tagLst>
</file>

<file path=ppt/tags/tag163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64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65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66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67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68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69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0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1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2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3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4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5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6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7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8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79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80.xml><?xml version="1.0" encoding="utf-8"?>
<p:tagLst xmlns:p="http://schemas.openxmlformats.org/presentationml/2006/main">
  <p:tag name="KSO_WM_DIAGRAM_VIRTUALLY_FRAME" val="{&quot;height&quot;:431.90886075949373,&quot;left&quot;:89.19161425576513,&quot;top&quot;:97.15,&quot;width&quot;:829.99472615304}"/>
</p:tagLst>
</file>

<file path=ppt/tags/tag181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  <p:tag name="THINKCELLUNDODONOTDELETE" val="0"/>
  <p:tag name="ISLIDE.TEMPLATE" val="437c4d06-7028-4993-ac0b-687aead6c1a7"/>
  <p:tag name="commondata" val="eyJoZGlkIjoiYjNlYWQ4MDM0ZDE2MjQyMWUyYTMyZDJlODJlYjM0MWQifQ=="/>
</p:tagLst>
</file>

<file path=ppt/theme/theme1.xml><?xml version="1.0" encoding="utf-8"?>
<a:theme xmlns:a="http://schemas.openxmlformats.org/drawingml/2006/main" name="主题5">
  <a:themeElements>
    <a:clrScheme name="四月主题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7111D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990000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菠萝煮茶</Template>
  <TotalTime>0</TotalTime>
  <Words>6450</Words>
  <Application>WPS 演示</Application>
  <PresentationFormat>宽屏</PresentationFormat>
  <Paragraphs>962</Paragraphs>
  <Slides>23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Impact</vt:lpstr>
      <vt:lpstr>微软雅黑</vt:lpstr>
      <vt:lpstr>微软雅黑</vt:lpstr>
      <vt:lpstr>Arial</vt:lpstr>
      <vt:lpstr>Arial Unicode MS</vt:lpstr>
      <vt:lpstr>Calibri</vt:lpstr>
      <vt:lpstr>Times New Roman</vt:lpstr>
      <vt:lpstr>Consolas</vt:lpstr>
      <vt:lpstr>Consolas</vt:lpstr>
      <vt:lpstr>Consolas</vt:lpstr>
      <vt:lpstr>主题5</vt:lpstr>
      <vt:lpstr>第八届全国大学生市政环境 AI+ 创新实践能力大赛 · 产业赛道 </vt:lpstr>
      <vt:lpstr>研究背景与科学问题</vt:lpstr>
      <vt:lpstr>研究意义</vt:lpstr>
      <vt:lpstr>问题背景：国内外研究进展现状</vt:lpstr>
      <vt:lpstr>技术关键与技术路线</vt:lpstr>
      <vt:lpstr>目标：『感知—预测—预警—预控』闭环</vt:lpstr>
      <vt:lpstr>泰和污水厂系统概况</vt:lpstr>
      <vt:lpstr>数据分类总览</vt:lpstr>
      <vt:lpstr>真实数据来源</vt:lpstr>
      <vt:lpstr>模拟数据生成方法</vt:lpstr>
      <vt:lpstr>数据预处理与特征工程</vt:lpstr>
      <vt:lpstr>超前预测模型与验证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新疆大学毕业汇报答辩PPT模板</dc:title>
  <dc:creator>islide</dc:creator>
  <cp:keywords>51PPT模板网（www.51pptmoban.com）</cp:keywords>
  <dc:description>51PPT模板网，幻灯片演示模板及素材免费下载！
51PPT模板网 唯一访问网址：www.51pptmoban.com</dc:description>
  <cp:lastModifiedBy>醴泉</cp:lastModifiedBy>
  <cp:revision>18</cp:revision>
  <cp:lastPrinted>2020-09-09T16:00:00Z</cp:lastPrinted>
  <dcterms:created xsi:type="dcterms:W3CDTF">2020-09-09T16:00:00Z</dcterms:created>
  <dcterms:modified xsi:type="dcterms:W3CDTF">2026-08-18T06:18:11Z</dcterms:modified>
  <cp:version>51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Slide.TEMPLATE">
    <vt:lpwstr>437c4d06-7028-4993-ac0b-687aead6c1a7</vt:lpwstr>
  </property>
  <property fmtid="{D5CDD505-2E9C-101B-9397-08002B2CF9AE}" pid="4" name="KSOProductBuildVer">
    <vt:lpwstr>2052-12.1.0.28043</vt:lpwstr>
  </property>
  <property fmtid="{D5CDD505-2E9C-101B-9397-08002B2CF9AE}" pid="5" name="ICV">
    <vt:lpwstr>722FB5CAA93A4E9D8FD97EFEFBD6F7CE_13</vt:lpwstr>
  </property>
</Properties>
</file>